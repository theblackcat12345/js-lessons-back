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1322" r:id="rId2"/>
    <p:sldId id="1324" r:id="rId3"/>
    <p:sldId id="1325" r:id="rId4"/>
    <p:sldId id="1326" r:id="rId5"/>
    <p:sldId id="1327" r:id="rId6"/>
    <p:sldId id="1328" r:id="rId7"/>
    <p:sldId id="1330" r:id="rId8"/>
    <p:sldId id="1331" r:id="rId9"/>
    <p:sldId id="1332" r:id="rId10"/>
    <p:sldId id="1333" r:id="rId11"/>
    <p:sldId id="1334" r:id="rId12"/>
    <p:sldId id="1170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76" userDrawn="1">
          <p15:clr>
            <a:srgbClr val="A4A3A4"/>
          </p15:clr>
        </p15:guide>
        <p15:guide id="3" pos="3144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6" orient="horz" pos="20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6E1D"/>
    <a:srgbClr val="CDDEFC"/>
    <a:srgbClr val="D1D0C6"/>
    <a:srgbClr val="0541A1"/>
    <a:srgbClr val="F7B2D8"/>
    <a:srgbClr val="F9B233"/>
    <a:srgbClr val="FFDB5A"/>
    <a:srgbClr val="D1DDFF"/>
    <a:srgbClr val="1A3773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27F97BB-C833-4FB7-BDE5-3F7075034690}" styleName="主题样式 2 - 强调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29" autoAdjust="0"/>
    <p:restoredTop sz="83348" autoAdjust="0"/>
  </p:normalViewPr>
  <p:slideViewPr>
    <p:cSldViewPr snapToGrid="0" snapToObjects="1" showGuides="1">
      <p:cViewPr varScale="1">
        <p:scale>
          <a:sx n="97" d="100"/>
          <a:sy n="97" d="100"/>
        </p:scale>
        <p:origin x="1094" y="110"/>
      </p:cViewPr>
      <p:guideLst>
        <p:guide orient="horz" pos="2976"/>
        <p:guide pos="3144"/>
        <p:guide pos="5496"/>
        <p:guide orient="horz" pos="208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C1A36-2279-0B42-A036-2A7F66850110}" type="datetimeFigureOut">
              <a:rPr kumimoji="1" lang="zh-TW" altLang="en-US" smtClean="0"/>
              <a:t>2024/4/26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FCDE0-F5D5-B54D-83E1-08C9CC72E67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2890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C6D5E1-A55F-244C-84F8-6CE8E785F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9ACDE6A-0D22-EB46-803F-5D9164EE9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971E78-8821-F348-B94C-98F110DFC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9931D-5C47-D347-BE90-B26453E539BE}" type="datetimeFigureOut">
              <a:rPr kumimoji="1" lang="zh-TW" altLang="en-US" smtClean="0"/>
              <a:t>2024/4/26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577ADB-334B-2941-A55D-2FFF88282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FA3E1B-F1B1-5B42-8524-AC413B579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1CBBC-053A-A240-92DB-658347C973C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0765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8ED3D2-22E8-9046-B0F8-2CC7B74C3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8B6F73-F28C-A146-8D16-2142A356D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4DA3782-EF81-E74F-AB40-3E56B62B2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9931D-5C47-D347-BE90-B26453E539BE}" type="datetimeFigureOut">
              <a:rPr kumimoji="1" lang="zh-TW" altLang="en-US" smtClean="0"/>
              <a:t>2024/4/26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00B384-0411-5A41-9BAD-1D5E95D7E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A5D0F9D-2203-0A4A-86AE-9A6C675FF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1CBBC-053A-A240-92DB-658347C973C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89326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FCBCE6-E170-6B40-B93B-CC70142B8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68A9B25-FF23-B84B-8A33-6CC333021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524C4A-2D79-F342-A0D9-DC9B4491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9931D-5C47-D347-BE90-B26453E539BE}" type="datetimeFigureOut">
              <a:rPr kumimoji="1" lang="zh-TW" altLang="en-US" smtClean="0"/>
              <a:t>2024/4/26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4C849E-254C-1D4C-8520-6345BDD9D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2D4E34-EDE9-494F-9BEB-74FBF1868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1CBBC-053A-A240-92DB-658347C973C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86986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CD3B2F-2FD5-3041-9A09-564262BB3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24E746C-65ED-EF42-A4E1-3AF176F463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D649714-CA84-3E41-ADB1-79ABD5771F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98F43B5-DC37-3A40-BF2A-313F0A912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9931D-5C47-D347-BE90-B26453E539BE}" type="datetimeFigureOut">
              <a:rPr kumimoji="1" lang="zh-TW" altLang="en-US" smtClean="0"/>
              <a:t>2024/4/26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9313592-8AE5-5149-8A0F-69E8F5FB9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E5D3690-23E4-034C-9931-B60983B29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1CBBC-053A-A240-92DB-658347C973C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86336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B25541-53FC-2049-BE0D-4BF7A94B8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ED1892F-6348-1148-B6FB-5095461D5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76ABAF2-0CC8-2048-AEBE-4881AC381D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2441669-29D5-BE40-B854-E5CEE3E596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FE25224-1F54-7C4B-98BB-0C226E9CCF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371C8E6-866F-B944-B78A-1B26E3574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9931D-5C47-D347-BE90-B26453E539BE}" type="datetimeFigureOut">
              <a:rPr kumimoji="1" lang="zh-TW" altLang="en-US" smtClean="0"/>
              <a:t>2024/4/26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DE24330-A17C-A74E-AE1B-5C316DC4C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CE8CB06-971C-F648-8869-37BD15643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1CBBC-053A-A240-92DB-658347C973C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78457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869F42-64A8-2846-A199-05315789D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29A8685-9403-B447-AC84-7D98E8195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9931D-5C47-D347-BE90-B26453E539BE}" type="datetimeFigureOut">
              <a:rPr kumimoji="1" lang="zh-TW" altLang="en-US" smtClean="0"/>
              <a:t>2024/4/26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1708463-BC62-3B41-85B6-B263680A0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BBEEEBF-6B71-7C4C-B815-3D7CEF2C0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1CBBC-053A-A240-92DB-658347C973C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97918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0974A92-44C7-BC4B-B3E5-58DD65EAB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9931D-5C47-D347-BE90-B26453E539BE}" type="datetimeFigureOut">
              <a:rPr kumimoji="1" lang="zh-TW" altLang="en-US" smtClean="0"/>
              <a:t>2024/4/26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CB24D3F-29B4-4349-A2BF-ABFDE6D04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9820CC0-0557-084C-9AF8-0CCA3E48F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1CBBC-053A-A240-92DB-658347C973C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79911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FCCAAD-65BA-5840-A5F3-6937EDEE2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E5B176-6A58-5D44-8799-B66D62561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28CE013-1DD0-A74E-9C9D-2B08F449D6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598936D-BE0B-524B-AE6F-DD3156E89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9931D-5C47-D347-BE90-B26453E539BE}" type="datetimeFigureOut">
              <a:rPr kumimoji="1" lang="zh-TW" altLang="en-US" smtClean="0"/>
              <a:t>2024/4/26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C55E938-7723-354A-996B-983A801ED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C61E3BC-4B3D-9E4B-A9CC-5F93C3821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1CBBC-053A-A240-92DB-658347C973C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61928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09182B-E0ED-B141-A7E5-2CA829069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A5F3796-4D58-AE40-85AF-846B0C5008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B70476F-81BE-5745-843C-4C2DCBB47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D5A93F5-8495-0E46-9DAB-6E8A4320A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9931D-5C47-D347-BE90-B26453E539BE}" type="datetimeFigureOut">
              <a:rPr kumimoji="1" lang="zh-TW" altLang="en-US" smtClean="0"/>
              <a:t>2024/4/26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B9C302A-CE2B-7D4D-A61F-1E11CBCDE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CC06866-83C7-5C47-9A29-000DF7B25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1CBBC-053A-A240-92DB-658347C973C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64040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F935BA-98C2-0A4E-881F-4B37F0017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625C5F0-1CFD-6649-B6B8-BA24517EBE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004882-DF61-144C-B9CE-D3B46B3FD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9931D-5C47-D347-BE90-B26453E539BE}" type="datetimeFigureOut">
              <a:rPr kumimoji="1" lang="zh-TW" altLang="en-US" smtClean="0"/>
              <a:t>2024/4/26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B2C0A4-99D8-CD42-A7DF-AC35BF9F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35D7445-2C53-A848-A816-47AAE6288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1CBBC-053A-A240-92DB-658347C973C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05726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2834A3E-BB96-FD48-8971-611A184B4D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A3D5EAA-3B45-174E-B4EF-F2C3BA868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1C099F-606E-2749-9564-A01D996F2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9931D-5C47-D347-BE90-B26453E539BE}" type="datetimeFigureOut">
              <a:rPr kumimoji="1" lang="zh-TW" altLang="en-US" smtClean="0"/>
              <a:t>2024/4/26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09CB09A-82E2-3F4C-AEA4-ED737613B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E8A4169-6F36-9E45-9C9A-3FD9EC778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1CBBC-053A-A240-92DB-658347C973C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39300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0947E8AE-94EF-CDB6-9C88-5407E55E89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63926" y="1743226"/>
            <a:ext cx="484632" cy="484632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2" name="Picture Placeholder 30">
            <a:extLst>
              <a:ext uri="{FF2B5EF4-FFF2-40B4-BE49-F238E27FC236}">
                <a16:creationId xmlns:a16="http://schemas.microsoft.com/office/drawing/2014/main" id="{97F6E303-A7B7-140B-C303-7319C9B82F0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57530" y="1743226"/>
            <a:ext cx="484632" cy="484632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3" name="Picture Placeholder 30">
            <a:extLst>
              <a:ext uri="{FF2B5EF4-FFF2-40B4-BE49-F238E27FC236}">
                <a16:creationId xmlns:a16="http://schemas.microsoft.com/office/drawing/2014/main" id="{86B61DE5-C17A-828F-EF0A-467E5B2A29E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443442" y="1743226"/>
            <a:ext cx="484632" cy="484632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4" name="Picture Placeholder 30">
            <a:extLst>
              <a:ext uri="{FF2B5EF4-FFF2-40B4-BE49-F238E27FC236}">
                <a16:creationId xmlns:a16="http://schemas.microsoft.com/office/drawing/2014/main" id="{BBAC80A8-6A91-E1EC-1D81-40C05C1612D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263926" y="4091289"/>
            <a:ext cx="484632" cy="484632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5" name="Picture Placeholder 30">
            <a:extLst>
              <a:ext uri="{FF2B5EF4-FFF2-40B4-BE49-F238E27FC236}">
                <a16:creationId xmlns:a16="http://schemas.microsoft.com/office/drawing/2014/main" id="{677912F8-BC63-62BB-1C21-89CA2B812E1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57331" y="4091289"/>
            <a:ext cx="484632" cy="484632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6" name="Picture Placeholder 30">
            <a:extLst>
              <a:ext uri="{FF2B5EF4-FFF2-40B4-BE49-F238E27FC236}">
                <a16:creationId xmlns:a16="http://schemas.microsoft.com/office/drawing/2014/main" id="{6DC65982-165D-ABEC-40BE-891FB48A40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443243" y="4091289"/>
            <a:ext cx="484632" cy="484632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B2B9D0-290D-F482-A992-8FE204A50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9931D-5C47-D347-BE90-B26453E539BE}" type="datetimeFigureOut">
              <a:rPr kumimoji="1" lang="zh-TW" altLang="en-US" smtClean="0"/>
              <a:t>2024/4/26</a:t>
            </a:fld>
            <a:endParaRPr kumimoji="1"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ACCBD-D511-18CE-5755-7F77AE530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61D017-E47B-F4B8-4008-DB8077720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1CBBC-053A-A240-92DB-658347C973C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76599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98020D-BC0D-70EE-639B-7BBF5AFA1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9931D-5C47-D347-BE90-B26453E539BE}" type="datetimeFigureOut">
              <a:rPr kumimoji="1" lang="zh-TW" altLang="en-US" smtClean="0"/>
              <a:t>2024/4/26</a:t>
            </a:fld>
            <a:endParaRPr kumimoji="1"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2F8E3A-0B21-8C02-1C7A-63FF379D2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E8587-8CF5-6F23-8729-A1E88BD6F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1CBBC-053A-A240-92DB-658347C973C7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1DB359B-5190-3963-9996-4D232A331C8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028461" y="1545489"/>
            <a:ext cx="2757488" cy="1300860"/>
          </a:xfrm>
          <a:prstGeom prst="round2Same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4593DF9C-6E48-2522-E97B-33AE010131E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18256" y="1545489"/>
            <a:ext cx="2757488" cy="1300860"/>
          </a:xfrm>
          <a:prstGeom prst="round2Same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6209842A-8422-4C4E-D5C9-FD69CC696D3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57983" y="4028610"/>
            <a:ext cx="2476033" cy="1300860"/>
          </a:xfrm>
          <a:prstGeom prst="round2Same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5FFEF4ED-0BA3-C9CC-E17A-DAB4AA519CD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745390" y="4025122"/>
            <a:ext cx="2477908" cy="1308294"/>
          </a:xfrm>
          <a:custGeom>
            <a:avLst/>
            <a:gdLst>
              <a:gd name="connsiteX0" fmla="*/ 216814 w 2476033"/>
              <a:gd name="connsiteY0" fmla="*/ 0 h 1300860"/>
              <a:gd name="connsiteX1" fmla="*/ 2259219 w 2476033"/>
              <a:gd name="connsiteY1" fmla="*/ 0 h 1300860"/>
              <a:gd name="connsiteX2" fmla="*/ 2476033 w 2476033"/>
              <a:gd name="connsiteY2" fmla="*/ 216814 h 1300860"/>
              <a:gd name="connsiteX3" fmla="*/ 2476033 w 2476033"/>
              <a:gd name="connsiteY3" fmla="*/ 1300860 h 1300860"/>
              <a:gd name="connsiteX4" fmla="*/ 2476033 w 2476033"/>
              <a:gd name="connsiteY4" fmla="*/ 1300860 h 1300860"/>
              <a:gd name="connsiteX5" fmla="*/ 0 w 2476033"/>
              <a:gd name="connsiteY5" fmla="*/ 1300860 h 1300860"/>
              <a:gd name="connsiteX6" fmla="*/ 0 w 2476033"/>
              <a:gd name="connsiteY6" fmla="*/ 1300860 h 1300860"/>
              <a:gd name="connsiteX7" fmla="*/ 0 w 2476033"/>
              <a:gd name="connsiteY7" fmla="*/ 216814 h 1300860"/>
              <a:gd name="connsiteX8" fmla="*/ 216814 w 2476033"/>
              <a:gd name="connsiteY8" fmla="*/ 0 h 1300860"/>
              <a:gd name="connsiteX0" fmla="*/ 216814 w 2481347"/>
              <a:gd name="connsiteY0" fmla="*/ 0 h 1300860"/>
              <a:gd name="connsiteX1" fmla="*/ 2393034 w 2481347"/>
              <a:gd name="connsiteY1" fmla="*/ 0 h 1300860"/>
              <a:gd name="connsiteX2" fmla="*/ 2476033 w 2481347"/>
              <a:gd name="connsiteY2" fmla="*/ 216814 h 1300860"/>
              <a:gd name="connsiteX3" fmla="*/ 2476033 w 2481347"/>
              <a:gd name="connsiteY3" fmla="*/ 1300860 h 1300860"/>
              <a:gd name="connsiteX4" fmla="*/ 2476033 w 2481347"/>
              <a:gd name="connsiteY4" fmla="*/ 1300860 h 1300860"/>
              <a:gd name="connsiteX5" fmla="*/ 0 w 2481347"/>
              <a:gd name="connsiteY5" fmla="*/ 1300860 h 1300860"/>
              <a:gd name="connsiteX6" fmla="*/ 0 w 2481347"/>
              <a:gd name="connsiteY6" fmla="*/ 1300860 h 1300860"/>
              <a:gd name="connsiteX7" fmla="*/ 0 w 2481347"/>
              <a:gd name="connsiteY7" fmla="*/ 216814 h 1300860"/>
              <a:gd name="connsiteX8" fmla="*/ 216814 w 2481347"/>
              <a:gd name="connsiteY8" fmla="*/ 0 h 1300860"/>
              <a:gd name="connsiteX0" fmla="*/ 216814 w 2494437"/>
              <a:gd name="connsiteY0" fmla="*/ 0 h 1300860"/>
              <a:gd name="connsiteX1" fmla="*/ 2422771 w 2494437"/>
              <a:gd name="connsiteY1" fmla="*/ 0 h 1300860"/>
              <a:gd name="connsiteX2" fmla="*/ 2476033 w 2494437"/>
              <a:gd name="connsiteY2" fmla="*/ 216814 h 1300860"/>
              <a:gd name="connsiteX3" fmla="*/ 2476033 w 2494437"/>
              <a:gd name="connsiteY3" fmla="*/ 1300860 h 1300860"/>
              <a:gd name="connsiteX4" fmla="*/ 2476033 w 2494437"/>
              <a:gd name="connsiteY4" fmla="*/ 1300860 h 1300860"/>
              <a:gd name="connsiteX5" fmla="*/ 0 w 2494437"/>
              <a:gd name="connsiteY5" fmla="*/ 1300860 h 1300860"/>
              <a:gd name="connsiteX6" fmla="*/ 0 w 2494437"/>
              <a:gd name="connsiteY6" fmla="*/ 1300860 h 1300860"/>
              <a:gd name="connsiteX7" fmla="*/ 0 w 2494437"/>
              <a:gd name="connsiteY7" fmla="*/ 216814 h 1300860"/>
              <a:gd name="connsiteX8" fmla="*/ 216814 w 2494437"/>
              <a:gd name="connsiteY8" fmla="*/ 0 h 1300860"/>
              <a:gd name="connsiteX0" fmla="*/ 216814 w 2476282"/>
              <a:gd name="connsiteY0" fmla="*/ 373 h 1301233"/>
              <a:gd name="connsiteX1" fmla="*/ 2422771 w 2476282"/>
              <a:gd name="connsiteY1" fmla="*/ 373 h 1301233"/>
              <a:gd name="connsiteX2" fmla="*/ 2476033 w 2476282"/>
              <a:gd name="connsiteY2" fmla="*/ 217187 h 1301233"/>
              <a:gd name="connsiteX3" fmla="*/ 2476033 w 2476282"/>
              <a:gd name="connsiteY3" fmla="*/ 1301233 h 1301233"/>
              <a:gd name="connsiteX4" fmla="*/ 2476033 w 2476282"/>
              <a:gd name="connsiteY4" fmla="*/ 1301233 h 1301233"/>
              <a:gd name="connsiteX5" fmla="*/ 0 w 2476282"/>
              <a:gd name="connsiteY5" fmla="*/ 1301233 h 1301233"/>
              <a:gd name="connsiteX6" fmla="*/ 0 w 2476282"/>
              <a:gd name="connsiteY6" fmla="*/ 1301233 h 1301233"/>
              <a:gd name="connsiteX7" fmla="*/ 0 w 2476282"/>
              <a:gd name="connsiteY7" fmla="*/ 217187 h 1301233"/>
              <a:gd name="connsiteX8" fmla="*/ 216814 w 2476282"/>
              <a:gd name="connsiteY8" fmla="*/ 373 h 1301233"/>
              <a:gd name="connsiteX0" fmla="*/ 216814 w 2479902"/>
              <a:gd name="connsiteY0" fmla="*/ 7784 h 1308644"/>
              <a:gd name="connsiteX1" fmla="*/ 2437639 w 2479902"/>
              <a:gd name="connsiteY1" fmla="*/ 350 h 1308644"/>
              <a:gd name="connsiteX2" fmla="*/ 2476033 w 2479902"/>
              <a:gd name="connsiteY2" fmla="*/ 224598 h 1308644"/>
              <a:gd name="connsiteX3" fmla="*/ 2476033 w 2479902"/>
              <a:gd name="connsiteY3" fmla="*/ 1308644 h 1308644"/>
              <a:gd name="connsiteX4" fmla="*/ 2476033 w 2479902"/>
              <a:gd name="connsiteY4" fmla="*/ 1308644 h 1308644"/>
              <a:gd name="connsiteX5" fmla="*/ 0 w 2479902"/>
              <a:gd name="connsiteY5" fmla="*/ 1308644 h 1308644"/>
              <a:gd name="connsiteX6" fmla="*/ 0 w 2479902"/>
              <a:gd name="connsiteY6" fmla="*/ 1308644 h 1308644"/>
              <a:gd name="connsiteX7" fmla="*/ 0 w 2479902"/>
              <a:gd name="connsiteY7" fmla="*/ 224598 h 1308644"/>
              <a:gd name="connsiteX8" fmla="*/ 216814 w 2479902"/>
              <a:gd name="connsiteY8" fmla="*/ 7784 h 1308644"/>
              <a:gd name="connsiteX0" fmla="*/ 216814 w 2476422"/>
              <a:gd name="connsiteY0" fmla="*/ 7434 h 1308294"/>
              <a:gd name="connsiteX1" fmla="*/ 2437639 w 2476422"/>
              <a:gd name="connsiteY1" fmla="*/ 0 h 1308294"/>
              <a:gd name="connsiteX2" fmla="*/ 2476033 w 2476422"/>
              <a:gd name="connsiteY2" fmla="*/ 224248 h 1308294"/>
              <a:gd name="connsiteX3" fmla="*/ 2476033 w 2476422"/>
              <a:gd name="connsiteY3" fmla="*/ 1308294 h 1308294"/>
              <a:gd name="connsiteX4" fmla="*/ 2476033 w 2476422"/>
              <a:gd name="connsiteY4" fmla="*/ 1308294 h 1308294"/>
              <a:gd name="connsiteX5" fmla="*/ 0 w 2476422"/>
              <a:gd name="connsiteY5" fmla="*/ 1308294 h 1308294"/>
              <a:gd name="connsiteX6" fmla="*/ 0 w 2476422"/>
              <a:gd name="connsiteY6" fmla="*/ 1308294 h 1308294"/>
              <a:gd name="connsiteX7" fmla="*/ 0 w 2476422"/>
              <a:gd name="connsiteY7" fmla="*/ 224248 h 1308294"/>
              <a:gd name="connsiteX8" fmla="*/ 216814 w 2476422"/>
              <a:gd name="connsiteY8" fmla="*/ 7434 h 1308294"/>
              <a:gd name="connsiteX0" fmla="*/ 216814 w 2481301"/>
              <a:gd name="connsiteY0" fmla="*/ 7434 h 1308294"/>
              <a:gd name="connsiteX1" fmla="*/ 2452508 w 2481301"/>
              <a:gd name="connsiteY1" fmla="*/ 0 h 1308294"/>
              <a:gd name="connsiteX2" fmla="*/ 2476033 w 2481301"/>
              <a:gd name="connsiteY2" fmla="*/ 224248 h 1308294"/>
              <a:gd name="connsiteX3" fmla="*/ 2476033 w 2481301"/>
              <a:gd name="connsiteY3" fmla="*/ 1308294 h 1308294"/>
              <a:gd name="connsiteX4" fmla="*/ 2476033 w 2481301"/>
              <a:gd name="connsiteY4" fmla="*/ 1308294 h 1308294"/>
              <a:gd name="connsiteX5" fmla="*/ 0 w 2481301"/>
              <a:gd name="connsiteY5" fmla="*/ 1308294 h 1308294"/>
              <a:gd name="connsiteX6" fmla="*/ 0 w 2481301"/>
              <a:gd name="connsiteY6" fmla="*/ 1308294 h 1308294"/>
              <a:gd name="connsiteX7" fmla="*/ 0 w 2481301"/>
              <a:gd name="connsiteY7" fmla="*/ 224248 h 1308294"/>
              <a:gd name="connsiteX8" fmla="*/ 216814 w 2481301"/>
              <a:gd name="connsiteY8" fmla="*/ 7434 h 1308294"/>
              <a:gd name="connsiteX0" fmla="*/ 216814 w 2478670"/>
              <a:gd name="connsiteY0" fmla="*/ 7434 h 1308294"/>
              <a:gd name="connsiteX1" fmla="*/ 2452508 w 2478670"/>
              <a:gd name="connsiteY1" fmla="*/ 0 h 1308294"/>
              <a:gd name="connsiteX2" fmla="*/ 2476033 w 2478670"/>
              <a:gd name="connsiteY2" fmla="*/ 224248 h 1308294"/>
              <a:gd name="connsiteX3" fmla="*/ 2476033 w 2478670"/>
              <a:gd name="connsiteY3" fmla="*/ 1308294 h 1308294"/>
              <a:gd name="connsiteX4" fmla="*/ 2476033 w 2478670"/>
              <a:gd name="connsiteY4" fmla="*/ 1308294 h 1308294"/>
              <a:gd name="connsiteX5" fmla="*/ 0 w 2478670"/>
              <a:gd name="connsiteY5" fmla="*/ 1308294 h 1308294"/>
              <a:gd name="connsiteX6" fmla="*/ 0 w 2478670"/>
              <a:gd name="connsiteY6" fmla="*/ 1308294 h 1308294"/>
              <a:gd name="connsiteX7" fmla="*/ 0 w 2478670"/>
              <a:gd name="connsiteY7" fmla="*/ 224248 h 1308294"/>
              <a:gd name="connsiteX8" fmla="*/ 216814 w 2478670"/>
              <a:gd name="connsiteY8" fmla="*/ 7434 h 1308294"/>
              <a:gd name="connsiteX0" fmla="*/ 216814 w 2478670"/>
              <a:gd name="connsiteY0" fmla="*/ 7464 h 1308324"/>
              <a:gd name="connsiteX1" fmla="*/ 2452508 w 2478670"/>
              <a:gd name="connsiteY1" fmla="*/ 30 h 1308324"/>
              <a:gd name="connsiteX2" fmla="*/ 2476033 w 2478670"/>
              <a:gd name="connsiteY2" fmla="*/ 224278 h 1308324"/>
              <a:gd name="connsiteX3" fmla="*/ 2476033 w 2478670"/>
              <a:gd name="connsiteY3" fmla="*/ 1308324 h 1308324"/>
              <a:gd name="connsiteX4" fmla="*/ 2476033 w 2478670"/>
              <a:gd name="connsiteY4" fmla="*/ 1308324 h 1308324"/>
              <a:gd name="connsiteX5" fmla="*/ 0 w 2478670"/>
              <a:gd name="connsiteY5" fmla="*/ 1308324 h 1308324"/>
              <a:gd name="connsiteX6" fmla="*/ 0 w 2478670"/>
              <a:gd name="connsiteY6" fmla="*/ 1308324 h 1308324"/>
              <a:gd name="connsiteX7" fmla="*/ 0 w 2478670"/>
              <a:gd name="connsiteY7" fmla="*/ 224278 h 1308324"/>
              <a:gd name="connsiteX8" fmla="*/ 216814 w 2478670"/>
              <a:gd name="connsiteY8" fmla="*/ 7464 h 1308324"/>
              <a:gd name="connsiteX0" fmla="*/ 216814 w 2476247"/>
              <a:gd name="connsiteY0" fmla="*/ 8703 h 1309563"/>
              <a:gd name="connsiteX1" fmla="*/ 2452508 w 2476247"/>
              <a:gd name="connsiteY1" fmla="*/ 1269 h 1309563"/>
              <a:gd name="connsiteX2" fmla="*/ 2476033 w 2476247"/>
              <a:gd name="connsiteY2" fmla="*/ 225517 h 1309563"/>
              <a:gd name="connsiteX3" fmla="*/ 2476033 w 2476247"/>
              <a:gd name="connsiteY3" fmla="*/ 1309563 h 1309563"/>
              <a:gd name="connsiteX4" fmla="*/ 2476033 w 2476247"/>
              <a:gd name="connsiteY4" fmla="*/ 1309563 h 1309563"/>
              <a:gd name="connsiteX5" fmla="*/ 0 w 2476247"/>
              <a:gd name="connsiteY5" fmla="*/ 1309563 h 1309563"/>
              <a:gd name="connsiteX6" fmla="*/ 0 w 2476247"/>
              <a:gd name="connsiteY6" fmla="*/ 1309563 h 1309563"/>
              <a:gd name="connsiteX7" fmla="*/ 0 w 2476247"/>
              <a:gd name="connsiteY7" fmla="*/ 225517 h 1309563"/>
              <a:gd name="connsiteX8" fmla="*/ 216814 w 2476247"/>
              <a:gd name="connsiteY8" fmla="*/ 8703 h 1309563"/>
              <a:gd name="connsiteX0" fmla="*/ 216814 w 2476247"/>
              <a:gd name="connsiteY0" fmla="*/ 9486 h 1310346"/>
              <a:gd name="connsiteX1" fmla="*/ 2452508 w 2476247"/>
              <a:gd name="connsiteY1" fmla="*/ 2052 h 1310346"/>
              <a:gd name="connsiteX2" fmla="*/ 2476033 w 2476247"/>
              <a:gd name="connsiteY2" fmla="*/ 226300 h 1310346"/>
              <a:gd name="connsiteX3" fmla="*/ 2476033 w 2476247"/>
              <a:gd name="connsiteY3" fmla="*/ 1310346 h 1310346"/>
              <a:gd name="connsiteX4" fmla="*/ 2476033 w 2476247"/>
              <a:gd name="connsiteY4" fmla="*/ 1310346 h 1310346"/>
              <a:gd name="connsiteX5" fmla="*/ 0 w 2476247"/>
              <a:gd name="connsiteY5" fmla="*/ 1310346 h 1310346"/>
              <a:gd name="connsiteX6" fmla="*/ 0 w 2476247"/>
              <a:gd name="connsiteY6" fmla="*/ 1310346 h 1310346"/>
              <a:gd name="connsiteX7" fmla="*/ 0 w 2476247"/>
              <a:gd name="connsiteY7" fmla="*/ 226300 h 1310346"/>
              <a:gd name="connsiteX8" fmla="*/ 216814 w 2476247"/>
              <a:gd name="connsiteY8" fmla="*/ 9486 h 1310346"/>
              <a:gd name="connsiteX0" fmla="*/ 216814 w 2477495"/>
              <a:gd name="connsiteY0" fmla="*/ 9486 h 1310346"/>
              <a:gd name="connsiteX1" fmla="*/ 2457588 w 2477495"/>
              <a:gd name="connsiteY1" fmla="*/ 2052 h 1310346"/>
              <a:gd name="connsiteX2" fmla="*/ 2476033 w 2477495"/>
              <a:gd name="connsiteY2" fmla="*/ 226300 h 1310346"/>
              <a:gd name="connsiteX3" fmla="*/ 2476033 w 2477495"/>
              <a:gd name="connsiteY3" fmla="*/ 1310346 h 1310346"/>
              <a:gd name="connsiteX4" fmla="*/ 2476033 w 2477495"/>
              <a:gd name="connsiteY4" fmla="*/ 1310346 h 1310346"/>
              <a:gd name="connsiteX5" fmla="*/ 0 w 2477495"/>
              <a:gd name="connsiteY5" fmla="*/ 1310346 h 1310346"/>
              <a:gd name="connsiteX6" fmla="*/ 0 w 2477495"/>
              <a:gd name="connsiteY6" fmla="*/ 1310346 h 1310346"/>
              <a:gd name="connsiteX7" fmla="*/ 0 w 2477495"/>
              <a:gd name="connsiteY7" fmla="*/ 226300 h 1310346"/>
              <a:gd name="connsiteX8" fmla="*/ 216814 w 2477495"/>
              <a:gd name="connsiteY8" fmla="*/ 9486 h 1310346"/>
              <a:gd name="connsiteX0" fmla="*/ 216814 w 2477495"/>
              <a:gd name="connsiteY0" fmla="*/ 9486 h 1310346"/>
              <a:gd name="connsiteX1" fmla="*/ 2457588 w 2477495"/>
              <a:gd name="connsiteY1" fmla="*/ 2052 h 1310346"/>
              <a:gd name="connsiteX2" fmla="*/ 2476033 w 2477495"/>
              <a:gd name="connsiteY2" fmla="*/ 226300 h 1310346"/>
              <a:gd name="connsiteX3" fmla="*/ 2476033 w 2477495"/>
              <a:gd name="connsiteY3" fmla="*/ 1310346 h 1310346"/>
              <a:gd name="connsiteX4" fmla="*/ 2476033 w 2477495"/>
              <a:gd name="connsiteY4" fmla="*/ 1310346 h 1310346"/>
              <a:gd name="connsiteX5" fmla="*/ 0 w 2477495"/>
              <a:gd name="connsiteY5" fmla="*/ 1310346 h 1310346"/>
              <a:gd name="connsiteX6" fmla="*/ 0 w 2477495"/>
              <a:gd name="connsiteY6" fmla="*/ 1310346 h 1310346"/>
              <a:gd name="connsiteX7" fmla="*/ 0 w 2477495"/>
              <a:gd name="connsiteY7" fmla="*/ 226300 h 1310346"/>
              <a:gd name="connsiteX8" fmla="*/ 216814 w 2477495"/>
              <a:gd name="connsiteY8" fmla="*/ 9486 h 1310346"/>
              <a:gd name="connsiteX0" fmla="*/ 216814 w 2489716"/>
              <a:gd name="connsiteY0" fmla="*/ 9486 h 1310346"/>
              <a:gd name="connsiteX1" fmla="*/ 2477908 w 2489716"/>
              <a:gd name="connsiteY1" fmla="*/ 2052 h 1310346"/>
              <a:gd name="connsiteX2" fmla="*/ 2476033 w 2489716"/>
              <a:gd name="connsiteY2" fmla="*/ 226300 h 1310346"/>
              <a:gd name="connsiteX3" fmla="*/ 2476033 w 2489716"/>
              <a:gd name="connsiteY3" fmla="*/ 1310346 h 1310346"/>
              <a:gd name="connsiteX4" fmla="*/ 2476033 w 2489716"/>
              <a:gd name="connsiteY4" fmla="*/ 1310346 h 1310346"/>
              <a:gd name="connsiteX5" fmla="*/ 0 w 2489716"/>
              <a:gd name="connsiteY5" fmla="*/ 1310346 h 1310346"/>
              <a:gd name="connsiteX6" fmla="*/ 0 w 2489716"/>
              <a:gd name="connsiteY6" fmla="*/ 1310346 h 1310346"/>
              <a:gd name="connsiteX7" fmla="*/ 0 w 2489716"/>
              <a:gd name="connsiteY7" fmla="*/ 226300 h 1310346"/>
              <a:gd name="connsiteX8" fmla="*/ 216814 w 2489716"/>
              <a:gd name="connsiteY8" fmla="*/ 9486 h 1310346"/>
              <a:gd name="connsiteX0" fmla="*/ 216814 w 2491073"/>
              <a:gd name="connsiteY0" fmla="*/ 108563 h 1409423"/>
              <a:gd name="connsiteX1" fmla="*/ 2477908 w 2491073"/>
              <a:gd name="connsiteY1" fmla="*/ 101129 h 1409423"/>
              <a:gd name="connsiteX2" fmla="*/ 2481113 w 2491073"/>
              <a:gd name="connsiteY2" fmla="*/ 104397 h 1409423"/>
              <a:gd name="connsiteX3" fmla="*/ 2476033 w 2491073"/>
              <a:gd name="connsiteY3" fmla="*/ 1409423 h 1409423"/>
              <a:gd name="connsiteX4" fmla="*/ 2476033 w 2491073"/>
              <a:gd name="connsiteY4" fmla="*/ 1409423 h 1409423"/>
              <a:gd name="connsiteX5" fmla="*/ 0 w 2491073"/>
              <a:gd name="connsiteY5" fmla="*/ 1409423 h 1409423"/>
              <a:gd name="connsiteX6" fmla="*/ 0 w 2491073"/>
              <a:gd name="connsiteY6" fmla="*/ 1409423 h 1409423"/>
              <a:gd name="connsiteX7" fmla="*/ 0 w 2491073"/>
              <a:gd name="connsiteY7" fmla="*/ 325377 h 1409423"/>
              <a:gd name="connsiteX8" fmla="*/ 216814 w 2491073"/>
              <a:gd name="connsiteY8" fmla="*/ 108563 h 1409423"/>
              <a:gd name="connsiteX0" fmla="*/ 216814 w 2490460"/>
              <a:gd name="connsiteY0" fmla="*/ 9923 h 1310783"/>
              <a:gd name="connsiteX1" fmla="*/ 2477908 w 2490460"/>
              <a:gd name="connsiteY1" fmla="*/ 2489 h 1310783"/>
              <a:gd name="connsiteX2" fmla="*/ 2481113 w 2490460"/>
              <a:gd name="connsiteY2" fmla="*/ 5757 h 1310783"/>
              <a:gd name="connsiteX3" fmla="*/ 2476033 w 2490460"/>
              <a:gd name="connsiteY3" fmla="*/ 1310783 h 1310783"/>
              <a:gd name="connsiteX4" fmla="*/ 2476033 w 2490460"/>
              <a:gd name="connsiteY4" fmla="*/ 1310783 h 1310783"/>
              <a:gd name="connsiteX5" fmla="*/ 0 w 2490460"/>
              <a:gd name="connsiteY5" fmla="*/ 1310783 h 1310783"/>
              <a:gd name="connsiteX6" fmla="*/ 0 w 2490460"/>
              <a:gd name="connsiteY6" fmla="*/ 1310783 h 1310783"/>
              <a:gd name="connsiteX7" fmla="*/ 0 w 2490460"/>
              <a:gd name="connsiteY7" fmla="*/ 226737 h 1310783"/>
              <a:gd name="connsiteX8" fmla="*/ 216814 w 2490460"/>
              <a:gd name="connsiteY8" fmla="*/ 9923 h 1310783"/>
              <a:gd name="connsiteX0" fmla="*/ 216814 w 2491197"/>
              <a:gd name="connsiteY0" fmla="*/ 9619 h 1310479"/>
              <a:gd name="connsiteX1" fmla="*/ 2477908 w 2491197"/>
              <a:gd name="connsiteY1" fmla="*/ 2185 h 1310479"/>
              <a:gd name="connsiteX2" fmla="*/ 2483653 w 2491197"/>
              <a:gd name="connsiteY2" fmla="*/ 7993 h 1310479"/>
              <a:gd name="connsiteX3" fmla="*/ 2476033 w 2491197"/>
              <a:gd name="connsiteY3" fmla="*/ 1310479 h 1310479"/>
              <a:gd name="connsiteX4" fmla="*/ 2476033 w 2491197"/>
              <a:gd name="connsiteY4" fmla="*/ 1310479 h 1310479"/>
              <a:gd name="connsiteX5" fmla="*/ 0 w 2491197"/>
              <a:gd name="connsiteY5" fmla="*/ 1310479 h 1310479"/>
              <a:gd name="connsiteX6" fmla="*/ 0 w 2491197"/>
              <a:gd name="connsiteY6" fmla="*/ 1310479 h 1310479"/>
              <a:gd name="connsiteX7" fmla="*/ 0 w 2491197"/>
              <a:gd name="connsiteY7" fmla="*/ 226433 h 1310479"/>
              <a:gd name="connsiteX8" fmla="*/ 216814 w 2491197"/>
              <a:gd name="connsiteY8" fmla="*/ 9619 h 1310479"/>
              <a:gd name="connsiteX0" fmla="*/ 216814 w 2489800"/>
              <a:gd name="connsiteY0" fmla="*/ 11786 h 1312646"/>
              <a:gd name="connsiteX1" fmla="*/ 2477908 w 2489800"/>
              <a:gd name="connsiteY1" fmla="*/ 4352 h 1312646"/>
              <a:gd name="connsiteX2" fmla="*/ 2478573 w 2489800"/>
              <a:gd name="connsiteY2" fmla="*/ 0 h 1312646"/>
              <a:gd name="connsiteX3" fmla="*/ 2476033 w 2489800"/>
              <a:gd name="connsiteY3" fmla="*/ 1312646 h 1312646"/>
              <a:gd name="connsiteX4" fmla="*/ 2476033 w 2489800"/>
              <a:gd name="connsiteY4" fmla="*/ 1312646 h 1312646"/>
              <a:gd name="connsiteX5" fmla="*/ 0 w 2489800"/>
              <a:gd name="connsiteY5" fmla="*/ 1312646 h 1312646"/>
              <a:gd name="connsiteX6" fmla="*/ 0 w 2489800"/>
              <a:gd name="connsiteY6" fmla="*/ 1312646 h 1312646"/>
              <a:gd name="connsiteX7" fmla="*/ 0 w 2489800"/>
              <a:gd name="connsiteY7" fmla="*/ 228600 h 1312646"/>
              <a:gd name="connsiteX8" fmla="*/ 216814 w 2489800"/>
              <a:gd name="connsiteY8" fmla="*/ 11786 h 1312646"/>
              <a:gd name="connsiteX0" fmla="*/ 216814 w 2489800"/>
              <a:gd name="connsiteY0" fmla="*/ 10326 h 1311186"/>
              <a:gd name="connsiteX1" fmla="*/ 2477908 w 2489800"/>
              <a:gd name="connsiteY1" fmla="*/ 2892 h 1311186"/>
              <a:gd name="connsiteX2" fmla="*/ 2478573 w 2489800"/>
              <a:gd name="connsiteY2" fmla="*/ 3620 h 1311186"/>
              <a:gd name="connsiteX3" fmla="*/ 2476033 w 2489800"/>
              <a:gd name="connsiteY3" fmla="*/ 1311186 h 1311186"/>
              <a:gd name="connsiteX4" fmla="*/ 2476033 w 2489800"/>
              <a:gd name="connsiteY4" fmla="*/ 1311186 h 1311186"/>
              <a:gd name="connsiteX5" fmla="*/ 0 w 2489800"/>
              <a:gd name="connsiteY5" fmla="*/ 1311186 h 1311186"/>
              <a:gd name="connsiteX6" fmla="*/ 0 w 2489800"/>
              <a:gd name="connsiteY6" fmla="*/ 1311186 h 1311186"/>
              <a:gd name="connsiteX7" fmla="*/ 0 w 2489800"/>
              <a:gd name="connsiteY7" fmla="*/ 227140 h 1311186"/>
              <a:gd name="connsiteX8" fmla="*/ 216814 w 2489800"/>
              <a:gd name="connsiteY8" fmla="*/ 10326 h 1311186"/>
              <a:gd name="connsiteX0" fmla="*/ 216814 w 2489800"/>
              <a:gd name="connsiteY0" fmla="*/ 10326 h 1311186"/>
              <a:gd name="connsiteX1" fmla="*/ 1994895 w 2489800"/>
              <a:gd name="connsiteY1" fmla="*/ 6210 h 1311186"/>
              <a:gd name="connsiteX2" fmla="*/ 2477908 w 2489800"/>
              <a:gd name="connsiteY2" fmla="*/ 2892 h 1311186"/>
              <a:gd name="connsiteX3" fmla="*/ 2478573 w 2489800"/>
              <a:gd name="connsiteY3" fmla="*/ 3620 h 1311186"/>
              <a:gd name="connsiteX4" fmla="*/ 2476033 w 2489800"/>
              <a:gd name="connsiteY4" fmla="*/ 1311186 h 1311186"/>
              <a:gd name="connsiteX5" fmla="*/ 2476033 w 2489800"/>
              <a:gd name="connsiteY5" fmla="*/ 1311186 h 1311186"/>
              <a:gd name="connsiteX6" fmla="*/ 0 w 2489800"/>
              <a:gd name="connsiteY6" fmla="*/ 1311186 h 1311186"/>
              <a:gd name="connsiteX7" fmla="*/ 0 w 2489800"/>
              <a:gd name="connsiteY7" fmla="*/ 1311186 h 1311186"/>
              <a:gd name="connsiteX8" fmla="*/ 0 w 2489800"/>
              <a:gd name="connsiteY8" fmla="*/ 227140 h 1311186"/>
              <a:gd name="connsiteX9" fmla="*/ 216814 w 2489800"/>
              <a:gd name="connsiteY9" fmla="*/ 10326 h 1311186"/>
              <a:gd name="connsiteX0" fmla="*/ 216814 w 2489800"/>
              <a:gd name="connsiteY0" fmla="*/ 10326 h 1311186"/>
              <a:gd name="connsiteX1" fmla="*/ 2477908 w 2489800"/>
              <a:gd name="connsiteY1" fmla="*/ 2892 h 1311186"/>
              <a:gd name="connsiteX2" fmla="*/ 2478573 w 2489800"/>
              <a:gd name="connsiteY2" fmla="*/ 3620 h 1311186"/>
              <a:gd name="connsiteX3" fmla="*/ 2476033 w 2489800"/>
              <a:gd name="connsiteY3" fmla="*/ 1311186 h 1311186"/>
              <a:gd name="connsiteX4" fmla="*/ 2476033 w 2489800"/>
              <a:gd name="connsiteY4" fmla="*/ 1311186 h 1311186"/>
              <a:gd name="connsiteX5" fmla="*/ 0 w 2489800"/>
              <a:gd name="connsiteY5" fmla="*/ 1311186 h 1311186"/>
              <a:gd name="connsiteX6" fmla="*/ 0 w 2489800"/>
              <a:gd name="connsiteY6" fmla="*/ 1311186 h 1311186"/>
              <a:gd name="connsiteX7" fmla="*/ 0 w 2489800"/>
              <a:gd name="connsiteY7" fmla="*/ 227140 h 1311186"/>
              <a:gd name="connsiteX8" fmla="*/ 216814 w 2489800"/>
              <a:gd name="connsiteY8" fmla="*/ 10326 h 1311186"/>
              <a:gd name="connsiteX0" fmla="*/ 216814 w 2644841"/>
              <a:gd name="connsiteY0" fmla="*/ 7434 h 1308294"/>
              <a:gd name="connsiteX1" fmla="*/ 2477908 w 2644841"/>
              <a:gd name="connsiteY1" fmla="*/ 0 h 1308294"/>
              <a:gd name="connsiteX2" fmla="*/ 2476033 w 2644841"/>
              <a:gd name="connsiteY2" fmla="*/ 1308294 h 1308294"/>
              <a:gd name="connsiteX3" fmla="*/ 2476033 w 2644841"/>
              <a:gd name="connsiteY3" fmla="*/ 1308294 h 1308294"/>
              <a:gd name="connsiteX4" fmla="*/ 0 w 2644841"/>
              <a:gd name="connsiteY4" fmla="*/ 1308294 h 1308294"/>
              <a:gd name="connsiteX5" fmla="*/ 0 w 2644841"/>
              <a:gd name="connsiteY5" fmla="*/ 1308294 h 1308294"/>
              <a:gd name="connsiteX6" fmla="*/ 0 w 2644841"/>
              <a:gd name="connsiteY6" fmla="*/ 224248 h 1308294"/>
              <a:gd name="connsiteX7" fmla="*/ 216814 w 2644841"/>
              <a:gd name="connsiteY7" fmla="*/ 7434 h 1308294"/>
              <a:gd name="connsiteX0" fmla="*/ 216814 w 2477908"/>
              <a:gd name="connsiteY0" fmla="*/ 7434 h 1308294"/>
              <a:gd name="connsiteX1" fmla="*/ 2477908 w 2477908"/>
              <a:gd name="connsiteY1" fmla="*/ 0 h 1308294"/>
              <a:gd name="connsiteX2" fmla="*/ 2476033 w 2477908"/>
              <a:gd name="connsiteY2" fmla="*/ 1308294 h 1308294"/>
              <a:gd name="connsiteX3" fmla="*/ 2476033 w 2477908"/>
              <a:gd name="connsiteY3" fmla="*/ 1308294 h 1308294"/>
              <a:gd name="connsiteX4" fmla="*/ 0 w 2477908"/>
              <a:gd name="connsiteY4" fmla="*/ 1308294 h 1308294"/>
              <a:gd name="connsiteX5" fmla="*/ 0 w 2477908"/>
              <a:gd name="connsiteY5" fmla="*/ 1308294 h 1308294"/>
              <a:gd name="connsiteX6" fmla="*/ 0 w 2477908"/>
              <a:gd name="connsiteY6" fmla="*/ 224248 h 1308294"/>
              <a:gd name="connsiteX7" fmla="*/ 216814 w 2477908"/>
              <a:gd name="connsiteY7" fmla="*/ 7434 h 1308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77908" h="1308294">
                <a:moveTo>
                  <a:pt x="216814" y="7434"/>
                </a:moveTo>
                <a:lnTo>
                  <a:pt x="2477908" y="0"/>
                </a:lnTo>
                <a:cubicBezTo>
                  <a:pt x="2473444" y="1309010"/>
                  <a:pt x="2476345" y="1090245"/>
                  <a:pt x="2476033" y="1308294"/>
                </a:cubicBezTo>
                <a:lnTo>
                  <a:pt x="2476033" y="1308294"/>
                </a:lnTo>
                <a:lnTo>
                  <a:pt x="0" y="1308294"/>
                </a:lnTo>
                <a:lnTo>
                  <a:pt x="0" y="1308294"/>
                </a:lnTo>
                <a:lnTo>
                  <a:pt x="0" y="224248"/>
                </a:lnTo>
                <a:cubicBezTo>
                  <a:pt x="0" y="104505"/>
                  <a:pt x="97071" y="7434"/>
                  <a:pt x="216814" y="7434"/>
                </a:cubicBez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0209BF12-3EA6-0369-BBAD-73F5EE324CC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flipH="1">
            <a:off x="7975187" y="4021176"/>
            <a:ext cx="2477908" cy="1308294"/>
          </a:xfrm>
          <a:custGeom>
            <a:avLst/>
            <a:gdLst>
              <a:gd name="connsiteX0" fmla="*/ 216814 w 2476033"/>
              <a:gd name="connsiteY0" fmla="*/ 0 h 1300860"/>
              <a:gd name="connsiteX1" fmla="*/ 2259219 w 2476033"/>
              <a:gd name="connsiteY1" fmla="*/ 0 h 1300860"/>
              <a:gd name="connsiteX2" fmla="*/ 2476033 w 2476033"/>
              <a:gd name="connsiteY2" fmla="*/ 216814 h 1300860"/>
              <a:gd name="connsiteX3" fmla="*/ 2476033 w 2476033"/>
              <a:gd name="connsiteY3" fmla="*/ 1300860 h 1300860"/>
              <a:gd name="connsiteX4" fmla="*/ 2476033 w 2476033"/>
              <a:gd name="connsiteY4" fmla="*/ 1300860 h 1300860"/>
              <a:gd name="connsiteX5" fmla="*/ 0 w 2476033"/>
              <a:gd name="connsiteY5" fmla="*/ 1300860 h 1300860"/>
              <a:gd name="connsiteX6" fmla="*/ 0 w 2476033"/>
              <a:gd name="connsiteY6" fmla="*/ 1300860 h 1300860"/>
              <a:gd name="connsiteX7" fmla="*/ 0 w 2476033"/>
              <a:gd name="connsiteY7" fmla="*/ 216814 h 1300860"/>
              <a:gd name="connsiteX8" fmla="*/ 216814 w 2476033"/>
              <a:gd name="connsiteY8" fmla="*/ 0 h 1300860"/>
              <a:gd name="connsiteX0" fmla="*/ 216814 w 2481347"/>
              <a:gd name="connsiteY0" fmla="*/ 0 h 1300860"/>
              <a:gd name="connsiteX1" fmla="*/ 2393034 w 2481347"/>
              <a:gd name="connsiteY1" fmla="*/ 0 h 1300860"/>
              <a:gd name="connsiteX2" fmla="*/ 2476033 w 2481347"/>
              <a:gd name="connsiteY2" fmla="*/ 216814 h 1300860"/>
              <a:gd name="connsiteX3" fmla="*/ 2476033 w 2481347"/>
              <a:gd name="connsiteY3" fmla="*/ 1300860 h 1300860"/>
              <a:gd name="connsiteX4" fmla="*/ 2476033 w 2481347"/>
              <a:gd name="connsiteY4" fmla="*/ 1300860 h 1300860"/>
              <a:gd name="connsiteX5" fmla="*/ 0 w 2481347"/>
              <a:gd name="connsiteY5" fmla="*/ 1300860 h 1300860"/>
              <a:gd name="connsiteX6" fmla="*/ 0 w 2481347"/>
              <a:gd name="connsiteY6" fmla="*/ 1300860 h 1300860"/>
              <a:gd name="connsiteX7" fmla="*/ 0 w 2481347"/>
              <a:gd name="connsiteY7" fmla="*/ 216814 h 1300860"/>
              <a:gd name="connsiteX8" fmla="*/ 216814 w 2481347"/>
              <a:gd name="connsiteY8" fmla="*/ 0 h 1300860"/>
              <a:gd name="connsiteX0" fmla="*/ 216814 w 2494437"/>
              <a:gd name="connsiteY0" fmla="*/ 0 h 1300860"/>
              <a:gd name="connsiteX1" fmla="*/ 2422771 w 2494437"/>
              <a:gd name="connsiteY1" fmla="*/ 0 h 1300860"/>
              <a:gd name="connsiteX2" fmla="*/ 2476033 w 2494437"/>
              <a:gd name="connsiteY2" fmla="*/ 216814 h 1300860"/>
              <a:gd name="connsiteX3" fmla="*/ 2476033 w 2494437"/>
              <a:gd name="connsiteY3" fmla="*/ 1300860 h 1300860"/>
              <a:gd name="connsiteX4" fmla="*/ 2476033 w 2494437"/>
              <a:gd name="connsiteY4" fmla="*/ 1300860 h 1300860"/>
              <a:gd name="connsiteX5" fmla="*/ 0 w 2494437"/>
              <a:gd name="connsiteY5" fmla="*/ 1300860 h 1300860"/>
              <a:gd name="connsiteX6" fmla="*/ 0 w 2494437"/>
              <a:gd name="connsiteY6" fmla="*/ 1300860 h 1300860"/>
              <a:gd name="connsiteX7" fmla="*/ 0 w 2494437"/>
              <a:gd name="connsiteY7" fmla="*/ 216814 h 1300860"/>
              <a:gd name="connsiteX8" fmla="*/ 216814 w 2494437"/>
              <a:gd name="connsiteY8" fmla="*/ 0 h 1300860"/>
              <a:gd name="connsiteX0" fmla="*/ 216814 w 2476282"/>
              <a:gd name="connsiteY0" fmla="*/ 373 h 1301233"/>
              <a:gd name="connsiteX1" fmla="*/ 2422771 w 2476282"/>
              <a:gd name="connsiteY1" fmla="*/ 373 h 1301233"/>
              <a:gd name="connsiteX2" fmla="*/ 2476033 w 2476282"/>
              <a:gd name="connsiteY2" fmla="*/ 217187 h 1301233"/>
              <a:gd name="connsiteX3" fmla="*/ 2476033 w 2476282"/>
              <a:gd name="connsiteY3" fmla="*/ 1301233 h 1301233"/>
              <a:gd name="connsiteX4" fmla="*/ 2476033 w 2476282"/>
              <a:gd name="connsiteY4" fmla="*/ 1301233 h 1301233"/>
              <a:gd name="connsiteX5" fmla="*/ 0 w 2476282"/>
              <a:gd name="connsiteY5" fmla="*/ 1301233 h 1301233"/>
              <a:gd name="connsiteX6" fmla="*/ 0 w 2476282"/>
              <a:gd name="connsiteY6" fmla="*/ 1301233 h 1301233"/>
              <a:gd name="connsiteX7" fmla="*/ 0 w 2476282"/>
              <a:gd name="connsiteY7" fmla="*/ 217187 h 1301233"/>
              <a:gd name="connsiteX8" fmla="*/ 216814 w 2476282"/>
              <a:gd name="connsiteY8" fmla="*/ 373 h 1301233"/>
              <a:gd name="connsiteX0" fmla="*/ 216814 w 2479902"/>
              <a:gd name="connsiteY0" fmla="*/ 7784 h 1308644"/>
              <a:gd name="connsiteX1" fmla="*/ 2437639 w 2479902"/>
              <a:gd name="connsiteY1" fmla="*/ 350 h 1308644"/>
              <a:gd name="connsiteX2" fmla="*/ 2476033 w 2479902"/>
              <a:gd name="connsiteY2" fmla="*/ 224598 h 1308644"/>
              <a:gd name="connsiteX3" fmla="*/ 2476033 w 2479902"/>
              <a:gd name="connsiteY3" fmla="*/ 1308644 h 1308644"/>
              <a:gd name="connsiteX4" fmla="*/ 2476033 w 2479902"/>
              <a:gd name="connsiteY4" fmla="*/ 1308644 h 1308644"/>
              <a:gd name="connsiteX5" fmla="*/ 0 w 2479902"/>
              <a:gd name="connsiteY5" fmla="*/ 1308644 h 1308644"/>
              <a:gd name="connsiteX6" fmla="*/ 0 w 2479902"/>
              <a:gd name="connsiteY6" fmla="*/ 1308644 h 1308644"/>
              <a:gd name="connsiteX7" fmla="*/ 0 w 2479902"/>
              <a:gd name="connsiteY7" fmla="*/ 224598 h 1308644"/>
              <a:gd name="connsiteX8" fmla="*/ 216814 w 2479902"/>
              <a:gd name="connsiteY8" fmla="*/ 7784 h 1308644"/>
              <a:gd name="connsiteX0" fmla="*/ 216814 w 2476422"/>
              <a:gd name="connsiteY0" fmla="*/ 7434 h 1308294"/>
              <a:gd name="connsiteX1" fmla="*/ 2437639 w 2476422"/>
              <a:gd name="connsiteY1" fmla="*/ 0 h 1308294"/>
              <a:gd name="connsiteX2" fmla="*/ 2476033 w 2476422"/>
              <a:gd name="connsiteY2" fmla="*/ 224248 h 1308294"/>
              <a:gd name="connsiteX3" fmla="*/ 2476033 w 2476422"/>
              <a:gd name="connsiteY3" fmla="*/ 1308294 h 1308294"/>
              <a:gd name="connsiteX4" fmla="*/ 2476033 w 2476422"/>
              <a:gd name="connsiteY4" fmla="*/ 1308294 h 1308294"/>
              <a:gd name="connsiteX5" fmla="*/ 0 w 2476422"/>
              <a:gd name="connsiteY5" fmla="*/ 1308294 h 1308294"/>
              <a:gd name="connsiteX6" fmla="*/ 0 w 2476422"/>
              <a:gd name="connsiteY6" fmla="*/ 1308294 h 1308294"/>
              <a:gd name="connsiteX7" fmla="*/ 0 w 2476422"/>
              <a:gd name="connsiteY7" fmla="*/ 224248 h 1308294"/>
              <a:gd name="connsiteX8" fmla="*/ 216814 w 2476422"/>
              <a:gd name="connsiteY8" fmla="*/ 7434 h 1308294"/>
              <a:gd name="connsiteX0" fmla="*/ 216814 w 2481301"/>
              <a:gd name="connsiteY0" fmla="*/ 7434 h 1308294"/>
              <a:gd name="connsiteX1" fmla="*/ 2452508 w 2481301"/>
              <a:gd name="connsiteY1" fmla="*/ 0 h 1308294"/>
              <a:gd name="connsiteX2" fmla="*/ 2476033 w 2481301"/>
              <a:gd name="connsiteY2" fmla="*/ 224248 h 1308294"/>
              <a:gd name="connsiteX3" fmla="*/ 2476033 w 2481301"/>
              <a:gd name="connsiteY3" fmla="*/ 1308294 h 1308294"/>
              <a:gd name="connsiteX4" fmla="*/ 2476033 w 2481301"/>
              <a:gd name="connsiteY4" fmla="*/ 1308294 h 1308294"/>
              <a:gd name="connsiteX5" fmla="*/ 0 w 2481301"/>
              <a:gd name="connsiteY5" fmla="*/ 1308294 h 1308294"/>
              <a:gd name="connsiteX6" fmla="*/ 0 w 2481301"/>
              <a:gd name="connsiteY6" fmla="*/ 1308294 h 1308294"/>
              <a:gd name="connsiteX7" fmla="*/ 0 w 2481301"/>
              <a:gd name="connsiteY7" fmla="*/ 224248 h 1308294"/>
              <a:gd name="connsiteX8" fmla="*/ 216814 w 2481301"/>
              <a:gd name="connsiteY8" fmla="*/ 7434 h 1308294"/>
              <a:gd name="connsiteX0" fmla="*/ 216814 w 2478670"/>
              <a:gd name="connsiteY0" fmla="*/ 7434 h 1308294"/>
              <a:gd name="connsiteX1" fmla="*/ 2452508 w 2478670"/>
              <a:gd name="connsiteY1" fmla="*/ 0 h 1308294"/>
              <a:gd name="connsiteX2" fmla="*/ 2476033 w 2478670"/>
              <a:gd name="connsiteY2" fmla="*/ 224248 h 1308294"/>
              <a:gd name="connsiteX3" fmla="*/ 2476033 w 2478670"/>
              <a:gd name="connsiteY3" fmla="*/ 1308294 h 1308294"/>
              <a:gd name="connsiteX4" fmla="*/ 2476033 w 2478670"/>
              <a:gd name="connsiteY4" fmla="*/ 1308294 h 1308294"/>
              <a:gd name="connsiteX5" fmla="*/ 0 w 2478670"/>
              <a:gd name="connsiteY5" fmla="*/ 1308294 h 1308294"/>
              <a:gd name="connsiteX6" fmla="*/ 0 w 2478670"/>
              <a:gd name="connsiteY6" fmla="*/ 1308294 h 1308294"/>
              <a:gd name="connsiteX7" fmla="*/ 0 w 2478670"/>
              <a:gd name="connsiteY7" fmla="*/ 224248 h 1308294"/>
              <a:gd name="connsiteX8" fmla="*/ 216814 w 2478670"/>
              <a:gd name="connsiteY8" fmla="*/ 7434 h 1308294"/>
              <a:gd name="connsiteX0" fmla="*/ 216814 w 2478670"/>
              <a:gd name="connsiteY0" fmla="*/ 7464 h 1308324"/>
              <a:gd name="connsiteX1" fmla="*/ 2452508 w 2478670"/>
              <a:gd name="connsiteY1" fmla="*/ 30 h 1308324"/>
              <a:gd name="connsiteX2" fmla="*/ 2476033 w 2478670"/>
              <a:gd name="connsiteY2" fmla="*/ 224278 h 1308324"/>
              <a:gd name="connsiteX3" fmla="*/ 2476033 w 2478670"/>
              <a:gd name="connsiteY3" fmla="*/ 1308324 h 1308324"/>
              <a:gd name="connsiteX4" fmla="*/ 2476033 w 2478670"/>
              <a:gd name="connsiteY4" fmla="*/ 1308324 h 1308324"/>
              <a:gd name="connsiteX5" fmla="*/ 0 w 2478670"/>
              <a:gd name="connsiteY5" fmla="*/ 1308324 h 1308324"/>
              <a:gd name="connsiteX6" fmla="*/ 0 w 2478670"/>
              <a:gd name="connsiteY6" fmla="*/ 1308324 h 1308324"/>
              <a:gd name="connsiteX7" fmla="*/ 0 w 2478670"/>
              <a:gd name="connsiteY7" fmla="*/ 224278 h 1308324"/>
              <a:gd name="connsiteX8" fmla="*/ 216814 w 2478670"/>
              <a:gd name="connsiteY8" fmla="*/ 7464 h 1308324"/>
              <a:gd name="connsiteX0" fmla="*/ 216814 w 2476247"/>
              <a:gd name="connsiteY0" fmla="*/ 8703 h 1309563"/>
              <a:gd name="connsiteX1" fmla="*/ 2452508 w 2476247"/>
              <a:gd name="connsiteY1" fmla="*/ 1269 h 1309563"/>
              <a:gd name="connsiteX2" fmla="*/ 2476033 w 2476247"/>
              <a:gd name="connsiteY2" fmla="*/ 225517 h 1309563"/>
              <a:gd name="connsiteX3" fmla="*/ 2476033 w 2476247"/>
              <a:gd name="connsiteY3" fmla="*/ 1309563 h 1309563"/>
              <a:gd name="connsiteX4" fmla="*/ 2476033 w 2476247"/>
              <a:gd name="connsiteY4" fmla="*/ 1309563 h 1309563"/>
              <a:gd name="connsiteX5" fmla="*/ 0 w 2476247"/>
              <a:gd name="connsiteY5" fmla="*/ 1309563 h 1309563"/>
              <a:gd name="connsiteX6" fmla="*/ 0 w 2476247"/>
              <a:gd name="connsiteY6" fmla="*/ 1309563 h 1309563"/>
              <a:gd name="connsiteX7" fmla="*/ 0 w 2476247"/>
              <a:gd name="connsiteY7" fmla="*/ 225517 h 1309563"/>
              <a:gd name="connsiteX8" fmla="*/ 216814 w 2476247"/>
              <a:gd name="connsiteY8" fmla="*/ 8703 h 1309563"/>
              <a:gd name="connsiteX0" fmla="*/ 216814 w 2476247"/>
              <a:gd name="connsiteY0" fmla="*/ 9486 h 1310346"/>
              <a:gd name="connsiteX1" fmla="*/ 2452508 w 2476247"/>
              <a:gd name="connsiteY1" fmla="*/ 2052 h 1310346"/>
              <a:gd name="connsiteX2" fmla="*/ 2476033 w 2476247"/>
              <a:gd name="connsiteY2" fmla="*/ 226300 h 1310346"/>
              <a:gd name="connsiteX3" fmla="*/ 2476033 w 2476247"/>
              <a:gd name="connsiteY3" fmla="*/ 1310346 h 1310346"/>
              <a:gd name="connsiteX4" fmla="*/ 2476033 w 2476247"/>
              <a:gd name="connsiteY4" fmla="*/ 1310346 h 1310346"/>
              <a:gd name="connsiteX5" fmla="*/ 0 w 2476247"/>
              <a:gd name="connsiteY5" fmla="*/ 1310346 h 1310346"/>
              <a:gd name="connsiteX6" fmla="*/ 0 w 2476247"/>
              <a:gd name="connsiteY6" fmla="*/ 1310346 h 1310346"/>
              <a:gd name="connsiteX7" fmla="*/ 0 w 2476247"/>
              <a:gd name="connsiteY7" fmla="*/ 226300 h 1310346"/>
              <a:gd name="connsiteX8" fmla="*/ 216814 w 2476247"/>
              <a:gd name="connsiteY8" fmla="*/ 9486 h 1310346"/>
              <a:gd name="connsiteX0" fmla="*/ 216814 w 2477495"/>
              <a:gd name="connsiteY0" fmla="*/ 9486 h 1310346"/>
              <a:gd name="connsiteX1" fmla="*/ 2457588 w 2477495"/>
              <a:gd name="connsiteY1" fmla="*/ 2052 h 1310346"/>
              <a:gd name="connsiteX2" fmla="*/ 2476033 w 2477495"/>
              <a:gd name="connsiteY2" fmla="*/ 226300 h 1310346"/>
              <a:gd name="connsiteX3" fmla="*/ 2476033 w 2477495"/>
              <a:gd name="connsiteY3" fmla="*/ 1310346 h 1310346"/>
              <a:gd name="connsiteX4" fmla="*/ 2476033 w 2477495"/>
              <a:gd name="connsiteY4" fmla="*/ 1310346 h 1310346"/>
              <a:gd name="connsiteX5" fmla="*/ 0 w 2477495"/>
              <a:gd name="connsiteY5" fmla="*/ 1310346 h 1310346"/>
              <a:gd name="connsiteX6" fmla="*/ 0 w 2477495"/>
              <a:gd name="connsiteY6" fmla="*/ 1310346 h 1310346"/>
              <a:gd name="connsiteX7" fmla="*/ 0 w 2477495"/>
              <a:gd name="connsiteY7" fmla="*/ 226300 h 1310346"/>
              <a:gd name="connsiteX8" fmla="*/ 216814 w 2477495"/>
              <a:gd name="connsiteY8" fmla="*/ 9486 h 1310346"/>
              <a:gd name="connsiteX0" fmla="*/ 216814 w 2477495"/>
              <a:gd name="connsiteY0" fmla="*/ 9486 h 1310346"/>
              <a:gd name="connsiteX1" fmla="*/ 2457588 w 2477495"/>
              <a:gd name="connsiteY1" fmla="*/ 2052 h 1310346"/>
              <a:gd name="connsiteX2" fmla="*/ 2476033 w 2477495"/>
              <a:gd name="connsiteY2" fmla="*/ 226300 h 1310346"/>
              <a:gd name="connsiteX3" fmla="*/ 2476033 w 2477495"/>
              <a:gd name="connsiteY3" fmla="*/ 1310346 h 1310346"/>
              <a:gd name="connsiteX4" fmla="*/ 2476033 w 2477495"/>
              <a:gd name="connsiteY4" fmla="*/ 1310346 h 1310346"/>
              <a:gd name="connsiteX5" fmla="*/ 0 w 2477495"/>
              <a:gd name="connsiteY5" fmla="*/ 1310346 h 1310346"/>
              <a:gd name="connsiteX6" fmla="*/ 0 w 2477495"/>
              <a:gd name="connsiteY6" fmla="*/ 1310346 h 1310346"/>
              <a:gd name="connsiteX7" fmla="*/ 0 w 2477495"/>
              <a:gd name="connsiteY7" fmla="*/ 226300 h 1310346"/>
              <a:gd name="connsiteX8" fmla="*/ 216814 w 2477495"/>
              <a:gd name="connsiteY8" fmla="*/ 9486 h 1310346"/>
              <a:gd name="connsiteX0" fmla="*/ 216814 w 2489716"/>
              <a:gd name="connsiteY0" fmla="*/ 9486 h 1310346"/>
              <a:gd name="connsiteX1" fmla="*/ 2477908 w 2489716"/>
              <a:gd name="connsiteY1" fmla="*/ 2052 h 1310346"/>
              <a:gd name="connsiteX2" fmla="*/ 2476033 w 2489716"/>
              <a:gd name="connsiteY2" fmla="*/ 226300 h 1310346"/>
              <a:gd name="connsiteX3" fmla="*/ 2476033 w 2489716"/>
              <a:gd name="connsiteY3" fmla="*/ 1310346 h 1310346"/>
              <a:gd name="connsiteX4" fmla="*/ 2476033 w 2489716"/>
              <a:gd name="connsiteY4" fmla="*/ 1310346 h 1310346"/>
              <a:gd name="connsiteX5" fmla="*/ 0 w 2489716"/>
              <a:gd name="connsiteY5" fmla="*/ 1310346 h 1310346"/>
              <a:gd name="connsiteX6" fmla="*/ 0 w 2489716"/>
              <a:gd name="connsiteY6" fmla="*/ 1310346 h 1310346"/>
              <a:gd name="connsiteX7" fmla="*/ 0 w 2489716"/>
              <a:gd name="connsiteY7" fmla="*/ 226300 h 1310346"/>
              <a:gd name="connsiteX8" fmla="*/ 216814 w 2489716"/>
              <a:gd name="connsiteY8" fmla="*/ 9486 h 1310346"/>
              <a:gd name="connsiteX0" fmla="*/ 216814 w 2491073"/>
              <a:gd name="connsiteY0" fmla="*/ 108563 h 1409423"/>
              <a:gd name="connsiteX1" fmla="*/ 2477908 w 2491073"/>
              <a:gd name="connsiteY1" fmla="*/ 101129 h 1409423"/>
              <a:gd name="connsiteX2" fmla="*/ 2481113 w 2491073"/>
              <a:gd name="connsiteY2" fmla="*/ 104397 h 1409423"/>
              <a:gd name="connsiteX3" fmla="*/ 2476033 w 2491073"/>
              <a:gd name="connsiteY3" fmla="*/ 1409423 h 1409423"/>
              <a:gd name="connsiteX4" fmla="*/ 2476033 w 2491073"/>
              <a:gd name="connsiteY4" fmla="*/ 1409423 h 1409423"/>
              <a:gd name="connsiteX5" fmla="*/ 0 w 2491073"/>
              <a:gd name="connsiteY5" fmla="*/ 1409423 h 1409423"/>
              <a:gd name="connsiteX6" fmla="*/ 0 w 2491073"/>
              <a:gd name="connsiteY6" fmla="*/ 1409423 h 1409423"/>
              <a:gd name="connsiteX7" fmla="*/ 0 w 2491073"/>
              <a:gd name="connsiteY7" fmla="*/ 325377 h 1409423"/>
              <a:gd name="connsiteX8" fmla="*/ 216814 w 2491073"/>
              <a:gd name="connsiteY8" fmla="*/ 108563 h 1409423"/>
              <a:gd name="connsiteX0" fmla="*/ 216814 w 2490460"/>
              <a:gd name="connsiteY0" fmla="*/ 9923 h 1310783"/>
              <a:gd name="connsiteX1" fmla="*/ 2477908 w 2490460"/>
              <a:gd name="connsiteY1" fmla="*/ 2489 h 1310783"/>
              <a:gd name="connsiteX2" fmla="*/ 2481113 w 2490460"/>
              <a:gd name="connsiteY2" fmla="*/ 5757 h 1310783"/>
              <a:gd name="connsiteX3" fmla="*/ 2476033 w 2490460"/>
              <a:gd name="connsiteY3" fmla="*/ 1310783 h 1310783"/>
              <a:gd name="connsiteX4" fmla="*/ 2476033 w 2490460"/>
              <a:gd name="connsiteY4" fmla="*/ 1310783 h 1310783"/>
              <a:gd name="connsiteX5" fmla="*/ 0 w 2490460"/>
              <a:gd name="connsiteY5" fmla="*/ 1310783 h 1310783"/>
              <a:gd name="connsiteX6" fmla="*/ 0 w 2490460"/>
              <a:gd name="connsiteY6" fmla="*/ 1310783 h 1310783"/>
              <a:gd name="connsiteX7" fmla="*/ 0 w 2490460"/>
              <a:gd name="connsiteY7" fmla="*/ 226737 h 1310783"/>
              <a:gd name="connsiteX8" fmla="*/ 216814 w 2490460"/>
              <a:gd name="connsiteY8" fmla="*/ 9923 h 1310783"/>
              <a:gd name="connsiteX0" fmla="*/ 216814 w 2491197"/>
              <a:gd name="connsiteY0" fmla="*/ 9619 h 1310479"/>
              <a:gd name="connsiteX1" fmla="*/ 2477908 w 2491197"/>
              <a:gd name="connsiteY1" fmla="*/ 2185 h 1310479"/>
              <a:gd name="connsiteX2" fmla="*/ 2483653 w 2491197"/>
              <a:gd name="connsiteY2" fmla="*/ 7993 h 1310479"/>
              <a:gd name="connsiteX3" fmla="*/ 2476033 w 2491197"/>
              <a:gd name="connsiteY3" fmla="*/ 1310479 h 1310479"/>
              <a:gd name="connsiteX4" fmla="*/ 2476033 w 2491197"/>
              <a:gd name="connsiteY4" fmla="*/ 1310479 h 1310479"/>
              <a:gd name="connsiteX5" fmla="*/ 0 w 2491197"/>
              <a:gd name="connsiteY5" fmla="*/ 1310479 h 1310479"/>
              <a:gd name="connsiteX6" fmla="*/ 0 w 2491197"/>
              <a:gd name="connsiteY6" fmla="*/ 1310479 h 1310479"/>
              <a:gd name="connsiteX7" fmla="*/ 0 w 2491197"/>
              <a:gd name="connsiteY7" fmla="*/ 226433 h 1310479"/>
              <a:gd name="connsiteX8" fmla="*/ 216814 w 2491197"/>
              <a:gd name="connsiteY8" fmla="*/ 9619 h 1310479"/>
              <a:gd name="connsiteX0" fmla="*/ 216814 w 2489800"/>
              <a:gd name="connsiteY0" fmla="*/ 11786 h 1312646"/>
              <a:gd name="connsiteX1" fmla="*/ 2477908 w 2489800"/>
              <a:gd name="connsiteY1" fmla="*/ 4352 h 1312646"/>
              <a:gd name="connsiteX2" fmla="*/ 2478573 w 2489800"/>
              <a:gd name="connsiteY2" fmla="*/ 0 h 1312646"/>
              <a:gd name="connsiteX3" fmla="*/ 2476033 w 2489800"/>
              <a:gd name="connsiteY3" fmla="*/ 1312646 h 1312646"/>
              <a:gd name="connsiteX4" fmla="*/ 2476033 w 2489800"/>
              <a:gd name="connsiteY4" fmla="*/ 1312646 h 1312646"/>
              <a:gd name="connsiteX5" fmla="*/ 0 w 2489800"/>
              <a:gd name="connsiteY5" fmla="*/ 1312646 h 1312646"/>
              <a:gd name="connsiteX6" fmla="*/ 0 w 2489800"/>
              <a:gd name="connsiteY6" fmla="*/ 1312646 h 1312646"/>
              <a:gd name="connsiteX7" fmla="*/ 0 w 2489800"/>
              <a:gd name="connsiteY7" fmla="*/ 228600 h 1312646"/>
              <a:gd name="connsiteX8" fmla="*/ 216814 w 2489800"/>
              <a:gd name="connsiteY8" fmla="*/ 11786 h 1312646"/>
              <a:gd name="connsiteX0" fmla="*/ 216814 w 2489800"/>
              <a:gd name="connsiteY0" fmla="*/ 10326 h 1311186"/>
              <a:gd name="connsiteX1" fmla="*/ 2477908 w 2489800"/>
              <a:gd name="connsiteY1" fmla="*/ 2892 h 1311186"/>
              <a:gd name="connsiteX2" fmla="*/ 2478573 w 2489800"/>
              <a:gd name="connsiteY2" fmla="*/ 3620 h 1311186"/>
              <a:gd name="connsiteX3" fmla="*/ 2476033 w 2489800"/>
              <a:gd name="connsiteY3" fmla="*/ 1311186 h 1311186"/>
              <a:gd name="connsiteX4" fmla="*/ 2476033 w 2489800"/>
              <a:gd name="connsiteY4" fmla="*/ 1311186 h 1311186"/>
              <a:gd name="connsiteX5" fmla="*/ 0 w 2489800"/>
              <a:gd name="connsiteY5" fmla="*/ 1311186 h 1311186"/>
              <a:gd name="connsiteX6" fmla="*/ 0 w 2489800"/>
              <a:gd name="connsiteY6" fmla="*/ 1311186 h 1311186"/>
              <a:gd name="connsiteX7" fmla="*/ 0 w 2489800"/>
              <a:gd name="connsiteY7" fmla="*/ 227140 h 1311186"/>
              <a:gd name="connsiteX8" fmla="*/ 216814 w 2489800"/>
              <a:gd name="connsiteY8" fmla="*/ 10326 h 1311186"/>
              <a:gd name="connsiteX0" fmla="*/ 216814 w 2489800"/>
              <a:gd name="connsiteY0" fmla="*/ 10326 h 1311186"/>
              <a:gd name="connsiteX1" fmla="*/ 1994895 w 2489800"/>
              <a:gd name="connsiteY1" fmla="*/ 6210 h 1311186"/>
              <a:gd name="connsiteX2" fmla="*/ 2477908 w 2489800"/>
              <a:gd name="connsiteY2" fmla="*/ 2892 h 1311186"/>
              <a:gd name="connsiteX3" fmla="*/ 2478573 w 2489800"/>
              <a:gd name="connsiteY3" fmla="*/ 3620 h 1311186"/>
              <a:gd name="connsiteX4" fmla="*/ 2476033 w 2489800"/>
              <a:gd name="connsiteY4" fmla="*/ 1311186 h 1311186"/>
              <a:gd name="connsiteX5" fmla="*/ 2476033 w 2489800"/>
              <a:gd name="connsiteY5" fmla="*/ 1311186 h 1311186"/>
              <a:gd name="connsiteX6" fmla="*/ 0 w 2489800"/>
              <a:gd name="connsiteY6" fmla="*/ 1311186 h 1311186"/>
              <a:gd name="connsiteX7" fmla="*/ 0 w 2489800"/>
              <a:gd name="connsiteY7" fmla="*/ 1311186 h 1311186"/>
              <a:gd name="connsiteX8" fmla="*/ 0 w 2489800"/>
              <a:gd name="connsiteY8" fmla="*/ 227140 h 1311186"/>
              <a:gd name="connsiteX9" fmla="*/ 216814 w 2489800"/>
              <a:gd name="connsiteY9" fmla="*/ 10326 h 1311186"/>
              <a:gd name="connsiteX0" fmla="*/ 216814 w 2489800"/>
              <a:gd name="connsiteY0" fmla="*/ 10326 h 1311186"/>
              <a:gd name="connsiteX1" fmla="*/ 2477908 w 2489800"/>
              <a:gd name="connsiteY1" fmla="*/ 2892 h 1311186"/>
              <a:gd name="connsiteX2" fmla="*/ 2478573 w 2489800"/>
              <a:gd name="connsiteY2" fmla="*/ 3620 h 1311186"/>
              <a:gd name="connsiteX3" fmla="*/ 2476033 w 2489800"/>
              <a:gd name="connsiteY3" fmla="*/ 1311186 h 1311186"/>
              <a:gd name="connsiteX4" fmla="*/ 2476033 w 2489800"/>
              <a:gd name="connsiteY4" fmla="*/ 1311186 h 1311186"/>
              <a:gd name="connsiteX5" fmla="*/ 0 w 2489800"/>
              <a:gd name="connsiteY5" fmla="*/ 1311186 h 1311186"/>
              <a:gd name="connsiteX6" fmla="*/ 0 w 2489800"/>
              <a:gd name="connsiteY6" fmla="*/ 1311186 h 1311186"/>
              <a:gd name="connsiteX7" fmla="*/ 0 w 2489800"/>
              <a:gd name="connsiteY7" fmla="*/ 227140 h 1311186"/>
              <a:gd name="connsiteX8" fmla="*/ 216814 w 2489800"/>
              <a:gd name="connsiteY8" fmla="*/ 10326 h 1311186"/>
              <a:gd name="connsiteX0" fmla="*/ 216814 w 2644841"/>
              <a:gd name="connsiteY0" fmla="*/ 7434 h 1308294"/>
              <a:gd name="connsiteX1" fmla="*/ 2477908 w 2644841"/>
              <a:gd name="connsiteY1" fmla="*/ 0 h 1308294"/>
              <a:gd name="connsiteX2" fmla="*/ 2476033 w 2644841"/>
              <a:gd name="connsiteY2" fmla="*/ 1308294 h 1308294"/>
              <a:gd name="connsiteX3" fmla="*/ 2476033 w 2644841"/>
              <a:gd name="connsiteY3" fmla="*/ 1308294 h 1308294"/>
              <a:gd name="connsiteX4" fmla="*/ 0 w 2644841"/>
              <a:gd name="connsiteY4" fmla="*/ 1308294 h 1308294"/>
              <a:gd name="connsiteX5" fmla="*/ 0 w 2644841"/>
              <a:gd name="connsiteY5" fmla="*/ 1308294 h 1308294"/>
              <a:gd name="connsiteX6" fmla="*/ 0 w 2644841"/>
              <a:gd name="connsiteY6" fmla="*/ 224248 h 1308294"/>
              <a:gd name="connsiteX7" fmla="*/ 216814 w 2644841"/>
              <a:gd name="connsiteY7" fmla="*/ 7434 h 1308294"/>
              <a:gd name="connsiteX0" fmla="*/ 216814 w 2477908"/>
              <a:gd name="connsiteY0" fmla="*/ 7434 h 1308294"/>
              <a:gd name="connsiteX1" fmla="*/ 2477908 w 2477908"/>
              <a:gd name="connsiteY1" fmla="*/ 0 h 1308294"/>
              <a:gd name="connsiteX2" fmla="*/ 2476033 w 2477908"/>
              <a:gd name="connsiteY2" fmla="*/ 1308294 h 1308294"/>
              <a:gd name="connsiteX3" fmla="*/ 2476033 w 2477908"/>
              <a:gd name="connsiteY3" fmla="*/ 1308294 h 1308294"/>
              <a:gd name="connsiteX4" fmla="*/ 0 w 2477908"/>
              <a:gd name="connsiteY4" fmla="*/ 1308294 h 1308294"/>
              <a:gd name="connsiteX5" fmla="*/ 0 w 2477908"/>
              <a:gd name="connsiteY5" fmla="*/ 1308294 h 1308294"/>
              <a:gd name="connsiteX6" fmla="*/ 0 w 2477908"/>
              <a:gd name="connsiteY6" fmla="*/ 224248 h 1308294"/>
              <a:gd name="connsiteX7" fmla="*/ 216814 w 2477908"/>
              <a:gd name="connsiteY7" fmla="*/ 7434 h 1308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77908" h="1308294">
                <a:moveTo>
                  <a:pt x="216814" y="7434"/>
                </a:moveTo>
                <a:lnTo>
                  <a:pt x="2477908" y="0"/>
                </a:lnTo>
                <a:cubicBezTo>
                  <a:pt x="2473444" y="1309010"/>
                  <a:pt x="2476345" y="1090245"/>
                  <a:pt x="2476033" y="1308294"/>
                </a:cubicBezTo>
                <a:lnTo>
                  <a:pt x="2476033" y="1308294"/>
                </a:lnTo>
                <a:lnTo>
                  <a:pt x="0" y="1308294"/>
                </a:lnTo>
                <a:lnTo>
                  <a:pt x="0" y="1308294"/>
                </a:lnTo>
                <a:lnTo>
                  <a:pt x="0" y="224248"/>
                </a:lnTo>
                <a:cubicBezTo>
                  <a:pt x="0" y="104505"/>
                  <a:pt x="97071" y="7434"/>
                  <a:pt x="216814" y="7434"/>
                </a:cubicBez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231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fographic_P000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08001" y="901143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 dirty="0"/>
              <a:t>CLICK TO EDITE SUBTITLE</a:t>
            </a:r>
          </a:p>
        </p:txBody>
      </p:sp>
      <p:sp>
        <p:nvSpPr>
          <p:cNvPr id="26" name="Title 2"/>
          <p:cNvSpPr>
            <a:spLocks noGrp="1"/>
          </p:cNvSpPr>
          <p:nvPr>
            <p:ph type="title"/>
          </p:nvPr>
        </p:nvSpPr>
        <p:spPr>
          <a:xfrm>
            <a:off x="508001" y="177801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37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65482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bg1">
                <a:lumMod val="95000"/>
              </a:schemeClr>
            </a:gs>
          </a:gsLst>
          <a:lin ang="6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47CEEED-88C7-3740-954A-52C47706C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18CC4F6-18A3-D742-95D2-2027B4F25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4A09C1-CEEB-5D41-8E29-BE7E95659F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A9931D-5C47-D347-BE90-B26453E539BE}" type="datetimeFigureOut">
              <a:rPr kumimoji="1" lang="zh-TW" altLang="en-US" smtClean="0"/>
              <a:t>2024/4/26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A333659-7316-694A-8568-88ECE44BD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50E659-63E1-C14D-B1FC-1B943AE62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F1CBBC-053A-A240-92DB-658347C973C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98133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0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529">
          <p15:clr>
            <a:srgbClr val="F26B43"/>
          </p15:clr>
        </p15:guide>
        <p15:guide id="4" pos="7151">
          <p15:clr>
            <a:srgbClr val="F26B43"/>
          </p15:clr>
        </p15:guide>
        <p15:guide id="5" orient="horz" pos="913">
          <p15:clr>
            <a:srgbClr val="F26B43"/>
          </p15:clr>
        </p15:guide>
        <p15:guide id="6" orient="horz" pos="37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svg"/><Relationship Id="rId3" Type="http://schemas.openxmlformats.org/officeDocument/2006/relationships/image" Target="../media/image2.png"/><Relationship Id="rId7" Type="http://schemas.openxmlformats.org/officeDocument/2006/relationships/image" Target="../media/image18.svg"/><Relationship Id="rId12" Type="http://schemas.openxmlformats.org/officeDocument/2006/relationships/image" Target="../media/image23.png"/><Relationship Id="rId17" Type="http://schemas.openxmlformats.org/officeDocument/2006/relationships/image" Target="../media/image28.svg"/><Relationship Id="rId2" Type="http://schemas.openxmlformats.org/officeDocument/2006/relationships/image" Target="../media/image1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5" Type="http://schemas.openxmlformats.org/officeDocument/2006/relationships/image" Target="../media/image2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Relationship Id="rId1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sv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12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5" Type="http://schemas.openxmlformats.org/officeDocument/2006/relationships/image" Target="../media/image4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Relationship Id="rId1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4.png"/><Relationship Id="rId5" Type="http://schemas.openxmlformats.org/officeDocument/2006/relationships/hyperlink" Target="https://justfreeslide.com/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7B2D8"/>
            </a:gs>
            <a:gs pos="100000">
              <a:srgbClr val="F9B233"/>
            </a:gs>
          </a:gsLst>
          <a:lin ang="6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圖片 72">
            <a:extLst>
              <a:ext uri="{FF2B5EF4-FFF2-40B4-BE49-F238E27FC236}">
                <a16:creationId xmlns:a16="http://schemas.microsoft.com/office/drawing/2014/main" id="{45B7A272-E3F8-1E5C-29BB-0E92ED19C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929" y="1459896"/>
            <a:ext cx="502074" cy="502074"/>
          </a:xfrm>
          <a:prstGeom prst="rect">
            <a:avLst/>
          </a:prstGeom>
        </p:spPr>
      </p:pic>
      <p:pic>
        <p:nvPicPr>
          <p:cNvPr id="27" name="圖片 74">
            <a:extLst>
              <a:ext uri="{FF2B5EF4-FFF2-40B4-BE49-F238E27FC236}">
                <a16:creationId xmlns:a16="http://schemas.microsoft.com/office/drawing/2014/main" id="{2ACD5B8E-8BC0-3544-F0D2-A8154F103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148" y="1459896"/>
            <a:ext cx="502074" cy="502074"/>
          </a:xfrm>
          <a:prstGeom prst="rect">
            <a:avLst/>
          </a:prstGeom>
        </p:spPr>
      </p:pic>
      <p:pic>
        <p:nvPicPr>
          <p:cNvPr id="518" name="Graphic 517">
            <a:extLst>
              <a:ext uri="{FF2B5EF4-FFF2-40B4-BE49-F238E27FC236}">
                <a16:creationId xmlns:a16="http://schemas.microsoft.com/office/drawing/2014/main" id="{E01749A8-2DC2-6B76-89F2-863019F117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1380" y="-132666"/>
            <a:ext cx="10287000" cy="6858000"/>
          </a:xfrm>
          <a:prstGeom prst="rect">
            <a:avLst/>
          </a:prstGeom>
        </p:spPr>
      </p:pic>
      <p:sp>
        <p:nvSpPr>
          <p:cNvPr id="722" name="TextBox 721">
            <a:extLst>
              <a:ext uri="{FF2B5EF4-FFF2-40B4-BE49-F238E27FC236}">
                <a16:creationId xmlns:a16="http://schemas.microsoft.com/office/drawing/2014/main" id="{AEE90313-6737-1130-61A0-87F18C49BD65}"/>
              </a:ext>
            </a:extLst>
          </p:cNvPr>
          <p:cNvSpPr txBox="1"/>
          <p:nvPr/>
        </p:nvSpPr>
        <p:spPr>
          <a:xfrm>
            <a:off x="857920" y="2043974"/>
            <a:ext cx="50068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  <a:latin typeface="Agency FB" panose="020B0503020202020204" pitchFamily="34" charset="0"/>
              </a:rPr>
              <a:t>Cyber Security </a:t>
            </a:r>
            <a:r>
              <a:rPr lang="en-US" sz="7200" dirty="0">
                <a:solidFill>
                  <a:schemeClr val="bg1"/>
                </a:solidFill>
                <a:latin typeface="Agency FB" panose="020B0503020202020204" pitchFamily="34" charset="0"/>
              </a:rPr>
              <a:t>Presentation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047CBFA-C393-EAF6-6A21-B6A4962ED455}"/>
              </a:ext>
            </a:extLst>
          </p:cNvPr>
          <p:cNvSpPr/>
          <p:nvPr/>
        </p:nvSpPr>
        <p:spPr>
          <a:xfrm>
            <a:off x="983438" y="4417579"/>
            <a:ext cx="1407404" cy="248997"/>
          </a:xfrm>
          <a:prstGeom prst="roundRect">
            <a:avLst/>
          </a:prstGeom>
          <a:solidFill>
            <a:srgbClr val="BA1C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52110942-CD16-76F0-0FF7-D2BF76778916}"/>
              </a:ext>
            </a:extLst>
          </p:cNvPr>
          <p:cNvSpPr txBox="1">
            <a:spLocks/>
          </p:cNvSpPr>
          <p:nvPr/>
        </p:nvSpPr>
        <p:spPr>
          <a:xfrm>
            <a:off x="914148" y="5010746"/>
            <a:ext cx="4599315" cy="42935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2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j-lt"/>
                <a:cs typeface="+mn-ea"/>
                <a:sym typeface="+mn-lt"/>
              </a:rPr>
              <a:t>Get more free templates:</a:t>
            </a:r>
            <a:r>
              <a:rPr lang="zh-CN" altLang="en-US" sz="12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j-lt"/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j-lt"/>
                <a:cs typeface="+mn-ea"/>
                <a:sym typeface="+mn-lt"/>
              </a:rPr>
              <a:t>JustFreeSlide.com</a:t>
            </a:r>
            <a:endParaRPr lang="en-US" altLang="zh-TW" sz="1200" dirty="0">
              <a:solidFill>
                <a:schemeClr val="accent3">
                  <a:lumMod val="20000"/>
                  <a:lumOff val="80000"/>
                </a:schemeClr>
              </a:solidFill>
              <a:latin typeface="+mj-lt"/>
              <a:cs typeface="+mn-ea"/>
              <a:sym typeface="+mn-lt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DF4DBF9-E18E-47E4-F92A-3FE70DD1A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8668" y="320334"/>
            <a:ext cx="1693545" cy="313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5EE190-8536-B40F-F934-1805995F6251}"/>
              </a:ext>
            </a:extLst>
          </p:cNvPr>
          <p:cNvSpPr txBox="1"/>
          <p:nvPr/>
        </p:nvSpPr>
        <p:spPr>
          <a:xfrm>
            <a:off x="1080099" y="4403578"/>
            <a:ext cx="1214083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kumimoji="1" lang="en-US" altLang="zh-TW" sz="1200" b="1" dirty="0">
                <a:solidFill>
                  <a:schemeClr val="bg1"/>
                </a:solidFill>
                <a:cs typeface="+mn-ea"/>
                <a:sym typeface="+mn-lt"/>
              </a:rPr>
              <a:t>Free Download</a:t>
            </a:r>
            <a:endParaRPr kumimoji="1" lang="zh-TW" altLang="en-US" sz="12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97337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0D18E0-6985-47E7-E521-4F725CCBB1F4}"/>
              </a:ext>
            </a:extLst>
          </p:cNvPr>
          <p:cNvSpPr txBox="1">
            <a:spLocks/>
          </p:cNvSpPr>
          <p:nvPr/>
        </p:nvSpPr>
        <p:spPr>
          <a:xfrm>
            <a:off x="827441" y="1133886"/>
            <a:ext cx="7837889" cy="2310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Get more free slide templates: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JustFreeSlide.com</a:t>
            </a:r>
            <a:endParaRPr lang="en-US" altLang="zh-TW" sz="16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C5772D-8446-653D-58FD-5840A926C1D1}"/>
              </a:ext>
            </a:extLst>
          </p:cNvPr>
          <p:cNvSpPr txBox="1">
            <a:spLocks/>
          </p:cNvSpPr>
          <p:nvPr/>
        </p:nvSpPr>
        <p:spPr>
          <a:xfrm>
            <a:off x="827441" y="355601"/>
            <a:ext cx="10838377" cy="66051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latin typeface="Agency FB" panose="020B0503020202020204" pitchFamily="34" charset="0"/>
                <a:ea typeface="+mn-ea"/>
                <a:cs typeface="+mn-cs"/>
              </a:rPr>
              <a:t>Types of cyber security</a:t>
            </a:r>
            <a:endParaRPr lang="en-US" sz="4000" b="1" dirty="0">
              <a:latin typeface="Agency FB" panose="020B0503020202020204" pitchFamily="34" charset="0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D99D62E-A006-2AF3-A5FA-B09404714F3C}"/>
              </a:ext>
            </a:extLst>
          </p:cNvPr>
          <p:cNvGrpSpPr/>
          <p:nvPr/>
        </p:nvGrpSpPr>
        <p:grpSpPr>
          <a:xfrm>
            <a:off x="3958310" y="1989948"/>
            <a:ext cx="4576637" cy="4270742"/>
            <a:chOff x="4407668" y="2506451"/>
            <a:chExt cx="4576637" cy="4270742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FA02527-AF38-BB50-763C-D36E5EDDDFAB}"/>
                </a:ext>
              </a:extLst>
            </p:cNvPr>
            <p:cNvSpPr/>
            <p:nvPr/>
          </p:nvSpPr>
          <p:spPr>
            <a:xfrm>
              <a:off x="4407668" y="2506451"/>
              <a:ext cx="3974331" cy="3974331"/>
            </a:xfrm>
            <a:prstGeom prst="ellipse">
              <a:avLst/>
            </a:prstGeom>
            <a:gradFill>
              <a:gsLst>
                <a:gs pos="0">
                  <a:srgbClr val="F9B233"/>
                </a:gs>
                <a:gs pos="100000">
                  <a:srgbClr val="F7B2D8"/>
                </a:gs>
              </a:gsLst>
              <a:lin ang="60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DB508485-3DF1-5D09-B4CF-38BC60C38D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70735" y="2581113"/>
              <a:ext cx="4313570" cy="4196080"/>
            </a:xfrm>
            <a:prstGeom prst="rect">
              <a:avLst/>
            </a:prstGeom>
          </p:spPr>
        </p:pic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B6A5F638-8F73-DA81-AE02-5D52C2C06F66}"/>
              </a:ext>
            </a:extLst>
          </p:cNvPr>
          <p:cNvSpPr/>
          <p:nvPr/>
        </p:nvSpPr>
        <p:spPr>
          <a:xfrm flipH="1">
            <a:off x="325367" y="1809103"/>
            <a:ext cx="3233019" cy="90332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Bef>
                <a:spcPts val="400"/>
              </a:spcBef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gency FB" panose="020B0503020202020204" pitchFamily="34" charset="0"/>
              </a:rPr>
              <a:t>Network security</a:t>
            </a:r>
          </a:p>
          <a:p>
            <a:pPr algn="r">
              <a:lnSpc>
                <a:spcPct val="110000"/>
              </a:lnSpc>
              <a:spcBef>
                <a:spcPts val="400"/>
              </a:spcBef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Lorem ipsum dolor sit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amet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, cons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ectetur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adipis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cing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elit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, sed do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eiusmod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tempor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incididunt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labore et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8832D2-1963-8A6C-D2BD-6ADC6A64D361}"/>
              </a:ext>
            </a:extLst>
          </p:cNvPr>
          <p:cNvSpPr/>
          <p:nvPr/>
        </p:nvSpPr>
        <p:spPr>
          <a:xfrm flipH="1">
            <a:off x="122985" y="3566558"/>
            <a:ext cx="3233019" cy="90332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Bef>
                <a:spcPts val="400"/>
              </a:spcBef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gency FB" panose="020B0503020202020204" pitchFamily="34" charset="0"/>
              </a:rPr>
              <a:t>Application security</a:t>
            </a:r>
          </a:p>
          <a:p>
            <a:pPr algn="r">
              <a:lnSpc>
                <a:spcPct val="110000"/>
              </a:lnSpc>
              <a:spcBef>
                <a:spcPts val="400"/>
              </a:spcBef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Lorem ipsum dolor sit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amet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, cons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ectetur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adipis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cing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elit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, sed do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eiusmod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tempor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incididunt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labore et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87FFD1-90A2-0B5F-4A2C-B9C6663FCC77}"/>
              </a:ext>
            </a:extLst>
          </p:cNvPr>
          <p:cNvSpPr/>
          <p:nvPr/>
        </p:nvSpPr>
        <p:spPr>
          <a:xfrm flipH="1">
            <a:off x="8798014" y="3356106"/>
            <a:ext cx="3233019" cy="90332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gency FB" panose="020B0503020202020204" pitchFamily="34" charset="0"/>
              </a:rPr>
              <a:t>Operational security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Lorem ipsum dolor sit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amet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, cons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ectetur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adipis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cing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elit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, sed do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eiusmod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tempor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incididunt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labore et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D3287F-C00C-3186-5E9B-E0B43F81769B}"/>
              </a:ext>
            </a:extLst>
          </p:cNvPr>
          <p:cNvSpPr/>
          <p:nvPr/>
        </p:nvSpPr>
        <p:spPr>
          <a:xfrm flipH="1">
            <a:off x="8126176" y="1661304"/>
            <a:ext cx="3233019" cy="90332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gency FB" panose="020B0503020202020204" pitchFamily="34" charset="0"/>
              </a:rPr>
              <a:t>Information security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Lorem ipsum dolor sit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amet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, cons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ectetur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adipis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cing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elit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, sed do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eiusmod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tempor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incididunt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labore et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06BFE2-07C6-DE44-3A65-AC5B30D69D9C}"/>
              </a:ext>
            </a:extLst>
          </p:cNvPr>
          <p:cNvSpPr/>
          <p:nvPr/>
        </p:nvSpPr>
        <p:spPr>
          <a:xfrm flipH="1">
            <a:off x="8458063" y="5014626"/>
            <a:ext cx="3233019" cy="120802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gency FB" panose="020B0503020202020204" pitchFamily="34" charset="0"/>
              </a:rPr>
              <a:t>Disaster recovery and business continuity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Lorem ipsum dolor sit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amet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, cons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ectetur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adipis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cing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elit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, sed do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eiusmod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tempor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incididunt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labore et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FB870E8-8B15-6B81-D921-41F2AF8F37A4}"/>
              </a:ext>
            </a:extLst>
          </p:cNvPr>
          <p:cNvSpPr/>
          <p:nvPr/>
        </p:nvSpPr>
        <p:spPr>
          <a:xfrm flipH="1">
            <a:off x="593757" y="5029200"/>
            <a:ext cx="3233019" cy="90332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Bef>
                <a:spcPts val="400"/>
              </a:spcBef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gency FB" panose="020B0503020202020204" pitchFamily="34" charset="0"/>
              </a:rPr>
              <a:t>End-user education</a:t>
            </a:r>
          </a:p>
          <a:p>
            <a:pPr algn="r">
              <a:lnSpc>
                <a:spcPct val="110000"/>
              </a:lnSpc>
              <a:spcBef>
                <a:spcPts val="400"/>
              </a:spcBef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Lorem ipsum dolor sit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amet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, cons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ectetur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adipis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cing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elit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, sed do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eiusmod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tempor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incididunt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labore et</a:t>
            </a: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C2AD6F3B-10BD-794F-F98C-BB6F53AE153D}"/>
              </a:ext>
            </a:extLst>
          </p:cNvPr>
          <p:cNvCxnSpPr>
            <a:cxnSpLocks/>
            <a:stCxn id="19" idx="1"/>
          </p:cNvCxnSpPr>
          <p:nvPr/>
        </p:nvCxnSpPr>
        <p:spPr>
          <a:xfrm>
            <a:off x="3558386" y="2260765"/>
            <a:ext cx="1826414" cy="18779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3D21F4FF-723B-AA25-FDEB-A80EB04BC1AB}"/>
              </a:ext>
            </a:extLst>
          </p:cNvPr>
          <p:cNvCxnSpPr>
            <a:cxnSpLocks/>
            <a:stCxn id="20" idx="1"/>
          </p:cNvCxnSpPr>
          <p:nvPr/>
        </p:nvCxnSpPr>
        <p:spPr>
          <a:xfrm flipV="1">
            <a:off x="3356004" y="3164089"/>
            <a:ext cx="1734156" cy="85413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C4349F35-C6CC-266A-D3BE-86AE97FA3FCE}"/>
              </a:ext>
            </a:extLst>
          </p:cNvPr>
          <p:cNvCxnSpPr>
            <a:cxnSpLocks/>
            <a:stCxn id="28" idx="1"/>
          </p:cNvCxnSpPr>
          <p:nvPr/>
        </p:nvCxnSpPr>
        <p:spPr>
          <a:xfrm flipV="1">
            <a:off x="3826776" y="5151120"/>
            <a:ext cx="1344664" cy="32974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15A76C4B-5690-C24D-0A69-87C168AF63B0}"/>
              </a:ext>
            </a:extLst>
          </p:cNvPr>
          <p:cNvCxnSpPr>
            <a:stCxn id="22" idx="3"/>
          </p:cNvCxnSpPr>
          <p:nvPr/>
        </p:nvCxnSpPr>
        <p:spPr>
          <a:xfrm rot="10800000" flipV="1">
            <a:off x="6766560" y="2112966"/>
            <a:ext cx="1359616" cy="335594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B92256F9-A604-50B3-01E0-E8C66F39FAC8}"/>
              </a:ext>
            </a:extLst>
          </p:cNvPr>
          <p:cNvCxnSpPr>
            <a:stCxn id="21" idx="3"/>
          </p:cNvCxnSpPr>
          <p:nvPr/>
        </p:nvCxnSpPr>
        <p:spPr>
          <a:xfrm rot="10800000" flipV="1">
            <a:off x="7792720" y="3807768"/>
            <a:ext cx="1005294" cy="98775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5B411103-16C9-8810-F043-146A2E86E307}"/>
              </a:ext>
            </a:extLst>
          </p:cNvPr>
          <p:cNvCxnSpPr>
            <a:stCxn id="23" idx="3"/>
          </p:cNvCxnSpPr>
          <p:nvPr/>
        </p:nvCxnSpPr>
        <p:spPr>
          <a:xfrm rot="10800000" flipV="1">
            <a:off x="6378163" y="5618638"/>
            <a:ext cx="2079901" cy="313886"/>
          </a:xfrm>
          <a:prstGeom prst="bentConnector3">
            <a:avLst>
              <a:gd name="adj1" fmla="val 21179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938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2B0CDEA-3BF6-B3CD-7431-82EF154CE9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199" y="0"/>
            <a:ext cx="10972800" cy="6858000"/>
          </a:xfrm>
          <a:prstGeom prst="rect">
            <a:avLst/>
          </a:prstGeom>
        </p:spPr>
      </p:pic>
      <p:pic>
        <p:nvPicPr>
          <p:cNvPr id="26" name="圖片 72">
            <a:extLst>
              <a:ext uri="{FF2B5EF4-FFF2-40B4-BE49-F238E27FC236}">
                <a16:creationId xmlns:a16="http://schemas.microsoft.com/office/drawing/2014/main" id="{45B7A272-E3F8-1E5C-29BB-0E92ED19C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148" y="6121413"/>
            <a:ext cx="502074" cy="502074"/>
          </a:xfrm>
          <a:prstGeom prst="rect">
            <a:avLst/>
          </a:prstGeom>
        </p:spPr>
      </p:pic>
      <p:pic>
        <p:nvPicPr>
          <p:cNvPr id="27" name="圖片 74">
            <a:extLst>
              <a:ext uri="{FF2B5EF4-FFF2-40B4-BE49-F238E27FC236}">
                <a16:creationId xmlns:a16="http://schemas.microsoft.com/office/drawing/2014/main" id="{2ACD5B8E-8BC0-3544-F0D2-A8154F1039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367" y="6121413"/>
            <a:ext cx="502074" cy="502074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0D18E0-6985-47E7-E521-4F725CCBB1F4}"/>
              </a:ext>
            </a:extLst>
          </p:cNvPr>
          <p:cNvSpPr txBox="1">
            <a:spLocks/>
          </p:cNvSpPr>
          <p:nvPr/>
        </p:nvSpPr>
        <p:spPr>
          <a:xfrm>
            <a:off x="827441" y="1133886"/>
            <a:ext cx="7837889" cy="2310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Get more free slide templates: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JustFreeSlide.com</a:t>
            </a:r>
            <a:endParaRPr lang="en-US" altLang="zh-TW" sz="16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C5772D-8446-653D-58FD-5840A926C1D1}"/>
              </a:ext>
            </a:extLst>
          </p:cNvPr>
          <p:cNvSpPr txBox="1">
            <a:spLocks/>
          </p:cNvSpPr>
          <p:nvPr/>
        </p:nvSpPr>
        <p:spPr>
          <a:xfrm>
            <a:off x="827441" y="355601"/>
            <a:ext cx="10838377" cy="66051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latin typeface="Agency FB" panose="020B0503020202020204" pitchFamily="34" charset="0"/>
                <a:ea typeface="+mn-ea"/>
                <a:cs typeface="+mn-cs"/>
              </a:rPr>
              <a:t>Network security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4FD08C-621A-F982-8212-22DD7A601047}"/>
              </a:ext>
            </a:extLst>
          </p:cNvPr>
          <p:cNvSpPr txBox="1"/>
          <p:nvPr/>
        </p:nvSpPr>
        <p:spPr>
          <a:xfrm>
            <a:off x="852337" y="2162411"/>
            <a:ext cx="48744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Network security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 is the practice of securing a computer network from intruders, whether targeted attackers or opportunistic malware.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6A204B-3286-E450-ACDA-AB48CC8682DC}"/>
              </a:ext>
            </a:extLst>
          </p:cNvPr>
          <p:cNvSpPr txBox="1"/>
          <p:nvPr/>
        </p:nvSpPr>
        <p:spPr>
          <a:xfrm>
            <a:off x="1305460" y="3802951"/>
            <a:ext cx="1269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Firewalls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3B9CF1-56FC-C643-681C-FEA063425E35}"/>
              </a:ext>
            </a:extLst>
          </p:cNvPr>
          <p:cNvSpPr txBox="1"/>
          <p:nvPr/>
        </p:nvSpPr>
        <p:spPr>
          <a:xfrm>
            <a:off x="1305460" y="4387350"/>
            <a:ext cx="2042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Intrusion detection systems(IDS)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D34573-5DA5-9CB7-4343-0D449426909F}"/>
              </a:ext>
            </a:extLst>
          </p:cNvPr>
          <p:cNvSpPr txBox="1"/>
          <p:nvPr/>
        </p:nvSpPr>
        <p:spPr>
          <a:xfrm>
            <a:off x="1305460" y="5081808"/>
            <a:ext cx="1437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Antivirus software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E16B6B-B34C-38DB-3DCB-CE6FF391EB37}"/>
              </a:ext>
            </a:extLst>
          </p:cNvPr>
          <p:cNvSpPr txBox="1"/>
          <p:nvPr/>
        </p:nvSpPr>
        <p:spPr>
          <a:xfrm>
            <a:off x="3733694" y="3802951"/>
            <a:ext cx="1269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Encryption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67E4A3-B05B-F42D-B890-42503D38D25B}"/>
              </a:ext>
            </a:extLst>
          </p:cNvPr>
          <p:cNvSpPr txBox="1"/>
          <p:nvPr/>
        </p:nvSpPr>
        <p:spPr>
          <a:xfrm>
            <a:off x="3764206" y="4387350"/>
            <a:ext cx="1447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Data loss prevention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DBAB72-86BC-1C49-D1DE-64C333743F50}"/>
              </a:ext>
            </a:extLst>
          </p:cNvPr>
          <p:cNvSpPr txBox="1"/>
          <p:nvPr/>
        </p:nvSpPr>
        <p:spPr>
          <a:xfrm>
            <a:off x="3791173" y="5081808"/>
            <a:ext cx="18543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Secure communications</a:t>
            </a:r>
          </a:p>
        </p:txBody>
      </p:sp>
      <p:grpSp>
        <p:nvGrpSpPr>
          <p:cNvPr id="33" name="Graphic 30">
            <a:extLst>
              <a:ext uri="{FF2B5EF4-FFF2-40B4-BE49-F238E27FC236}">
                <a16:creationId xmlns:a16="http://schemas.microsoft.com/office/drawing/2014/main" id="{CDF95048-216A-137D-5B6B-2F49C4B24A90}"/>
              </a:ext>
            </a:extLst>
          </p:cNvPr>
          <p:cNvGrpSpPr/>
          <p:nvPr/>
        </p:nvGrpSpPr>
        <p:grpSpPr>
          <a:xfrm>
            <a:off x="839788" y="3728239"/>
            <a:ext cx="457200" cy="457200"/>
            <a:chOff x="-283023" y="3335029"/>
            <a:chExt cx="1030238" cy="1030238"/>
          </a:xfrm>
        </p:grpSpPr>
        <p:grpSp>
          <p:nvGrpSpPr>
            <p:cNvPr id="34" name="Graphic 30">
              <a:extLst>
                <a:ext uri="{FF2B5EF4-FFF2-40B4-BE49-F238E27FC236}">
                  <a16:creationId xmlns:a16="http://schemas.microsoft.com/office/drawing/2014/main" id="{67387A40-B59A-0547-DAD0-3126DBEA73A9}"/>
                </a:ext>
              </a:extLst>
            </p:cNvPr>
            <p:cNvGrpSpPr/>
            <p:nvPr/>
          </p:nvGrpSpPr>
          <p:grpSpPr>
            <a:xfrm>
              <a:off x="-283023" y="3335029"/>
              <a:ext cx="1030238" cy="1030238"/>
              <a:chOff x="-283023" y="3335029"/>
              <a:chExt cx="1030238" cy="1030238"/>
            </a:xfrm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F91C3C35-DEB6-37B4-5027-D6E1706E2DE6}"/>
                  </a:ext>
                </a:extLst>
              </p:cNvPr>
              <p:cNvSpPr/>
              <p:nvPr/>
            </p:nvSpPr>
            <p:spPr>
              <a:xfrm>
                <a:off x="-283023" y="3335029"/>
                <a:ext cx="1030238" cy="1030238"/>
              </a:xfrm>
              <a:custGeom>
                <a:avLst/>
                <a:gdLst>
                  <a:gd name="connsiteX0" fmla="*/ 1030238 w 1030238"/>
                  <a:gd name="connsiteY0" fmla="*/ 515119 h 1030238"/>
                  <a:gd name="connsiteX1" fmla="*/ 515119 w 1030238"/>
                  <a:gd name="connsiteY1" fmla="*/ 1030238 h 1030238"/>
                  <a:gd name="connsiteX2" fmla="*/ 0 w 1030238"/>
                  <a:gd name="connsiteY2" fmla="*/ 515119 h 1030238"/>
                  <a:gd name="connsiteX3" fmla="*/ 515119 w 1030238"/>
                  <a:gd name="connsiteY3" fmla="*/ 0 h 1030238"/>
                  <a:gd name="connsiteX4" fmla="*/ 1030238 w 1030238"/>
                  <a:gd name="connsiteY4" fmla="*/ 515119 h 1030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0238" h="1030238">
                    <a:moveTo>
                      <a:pt x="1030238" y="515119"/>
                    </a:moveTo>
                    <a:cubicBezTo>
                      <a:pt x="1030238" y="799611"/>
                      <a:pt x="799611" y="1030238"/>
                      <a:pt x="515119" y="1030238"/>
                    </a:cubicBezTo>
                    <a:cubicBezTo>
                      <a:pt x="230627" y="1030238"/>
                      <a:pt x="0" y="799611"/>
                      <a:pt x="0" y="515119"/>
                    </a:cubicBezTo>
                    <a:cubicBezTo>
                      <a:pt x="0" y="230627"/>
                      <a:pt x="230627" y="0"/>
                      <a:pt x="515119" y="0"/>
                    </a:cubicBezTo>
                    <a:cubicBezTo>
                      <a:pt x="799611" y="0"/>
                      <a:pt x="1030238" y="230627"/>
                      <a:pt x="1030238" y="515119"/>
                    </a:cubicBezTo>
                    <a:close/>
                  </a:path>
                </a:pathLst>
              </a:custGeom>
              <a:solidFill>
                <a:srgbClr val="F7B2D8"/>
              </a:solidFill>
              <a:ln w="12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F1DD8CF3-91FB-34BF-13BA-4A4B244D8A18}"/>
                  </a:ext>
                </a:extLst>
              </p:cNvPr>
              <p:cNvSpPr/>
              <p:nvPr/>
            </p:nvSpPr>
            <p:spPr>
              <a:xfrm>
                <a:off x="-213521" y="3404531"/>
                <a:ext cx="891233" cy="891233"/>
              </a:xfrm>
              <a:custGeom>
                <a:avLst/>
                <a:gdLst>
                  <a:gd name="connsiteX0" fmla="*/ 891234 w 891233"/>
                  <a:gd name="connsiteY0" fmla="*/ 445617 h 891233"/>
                  <a:gd name="connsiteX1" fmla="*/ 445617 w 891233"/>
                  <a:gd name="connsiteY1" fmla="*/ 891234 h 891233"/>
                  <a:gd name="connsiteX2" fmla="*/ 0 w 891233"/>
                  <a:gd name="connsiteY2" fmla="*/ 445617 h 891233"/>
                  <a:gd name="connsiteX3" fmla="*/ 445617 w 891233"/>
                  <a:gd name="connsiteY3" fmla="*/ 0 h 891233"/>
                  <a:gd name="connsiteX4" fmla="*/ 891234 w 891233"/>
                  <a:gd name="connsiteY4" fmla="*/ 445617 h 891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1233" h="891233">
                    <a:moveTo>
                      <a:pt x="891234" y="445617"/>
                    </a:moveTo>
                    <a:cubicBezTo>
                      <a:pt x="891234" y="691724"/>
                      <a:pt x="691724" y="891234"/>
                      <a:pt x="445617" y="891234"/>
                    </a:cubicBezTo>
                    <a:cubicBezTo>
                      <a:pt x="199509" y="891234"/>
                      <a:pt x="0" y="691724"/>
                      <a:pt x="0" y="445617"/>
                    </a:cubicBezTo>
                    <a:cubicBezTo>
                      <a:pt x="0" y="199509"/>
                      <a:pt x="199509" y="0"/>
                      <a:pt x="445617" y="0"/>
                    </a:cubicBezTo>
                    <a:cubicBezTo>
                      <a:pt x="691724" y="0"/>
                      <a:pt x="891234" y="199509"/>
                      <a:pt x="891234" y="445617"/>
                    </a:cubicBezTo>
                    <a:close/>
                  </a:path>
                </a:pathLst>
              </a:custGeom>
              <a:solidFill>
                <a:srgbClr val="F7B2D8"/>
              </a:solidFill>
              <a:ln w="12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71C70C35-6775-C6A0-B004-0FFAE9972D7C}"/>
                </a:ext>
              </a:extLst>
            </p:cNvPr>
            <p:cNvSpPr/>
            <p:nvPr/>
          </p:nvSpPr>
          <p:spPr>
            <a:xfrm>
              <a:off x="-80729" y="3601260"/>
              <a:ext cx="663442" cy="549287"/>
            </a:xfrm>
            <a:custGeom>
              <a:avLst/>
              <a:gdLst>
                <a:gd name="connsiteX0" fmla="*/ 610636 w 663442"/>
                <a:gd name="connsiteY0" fmla="*/ 283833 h 549287"/>
                <a:gd name="connsiteX1" fmla="*/ 608436 w 663442"/>
                <a:gd name="connsiteY1" fmla="*/ 282021 h 549287"/>
                <a:gd name="connsiteX2" fmla="*/ 605589 w 663442"/>
                <a:gd name="connsiteY2" fmla="*/ 279692 h 549287"/>
                <a:gd name="connsiteX3" fmla="*/ 604424 w 663442"/>
                <a:gd name="connsiteY3" fmla="*/ 278786 h 549287"/>
                <a:gd name="connsiteX4" fmla="*/ 603906 w 663442"/>
                <a:gd name="connsiteY4" fmla="*/ 278397 h 549287"/>
                <a:gd name="connsiteX5" fmla="*/ 603906 w 663442"/>
                <a:gd name="connsiteY5" fmla="*/ 278397 h 549287"/>
                <a:gd name="connsiteX6" fmla="*/ 603777 w 663442"/>
                <a:gd name="connsiteY6" fmla="*/ 278656 h 549287"/>
                <a:gd name="connsiteX7" fmla="*/ 603777 w 663442"/>
                <a:gd name="connsiteY7" fmla="*/ 278656 h 549287"/>
                <a:gd name="connsiteX8" fmla="*/ 602741 w 663442"/>
                <a:gd name="connsiteY8" fmla="*/ 280856 h 549287"/>
                <a:gd name="connsiteX9" fmla="*/ 599247 w 663442"/>
                <a:gd name="connsiteY9" fmla="*/ 287198 h 549287"/>
                <a:gd name="connsiteX10" fmla="*/ 595882 w 663442"/>
                <a:gd name="connsiteY10" fmla="*/ 292634 h 549287"/>
                <a:gd name="connsiteX11" fmla="*/ 595105 w 663442"/>
                <a:gd name="connsiteY11" fmla="*/ 293670 h 549287"/>
                <a:gd name="connsiteX12" fmla="*/ 593034 w 663442"/>
                <a:gd name="connsiteY12" fmla="*/ 296646 h 549287"/>
                <a:gd name="connsiteX13" fmla="*/ 591610 w 663442"/>
                <a:gd name="connsiteY13" fmla="*/ 298588 h 549287"/>
                <a:gd name="connsiteX14" fmla="*/ 591610 w 663442"/>
                <a:gd name="connsiteY14" fmla="*/ 298588 h 549287"/>
                <a:gd name="connsiteX15" fmla="*/ 591481 w 663442"/>
                <a:gd name="connsiteY15" fmla="*/ 298717 h 549287"/>
                <a:gd name="connsiteX16" fmla="*/ 589151 w 663442"/>
                <a:gd name="connsiteY16" fmla="*/ 301565 h 549287"/>
                <a:gd name="connsiteX17" fmla="*/ 588504 w 663442"/>
                <a:gd name="connsiteY17" fmla="*/ 302341 h 549287"/>
                <a:gd name="connsiteX18" fmla="*/ 586433 w 663442"/>
                <a:gd name="connsiteY18" fmla="*/ 304671 h 549287"/>
                <a:gd name="connsiteX19" fmla="*/ 586433 w 663442"/>
                <a:gd name="connsiteY19" fmla="*/ 299364 h 549287"/>
                <a:gd name="connsiteX20" fmla="*/ 586433 w 663442"/>
                <a:gd name="connsiteY20" fmla="*/ 286422 h 549287"/>
                <a:gd name="connsiteX21" fmla="*/ 586433 w 663442"/>
                <a:gd name="connsiteY21" fmla="*/ 236592 h 549287"/>
                <a:gd name="connsiteX22" fmla="*/ 586433 w 663442"/>
                <a:gd name="connsiteY22" fmla="*/ 122050 h 549287"/>
                <a:gd name="connsiteX23" fmla="*/ 593163 w 663442"/>
                <a:gd name="connsiteY23" fmla="*/ 122050 h 549287"/>
                <a:gd name="connsiteX24" fmla="*/ 602741 w 663442"/>
                <a:gd name="connsiteY24" fmla="*/ 120626 h 549287"/>
                <a:gd name="connsiteX25" fmla="*/ 609860 w 663442"/>
                <a:gd name="connsiteY25" fmla="*/ 117390 h 549287"/>
                <a:gd name="connsiteX26" fmla="*/ 615943 w 663442"/>
                <a:gd name="connsiteY26" fmla="*/ 112601 h 549287"/>
                <a:gd name="connsiteX27" fmla="*/ 619049 w 663442"/>
                <a:gd name="connsiteY27" fmla="*/ 109107 h 549287"/>
                <a:gd name="connsiteX28" fmla="*/ 619955 w 663442"/>
                <a:gd name="connsiteY28" fmla="*/ 107813 h 549287"/>
                <a:gd name="connsiteX29" fmla="*/ 625132 w 663442"/>
                <a:gd name="connsiteY29" fmla="*/ 94611 h 549287"/>
                <a:gd name="connsiteX30" fmla="*/ 625520 w 663442"/>
                <a:gd name="connsiteY30" fmla="*/ 89693 h 549287"/>
                <a:gd name="connsiteX31" fmla="*/ 625520 w 663442"/>
                <a:gd name="connsiteY31" fmla="*/ 63807 h 549287"/>
                <a:gd name="connsiteX32" fmla="*/ 625520 w 663442"/>
                <a:gd name="connsiteY32" fmla="*/ 32357 h 549287"/>
                <a:gd name="connsiteX33" fmla="*/ 593163 w 663442"/>
                <a:gd name="connsiteY33" fmla="*/ 0 h 549287"/>
                <a:gd name="connsiteX34" fmla="*/ 32357 w 663442"/>
                <a:gd name="connsiteY34" fmla="*/ 0 h 549287"/>
                <a:gd name="connsiteX35" fmla="*/ 0 w 663442"/>
                <a:gd name="connsiteY35" fmla="*/ 32357 h 549287"/>
                <a:gd name="connsiteX36" fmla="*/ 0 w 663442"/>
                <a:gd name="connsiteY36" fmla="*/ 63807 h 549287"/>
                <a:gd name="connsiteX37" fmla="*/ 0 w 663442"/>
                <a:gd name="connsiteY37" fmla="*/ 89693 h 549287"/>
                <a:gd name="connsiteX38" fmla="*/ 388 w 663442"/>
                <a:gd name="connsiteY38" fmla="*/ 94611 h 549287"/>
                <a:gd name="connsiteX39" fmla="*/ 5565 w 663442"/>
                <a:gd name="connsiteY39" fmla="*/ 107813 h 549287"/>
                <a:gd name="connsiteX40" fmla="*/ 6471 w 663442"/>
                <a:gd name="connsiteY40" fmla="*/ 109107 h 549287"/>
                <a:gd name="connsiteX41" fmla="*/ 9578 w 663442"/>
                <a:gd name="connsiteY41" fmla="*/ 112601 h 549287"/>
                <a:gd name="connsiteX42" fmla="*/ 15661 w 663442"/>
                <a:gd name="connsiteY42" fmla="*/ 117390 h 549287"/>
                <a:gd name="connsiteX43" fmla="*/ 22779 w 663442"/>
                <a:gd name="connsiteY43" fmla="*/ 120626 h 549287"/>
                <a:gd name="connsiteX44" fmla="*/ 32357 w 663442"/>
                <a:gd name="connsiteY44" fmla="*/ 122050 h 549287"/>
                <a:gd name="connsiteX45" fmla="*/ 39087 w 663442"/>
                <a:gd name="connsiteY45" fmla="*/ 122050 h 549287"/>
                <a:gd name="connsiteX46" fmla="*/ 39087 w 663442"/>
                <a:gd name="connsiteY46" fmla="*/ 236592 h 549287"/>
                <a:gd name="connsiteX47" fmla="*/ 39087 w 663442"/>
                <a:gd name="connsiteY47" fmla="*/ 286422 h 549287"/>
                <a:gd name="connsiteX48" fmla="*/ 39087 w 663442"/>
                <a:gd name="connsiteY48" fmla="*/ 299364 h 549287"/>
                <a:gd name="connsiteX49" fmla="*/ 39087 w 663442"/>
                <a:gd name="connsiteY49" fmla="*/ 413907 h 549287"/>
                <a:gd name="connsiteX50" fmla="*/ 39087 w 663442"/>
                <a:gd name="connsiteY50" fmla="*/ 463737 h 549287"/>
                <a:gd name="connsiteX51" fmla="*/ 39087 w 663442"/>
                <a:gd name="connsiteY51" fmla="*/ 476679 h 549287"/>
                <a:gd name="connsiteX52" fmla="*/ 39087 w 663442"/>
                <a:gd name="connsiteY52" fmla="*/ 483151 h 549287"/>
                <a:gd name="connsiteX53" fmla="*/ 58501 w 663442"/>
                <a:gd name="connsiteY53" fmla="*/ 502565 h 549287"/>
                <a:gd name="connsiteX54" fmla="*/ 382715 w 663442"/>
                <a:gd name="connsiteY54" fmla="*/ 502565 h 549287"/>
                <a:gd name="connsiteX55" fmla="*/ 402518 w 663442"/>
                <a:gd name="connsiteY55" fmla="*/ 502565 h 549287"/>
                <a:gd name="connsiteX56" fmla="*/ 407954 w 663442"/>
                <a:gd name="connsiteY56" fmla="*/ 507871 h 549287"/>
                <a:gd name="connsiteX57" fmla="*/ 408860 w 663442"/>
                <a:gd name="connsiteY57" fmla="*/ 508648 h 549287"/>
                <a:gd name="connsiteX58" fmla="*/ 418049 w 663442"/>
                <a:gd name="connsiteY58" fmla="*/ 516543 h 549287"/>
                <a:gd name="connsiteX59" fmla="*/ 512013 w 663442"/>
                <a:gd name="connsiteY59" fmla="*/ 549288 h 549287"/>
                <a:gd name="connsiteX60" fmla="*/ 642475 w 663442"/>
                <a:gd name="connsiteY60" fmla="*/ 474608 h 549287"/>
                <a:gd name="connsiteX61" fmla="*/ 643511 w 663442"/>
                <a:gd name="connsiteY61" fmla="*/ 472926 h 549287"/>
                <a:gd name="connsiteX62" fmla="*/ 645064 w 663442"/>
                <a:gd name="connsiteY62" fmla="*/ 470208 h 549287"/>
                <a:gd name="connsiteX63" fmla="*/ 645840 w 663442"/>
                <a:gd name="connsiteY63" fmla="*/ 468784 h 549287"/>
                <a:gd name="connsiteX64" fmla="*/ 653994 w 663442"/>
                <a:gd name="connsiteY64" fmla="*/ 450664 h 549287"/>
                <a:gd name="connsiteX65" fmla="*/ 653994 w 663442"/>
                <a:gd name="connsiteY65" fmla="*/ 450664 h 549287"/>
                <a:gd name="connsiteX66" fmla="*/ 654124 w 663442"/>
                <a:gd name="connsiteY66" fmla="*/ 450406 h 549287"/>
                <a:gd name="connsiteX67" fmla="*/ 659948 w 663442"/>
                <a:gd name="connsiteY67" fmla="*/ 430344 h 549287"/>
                <a:gd name="connsiteX68" fmla="*/ 663442 w 663442"/>
                <a:gd name="connsiteY68" fmla="*/ 398117 h 549287"/>
                <a:gd name="connsiteX69" fmla="*/ 610636 w 663442"/>
                <a:gd name="connsiteY69" fmla="*/ 283833 h 549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663442" h="549287">
                  <a:moveTo>
                    <a:pt x="610636" y="283833"/>
                  </a:moveTo>
                  <a:cubicBezTo>
                    <a:pt x="609860" y="283186"/>
                    <a:pt x="609212" y="282539"/>
                    <a:pt x="608436" y="282021"/>
                  </a:cubicBezTo>
                  <a:cubicBezTo>
                    <a:pt x="607530" y="281245"/>
                    <a:pt x="606624" y="280468"/>
                    <a:pt x="605589" y="279692"/>
                  </a:cubicBezTo>
                  <a:cubicBezTo>
                    <a:pt x="605200" y="279433"/>
                    <a:pt x="604812" y="279044"/>
                    <a:pt x="604424" y="278786"/>
                  </a:cubicBezTo>
                  <a:cubicBezTo>
                    <a:pt x="604294" y="278656"/>
                    <a:pt x="604035" y="278527"/>
                    <a:pt x="603906" y="278397"/>
                  </a:cubicBezTo>
                  <a:lnTo>
                    <a:pt x="603906" y="278397"/>
                  </a:lnTo>
                  <a:cubicBezTo>
                    <a:pt x="603906" y="278527"/>
                    <a:pt x="603777" y="278527"/>
                    <a:pt x="603777" y="278656"/>
                  </a:cubicBezTo>
                  <a:lnTo>
                    <a:pt x="603777" y="278656"/>
                  </a:lnTo>
                  <a:cubicBezTo>
                    <a:pt x="603388" y="279433"/>
                    <a:pt x="603129" y="280080"/>
                    <a:pt x="602741" y="280856"/>
                  </a:cubicBezTo>
                  <a:cubicBezTo>
                    <a:pt x="601706" y="283057"/>
                    <a:pt x="600541" y="285127"/>
                    <a:pt x="599247" y="287198"/>
                  </a:cubicBezTo>
                  <a:cubicBezTo>
                    <a:pt x="598211" y="289010"/>
                    <a:pt x="597046" y="290822"/>
                    <a:pt x="595882" y="292634"/>
                  </a:cubicBezTo>
                  <a:cubicBezTo>
                    <a:pt x="595623" y="293022"/>
                    <a:pt x="595364" y="293411"/>
                    <a:pt x="595105" y="293670"/>
                  </a:cubicBezTo>
                  <a:cubicBezTo>
                    <a:pt x="594458" y="294705"/>
                    <a:pt x="593681" y="295740"/>
                    <a:pt x="593034" y="296646"/>
                  </a:cubicBezTo>
                  <a:cubicBezTo>
                    <a:pt x="592516" y="297294"/>
                    <a:pt x="592128" y="297941"/>
                    <a:pt x="591610" y="298588"/>
                  </a:cubicBezTo>
                  <a:cubicBezTo>
                    <a:pt x="591610" y="298588"/>
                    <a:pt x="591610" y="298588"/>
                    <a:pt x="591610" y="298588"/>
                  </a:cubicBezTo>
                  <a:cubicBezTo>
                    <a:pt x="591610" y="298588"/>
                    <a:pt x="591610" y="298717"/>
                    <a:pt x="591481" y="298717"/>
                  </a:cubicBezTo>
                  <a:cubicBezTo>
                    <a:pt x="590704" y="299623"/>
                    <a:pt x="589928" y="300659"/>
                    <a:pt x="589151" y="301565"/>
                  </a:cubicBezTo>
                  <a:cubicBezTo>
                    <a:pt x="588892" y="301824"/>
                    <a:pt x="588763" y="302082"/>
                    <a:pt x="588504" y="302341"/>
                  </a:cubicBezTo>
                  <a:cubicBezTo>
                    <a:pt x="587857" y="303118"/>
                    <a:pt x="587080" y="303894"/>
                    <a:pt x="586433" y="304671"/>
                  </a:cubicBezTo>
                  <a:lnTo>
                    <a:pt x="586433" y="299364"/>
                  </a:lnTo>
                  <a:lnTo>
                    <a:pt x="586433" y="286422"/>
                  </a:lnTo>
                  <a:lnTo>
                    <a:pt x="586433" y="236592"/>
                  </a:lnTo>
                  <a:lnTo>
                    <a:pt x="586433" y="122050"/>
                  </a:lnTo>
                  <a:lnTo>
                    <a:pt x="593163" y="122050"/>
                  </a:lnTo>
                  <a:cubicBezTo>
                    <a:pt x="596529" y="122050"/>
                    <a:pt x="599764" y="121532"/>
                    <a:pt x="602741" y="120626"/>
                  </a:cubicBezTo>
                  <a:cubicBezTo>
                    <a:pt x="605330" y="119849"/>
                    <a:pt x="607659" y="118684"/>
                    <a:pt x="609860" y="117390"/>
                  </a:cubicBezTo>
                  <a:cubicBezTo>
                    <a:pt x="612060" y="116096"/>
                    <a:pt x="614131" y="114413"/>
                    <a:pt x="615943" y="112601"/>
                  </a:cubicBezTo>
                  <a:cubicBezTo>
                    <a:pt x="616978" y="111566"/>
                    <a:pt x="618013" y="110272"/>
                    <a:pt x="619049" y="109107"/>
                  </a:cubicBezTo>
                  <a:cubicBezTo>
                    <a:pt x="619308" y="108719"/>
                    <a:pt x="619696" y="108330"/>
                    <a:pt x="619955" y="107813"/>
                  </a:cubicBezTo>
                  <a:cubicBezTo>
                    <a:pt x="622543" y="103930"/>
                    <a:pt x="624355" y="99529"/>
                    <a:pt x="625132" y="94611"/>
                  </a:cubicBezTo>
                  <a:cubicBezTo>
                    <a:pt x="625391" y="93058"/>
                    <a:pt x="625520" y="91375"/>
                    <a:pt x="625520" y="89693"/>
                  </a:cubicBezTo>
                  <a:lnTo>
                    <a:pt x="625520" y="63807"/>
                  </a:lnTo>
                  <a:lnTo>
                    <a:pt x="625520" y="32357"/>
                  </a:lnTo>
                  <a:cubicBezTo>
                    <a:pt x="625520" y="14496"/>
                    <a:pt x="611024" y="0"/>
                    <a:pt x="593163" y="0"/>
                  </a:cubicBezTo>
                  <a:lnTo>
                    <a:pt x="32357" y="0"/>
                  </a:lnTo>
                  <a:cubicBezTo>
                    <a:pt x="14496" y="0"/>
                    <a:pt x="0" y="14496"/>
                    <a:pt x="0" y="32357"/>
                  </a:cubicBezTo>
                  <a:lnTo>
                    <a:pt x="0" y="63807"/>
                  </a:lnTo>
                  <a:lnTo>
                    <a:pt x="0" y="89693"/>
                  </a:lnTo>
                  <a:cubicBezTo>
                    <a:pt x="0" y="91375"/>
                    <a:pt x="129" y="93058"/>
                    <a:pt x="388" y="94611"/>
                  </a:cubicBezTo>
                  <a:cubicBezTo>
                    <a:pt x="1165" y="99400"/>
                    <a:pt x="2977" y="103930"/>
                    <a:pt x="5565" y="107813"/>
                  </a:cubicBezTo>
                  <a:cubicBezTo>
                    <a:pt x="5824" y="108201"/>
                    <a:pt x="6213" y="108719"/>
                    <a:pt x="6471" y="109107"/>
                  </a:cubicBezTo>
                  <a:cubicBezTo>
                    <a:pt x="7377" y="110401"/>
                    <a:pt x="8413" y="111566"/>
                    <a:pt x="9578" y="112601"/>
                  </a:cubicBezTo>
                  <a:cubicBezTo>
                    <a:pt x="11390" y="114413"/>
                    <a:pt x="13460" y="116096"/>
                    <a:pt x="15661" y="117390"/>
                  </a:cubicBezTo>
                  <a:cubicBezTo>
                    <a:pt x="17861" y="118684"/>
                    <a:pt x="20320" y="119849"/>
                    <a:pt x="22779" y="120626"/>
                  </a:cubicBezTo>
                  <a:cubicBezTo>
                    <a:pt x="25756" y="121532"/>
                    <a:pt x="28992" y="122050"/>
                    <a:pt x="32357" y="122050"/>
                  </a:cubicBezTo>
                  <a:lnTo>
                    <a:pt x="39087" y="122050"/>
                  </a:lnTo>
                  <a:lnTo>
                    <a:pt x="39087" y="236592"/>
                  </a:lnTo>
                  <a:lnTo>
                    <a:pt x="39087" y="286422"/>
                  </a:lnTo>
                  <a:lnTo>
                    <a:pt x="39087" y="299364"/>
                  </a:lnTo>
                  <a:lnTo>
                    <a:pt x="39087" y="413907"/>
                  </a:lnTo>
                  <a:lnTo>
                    <a:pt x="39087" y="463737"/>
                  </a:lnTo>
                  <a:lnTo>
                    <a:pt x="39087" y="476679"/>
                  </a:lnTo>
                  <a:lnTo>
                    <a:pt x="39087" y="483151"/>
                  </a:lnTo>
                  <a:cubicBezTo>
                    <a:pt x="39087" y="493893"/>
                    <a:pt x="47759" y="502565"/>
                    <a:pt x="58501" y="502565"/>
                  </a:cubicBezTo>
                  <a:lnTo>
                    <a:pt x="382715" y="502565"/>
                  </a:lnTo>
                  <a:lnTo>
                    <a:pt x="402518" y="502565"/>
                  </a:lnTo>
                  <a:cubicBezTo>
                    <a:pt x="404330" y="504377"/>
                    <a:pt x="406012" y="506189"/>
                    <a:pt x="407954" y="507871"/>
                  </a:cubicBezTo>
                  <a:cubicBezTo>
                    <a:pt x="408212" y="508130"/>
                    <a:pt x="408471" y="508389"/>
                    <a:pt x="408860" y="508648"/>
                  </a:cubicBezTo>
                  <a:cubicBezTo>
                    <a:pt x="411836" y="511366"/>
                    <a:pt x="414813" y="514084"/>
                    <a:pt x="418049" y="516543"/>
                  </a:cubicBezTo>
                  <a:cubicBezTo>
                    <a:pt x="443805" y="536992"/>
                    <a:pt x="476550" y="549288"/>
                    <a:pt x="512013" y="549288"/>
                  </a:cubicBezTo>
                  <a:cubicBezTo>
                    <a:pt x="567537" y="549288"/>
                    <a:pt x="616202" y="519261"/>
                    <a:pt x="642475" y="474608"/>
                  </a:cubicBezTo>
                  <a:cubicBezTo>
                    <a:pt x="642863" y="474091"/>
                    <a:pt x="643122" y="473444"/>
                    <a:pt x="643511" y="472926"/>
                  </a:cubicBezTo>
                  <a:cubicBezTo>
                    <a:pt x="644028" y="472020"/>
                    <a:pt x="644546" y="471114"/>
                    <a:pt x="645064" y="470208"/>
                  </a:cubicBezTo>
                  <a:cubicBezTo>
                    <a:pt x="645323" y="469690"/>
                    <a:pt x="645581" y="469302"/>
                    <a:pt x="645840" y="468784"/>
                  </a:cubicBezTo>
                  <a:cubicBezTo>
                    <a:pt x="648947" y="462960"/>
                    <a:pt x="651664" y="456877"/>
                    <a:pt x="653994" y="450664"/>
                  </a:cubicBezTo>
                  <a:cubicBezTo>
                    <a:pt x="653994" y="450664"/>
                    <a:pt x="653994" y="450664"/>
                    <a:pt x="653994" y="450664"/>
                  </a:cubicBezTo>
                  <a:cubicBezTo>
                    <a:pt x="653994" y="450535"/>
                    <a:pt x="653994" y="450535"/>
                    <a:pt x="654124" y="450406"/>
                  </a:cubicBezTo>
                  <a:cubicBezTo>
                    <a:pt x="656583" y="443934"/>
                    <a:pt x="658524" y="437204"/>
                    <a:pt x="659948" y="430344"/>
                  </a:cubicBezTo>
                  <a:cubicBezTo>
                    <a:pt x="662277" y="419990"/>
                    <a:pt x="663442" y="409248"/>
                    <a:pt x="663442" y="398117"/>
                  </a:cubicBezTo>
                  <a:cubicBezTo>
                    <a:pt x="663054" y="352429"/>
                    <a:pt x="642734" y="311531"/>
                    <a:pt x="610636" y="283833"/>
                  </a:cubicBezTo>
                  <a:close/>
                </a:path>
              </a:pathLst>
            </a:custGeom>
            <a:solidFill>
              <a:srgbClr val="13333D"/>
            </a:solidFill>
            <a:ln w="12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9" name="Graphic 30">
              <a:extLst>
                <a:ext uri="{FF2B5EF4-FFF2-40B4-BE49-F238E27FC236}">
                  <a16:creationId xmlns:a16="http://schemas.microsoft.com/office/drawing/2014/main" id="{DE1B41A5-6CB8-CAD3-A56C-76560CBA9004}"/>
                </a:ext>
              </a:extLst>
            </p:cNvPr>
            <p:cNvGrpSpPr/>
            <p:nvPr/>
          </p:nvGrpSpPr>
          <p:grpSpPr>
            <a:xfrm>
              <a:off x="-80729" y="3575375"/>
              <a:ext cx="662925" cy="549417"/>
              <a:chOff x="-80729" y="3575375"/>
              <a:chExt cx="662925" cy="549417"/>
            </a:xfrm>
          </p:grpSpPr>
          <p:grpSp>
            <p:nvGrpSpPr>
              <p:cNvPr id="41" name="Graphic 30">
                <a:extLst>
                  <a:ext uri="{FF2B5EF4-FFF2-40B4-BE49-F238E27FC236}">
                    <a16:creationId xmlns:a16="http://schemas.microsoft.com/office/drawing/2014/main" id="{79D3DAD5-93A2-2C19-5EB0-8C591B1CCD77}"/>
                  </a:ext>
                </a:extLst>
              </p:cNvPr>
              <p:cNvGrpSpPr/>
              <p:nvPr/>
            </p:nvGrpSpPr>
            <p:grpSpPr>
              <a:xfrm>
                <a:off x="-80729" y="3575375"/>
                <a:ext cx="625521" cy="502564"/>
                <a:chOff x="-80729" y="3575375"/>
                <a:chExt cx="625521" cy="502564"/>
              </a:xfrm>
            </p:grpSpPr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858C71AE-1ABC-FA6E-1606-D6D4AC2BFFC7}"/>
                    </a:ext>
                  </a:extLst>
                </p:cNvPr>
                <p:cNvSpPr/>
                <p:nvPr/>
              </p:nvSpPr>
              <p:spPr>
                <a:xfrm>
                  <a:off x="-41642" y="3697424"/>
                  <a:ext cx="547475" cy="380515"/>
                </a:xfrm>
                <a:custGeom>
                  <a:avLst/>
                  <a:gdLst>
                    <a:gd name="connsiteX0" fmla="*/ 528062 w 547475"/>
                    <a:gd name="connsiteY0" fmla="*/ 380515 h 380515"/>
                    <a:gd name="connsiteX1" fmla="*/ 19414 w 547475"/>
                    <a:gd name="connsiteY1" fmla="*/ 380515 h 380515"/>
                    <a:gd name="connsiteX2" fmla="*/ 0 w 547475"/>
                    <a:gd name="connsiteY2" fmla="*/ 361101 h 380515"/>
                    <a:gd name="connsiteX3" fmla="*/ 0 w 547475"/>
                    <a:gd name="connsiteY3" fmla="*/ 0 h 380515"/>
                    <a:gd name="connsiteX4" fmla="*/ 547476 w 547475"/>
                    <a:gd name="connsiteY4" fmla="*/ 0 h 380515"/>
                    <a:gd name="connsiteX5" fmla="*/ 547476 w 547475"/>
                    <a:gd name="connsiteY5" fmla="*/ 361101 h 380515"/>
                    <a:gd name="connsiteX6" fmla="*/ 528062 w 547475"/>
                    <a:gd name="connsiteY6" fmla="*/ 380515 h 380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47475" h="380515">
                      <a:moveTo>
                        <a:pt x="528062" y="380515"/>
                      </a:moveTo>
                      <a:lnTo>
                        <a:pt x="19414" y="380515"/>
                      </a:lnTo>
                      <a:cubicBezTo>
                        <a:pt x="8672" y="380515"/>
                        <a:pt x="0" y="371843"/>
                        <a:pt x="0" y="361101"/>
                      </a:cubicBezTo>
                      <a:lnTo>
                        <a:pt x="0" y="0"/>
                      </a:lnTo>
                      <a:lnTo>
                        <a:pt x="547476" y="0"/>
                      </a:lnTo>
                      <a:lnTo>
                        <a:pt x="547476" y="361101"/>
                      </a:lnTo>
                      <a:cubicBezTo>
                        <a:pt x="547476" y="371843"/>
                        <a:pt x="538804" y="380515"/>
                        <a:pt x="528062" y="38051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8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83CB8453-8AD3-3A68-72C3-BC6253E4A10C}"/>
                    </a:ext>
                  </a:extLst>
                </p:cNvPr>
                <p:cNvSpPr/>
                <p:nvPr/>
              </p:nvSpPr>
              <p:spPr>
                <a:xfrm>
                  <a:off x="-80729" y="3575375"/>
                  <a:ext cx="625521" cy="122049"/>
                </a:xfrm>
                <a:custGeom>
                  <a:avLst/>
                  <a:gdLst>
                    <a:gd name="connsiteX0" fmla="*/ 593293 w 625521"/>
                    <a:gd name="connsiteY0" fmla="*/ 122050 h 122049"/>
                    <a:gd name="connsiteX1" fmla="*/ 32357 w 625521"/>
                    <a:gd name="connsiteY1" fmla="*/ 122050 h 122049"/>
                    <a:gd name="connsiteX2" fmla="*/ 0 w 625521"/>
                    <a:gd name="connsiteY2" fmla="*/ 89693 h 122049"/>
                    <a:gd name="connsiteX3" fmla="*/ 0 w 625521"/>
                    <a:gd name="connsiteY3" fmla="*/ 32357 h 122049"/>
                    <a:gd name="connsiteX4" fmla="*/ 32357 w 625521"/>
                    <a:gd name="connsiteY4" fmla="*/ 0 h 122049"/>
                    <a:gd name="connsiteX5" fmla="*/ 593163 w 625521"/>
                    <a:gd name="connsiteY5" fmla="*/ 0 h 122049"/>
                    <a:gd name="connsiteX6" fmla="*/ 625520 w 625521"/>
                    <a:gd name="connsiteY6" fmla="*/ 32357 h 122049"/>
                    <a:gd name="connsiteX7" fmla="*/ 625520 w 625521"/>
                    <a:gd name="connsiteY7" fmla="*/ 89693 h 122049"/>
                    <a:gd name="connsiteX8" fmla="*/ 593293 w 625521"/>
                    <a:gd name="connsiteY8" fmla="*/ 122050 h 1220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521" h="122049">
                      <a:moveTo>
                        <a:pt x="593293" y="122050"/>
                      </a:moveTo>
                      <a:lnTo>
                        <a:pt x="32357" y="122050"/>
                      </a:lnTo>
                      <a:cubicBezTo>
                        <a:pt x="14496" y="122050"/>
                        <a:pt x="0" y="107554"/>
                        <a:pt x="0" y="89693"/>
                      </a:cubicBezTo>
                      <a:lnTo>
                        <a:pt x="0" y="32357"/>
                      </a:lnTo>
                      <a:cubicBezTo>
                        <a:pt x="0" y="14496"/>
                        <a:pt x="14496" y="0"/>
                        <a:pt x="32357" y="0"/>
                      </a:cubicBezTo>
                      <a:lnTo>
                        <a:pt x="593163" y="0"/>
                      </a:lnTo>
                      <a:cubicBezTo>
                        <a:pt x="611024" y="0"/>
                        <a:pt x="625520" y="14496"/>
                        <a:pt x="625520" y="32357"/>
                      </a:cubicBezTo>
                      <a:lnTo>
                        <a:pt x="625520" y="89693"/>
                      </a:lnTo>
                      <a:cubicBezTo>
                        <a:pt x="625650" y="107554"/>
                        <a:pt x="611154" y="122050"/>
                        <a:pt x="593293" y="122050"/>
                      </a:cubicBezTo>
                      <a:close/>
                    </a:path>
                  </a:pathLst>
                </a:custGeom>
                <a:solidFill>
                  <a:srgbClr val="A44995"/>
                </a:solidFill>
                <a:ln w="128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91E6CF20-9C39-D0E2-BCE3-AB0FE0550F87}"/>
                    </a:ext>
                  </a:extLst>
                </p:cNvPr>
                <p:cNvSpPr/>
                <p:nvPr/>
              </p:nvSpPr>
              <p:spPr>
                <a:xfrm>
                  <a:off x="-80729" y="3639182"/>
                  <a:ext cx="625521" cy="58242"/>
                </a:xfrm>
                <a:custGeom>
                  <a:avLst/>
                  <a:gdLst>
                    <a:gd name="connsiteX0" fmla="*/ 593293 w 625521"/>
                    <a:gd name="connsiteY0" fmla="*/ 32357 h 58242"/>
                    <a:gd name="connsiteX1" fmla="*/ 32357 w 625521"/>
                    <a:gd name="connsiteY1" fmla="*/ 32357 h 58242"/>
                    <a:gd name="connsiteX2" fmla="*/ 0 w 625521"/>
                    <a:gd name="connsiteY2" fmla="*/ 0 h 58242"/>
                    <a:gd name="connsiteX3" fmla="*/ 0 w 625521"/>
                    <a:gd name="connsiteY3" fmla="*/ 25885 h 58242"/>
                    <a:gd name="connsiteX4" fmla="*/ 32357 w 625521"/>
                    <a:gd name="connsiteY4" fmla="*/ 58242 h 58242"/>
                    <a:gd name="connsiteX5" fmla="*/ 593163 w 625521"/>
                    <a:gd name="connsiteY5" fmla="*/ 58242 h 58242"/>
                    <a:gd name="connsiteX6" fmla="*/ 625520 w 625521"/>
                    <a:gd name="connsiteY6" fmla="*/ 25885 h 58242"/>
                    <a:gd name="connsiteX7" fmla="*/ 625520 w 625521"/>
                    <a:gd name="connsiteY7" fmla="*/ 0 h 58242"/>
                    <a:gd name="connsiteX8" fmla="*/ 593293 w 625521"/>
                    <a:gd name="connsiteY8" fmla="*/ 32357 h 58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521" h="58242">
                      <a:moveTo>
                        <a:pt x="593293" y="32357"/>
                      </a:moveTo>
                      <a:lnTo>
                        <a:pt x="32357" y="32357"/>
                      </a:lnTo>
                      <a:cubicBezTo>
                        <a:pt x="14496" y="32357"/>
                        <a:pt x="0" y="17861"/>
                        <a:pt x="0" y="0"/>
                      </a:cubicBezTo>
                      <a:lnTo>
                        <a:pt x="0" y="25885"/>
                      </a:lnTo>
                      <a:cubicBezTo>
                        <a:pt x="0" y="43746"/>
                        <a:pt x="14496" y="58242"/>
                        <a:pt x="32357" y="58242"/>
                      </a:cubicBezTo>
                      <a:lnTo>
                        <a:pt x="593163" y="58242"/>
                      </a:lnTo>
                      <a:cubicBezTo>
                        <a:pt x="611024" y="58242"/>
                        <a:pt x="625520" y="43746"/>
                        <a:pt x="625520" y="25885"/>
                      </a:cubicBezTo>
                      <a:lnTo>
                        <a:pt x="625520" y="0"/>
                      </a:lnTo>
                      <a:cubicBezTo>
                        <a:pt x="625650" y="17861"/>
                        <a:pt x="611154" y="32357"/>
                        <a:pt x="593293" y="32357"/>
                      </a:cubicBezTo>
                      <a:close/>
                    </a:path>
                  </a:pathLst>
                </a:custGeom>
                <a:solidFill>
                  <a:srgbClr val="952584"/>
                </a:solidFill>
                <a:ln w="128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46" name="Graphic 30">
                  <a:extLst>
                    <a:ext uri="{FF2B5EF4-FFF2-40B4-BE49-F238E27FC236}">
                      <a16:creationId xmlns:a16="http://schemas.microsoft.com/office/drawing/2014/main" id="{2CD5BEF6-3FAD-32E8-E5C8-27EE743E7B71}"/>
                    </a:ext>
                  </a:extLst>
                </p:cNvPr>
                <p:cNvGrpSpPr/>
                <p:nvPr/>
              </p:nvGrpSpPr>
              <p:grpSpPr>
                <a:xfrm>
                  <a:off x="-18992" y="3723310"/>
                  <a:ext cx="502176" cy="62772"/>
                  <a:chOff x="-18992" y="3723310"/>
                  <a:chExt cx="502176" cy="62772"/>
                </a:xfrm>
                <a:solidFill>
                  <a:srgbClr val="A44995"/>
                </a:solidFill>
              </p:grpSpPr>
              <p:sp>
                <p:nvSpPr>
                  <p:cNvPr id="48" name="Freeform: Shape 47">
                    <a:extLst>
                      <a:ext uri="{FF2B5EF4-FFF2-40B4-BE49-F238E27FC236}">
                        <a16:creationId xmlns:a16="http://schemas.microsoft.com/office/drawing/2014/main" id="{FFB62728-7FB9-562C-ED11-BDFB0904C7AD}"/>
                      </a:ext>
                    </a:extLst>
                  </p:cNvPr>
                  <p:cNvSpPr/>
                  <p:nvPr/>
                </p:nvSpPr>
                <p:spPr>
                  <a:xfrm>
                    <a:off x="-18992" y="3723310"/>
                    <a:ext cx="150135" cy="62772"/>
                  </a:xfrm>
                  <a:custGeom>
                    <a:avLst/>
                    <a:gdLst>
                      <a:gd name="connsiteX0" fmla="*/ 130721 w 150135"/>
                      <a:gd name="connsiteY0" fmla="*/ 62772 h 62772"/>
                      <a:gd name="connsiteX1" fmla="*/ 19414 w 150135"/>
                      <a:gd name="connsiteY1" fmla="*/ 62772 h 62772"/>
                      <a:gd name="connsiteX2" fmla="*/ 0 w 150135"/>
                      <a:gd name="connsiteY2" fmla="*/ 43358 h 62772"/>
                      <a:gd name="connsiteX3" fmla="*/ 0 w 150135"/>
                      <a:gd name="connsiteY3" fmla="*/ 19414 h 62772"/>
                      <a:gd name="connsiteX4" fmla="*/ 19414 w 150135"/>
                      <a:gd name="connsiteY4" fmla="*/ 0 h 62772"/>
                      <a:gd name="connsiteX5" fmla="*/ 130721 w 150135"/>
                      <a:gd name="connsiteY5" fmla="*/ 0 h 62772"/>
                      <a:gd name="connsiteX6" fmla="*/ 150135 w 150135"/>
                      <a:gd name="connsiteY6" fmla="*/ 19414 h 62772"/>
                      <a:gd name="connsiteX7" fmla="*/ 150135 w 150135"/>
                      <a:gd name="connsiteY7" fmla="*/ 43358 h 62772"/>
                      <a:gd name="connsiteX8" fmla="*/ 130721 w 150135"/>
                      <a:gd name="connsiteY8" fmla="*/ 62772 h 627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0135" h="62772">
                        <a:moveTo>
                          <a:pt x="130721" y="62772"/>
                        </a:moveTo>
                        <a:lnTo>
                          <a:pt x="19414" y="62772"/>
                        </a:lnTo>
                        <a:cubicBezTo>
                          <a:pt x="8672" y="62772"/>
                          <a:pt x="0" y="54100"/>
                          <a:pt x="0" y="43358"/>
                        </a:cubicBezTo>
                        <a:lnTo>
                          <a:pt x="0" y="19414"/>
                        </a:lnTo>
                        <a:cubicBezTo>
                          <a:pt x="0" y="8672"/>
                          <a:pt x="8672" y="0"/>
                          <a:pt x="19414" y="0"/>
                        </a:cubicBezTo>
                        <a:lnTo>
                          <a:pt x="130721" y="0"/>
                        </a:lnTo>
                        <a:cubicBezTo>
                          <a:pt x="141464" y="0"/>
                          <a:pt x="150135" y="8672"/>
                          <a:pt x="150135" y="19414"/>
                        </a:cubicBezTo>
                        <a:lnTo>
                          <a:pt x="150135" y="43358"/>
                        </a:lnTo>
                        <a:cubicBezTo>
                          <a:pt x="150135" y="54100"/>
                          <a:pt x="141464" y="62772"/>
                          <a:pt x="130721" y="62772"/>
                        </a:cubicBezTo>
                        <a:close/>
                      </a:path>
                    </a:pathLst>
                  </a:custGeom>
                  <a:solidFill>
                    <a:srgbClr val="A44995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9" name="Freeform: Shape 48">
                    <a:extLst>
                      <a:ext uri="{FF2B5EF4-FFF2-40B4-BE49-F238E27FC236}">
                        <a16:creationId xmlns:a16="http://schemas.microsoft.com/office/drawing/2014/main" id="{695D42D3-EE46-2E85-2F01-E3F7D6D6783D}"/>
                      </a:ext>
                    </a:extLst>
                  </p:cNvPr>
                  <p:cNvSpPr/>
                  <p:nvPr/>
                </p:nvSpPr>
                <p:spPr>
                  <a:xfrm>
                    <a:off x="157027" y="3723310"/>
                    <a:ext cx="150135" cy="62772"/>
                  </a:xfrm>
                  <a:custGeom>
                    <a:avLst/>
                    <a:gdLst>
                      <a:gd name="connsiteX0" fmla="*/ 130721 w 150135"/>
                      <a:gd name="connsiteY0" fmla="*/ 62772 h 62772"/>
                      <a:gd name="connsiteX1" fmla="*/ 19414 w 150135"/>
                      <a:gd name="connsiteY1" fmla="*/ 62772 h 62772"/>
                      <a:gd name="connsiteX2" fmla="*/ 0 w 150135"/>
                      <a:gd name="connsiteY2" fmla="*/ 43358 h 62772"/>
                      <a:gd name="connsiteX3" fmla="*/ 0 w 150135"/>
                      <a:gd name="connsiteY3" fmla="*/ 19414 h 62772"/>
                      <a:gd name="connsiteX4" fmla="*/ 19414 w 150135"/>
                      <a:gd name="connsiteY4" fmla="*/ 0 h 62772"/>
                      <a:gd name="connsiteX5" fmla="*/ 130721 w 150135"/>
                      <a:gd name="connsiteY5" fmla="*/ 0 h 62772"/>
                      <a:gd name="connsiteX6" fmla="*/ 150135 w 150135"/>
                      <a:gd name="connsiteY6" fmla="*/ 19414 h 62772"/>
                      <a:gd name="connsiteX7" fmla="*/ 150135 w 150135"/>
                      <a:gd name="connsiteY7" fmla="*/ 43358 h 62772"/>
                      <a:gd name="connsiteX8" fmla="*/ 130721 w 150135"/>
                      <a:gd name="connsiteY8" fmla="*/ 62772 h 627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0135" h="62772">
                        <a:moveTo>
                          <a:pt x="130721" y="62772"/>
                        </a:moveTo>
                        <a:lnTo>
                          <a:pt x="19414" y="62772"/>
                        </a:lnTo>
                        <a:cubicBezTo>
                          <a:pt x="8672" y="62772"/>
                          <a:pt x="0" y="54100"/>
                          <a:pt x="0" y="43358"/>
                        </a:cubicBezTo>
                        <a:lnTo>
                          <a:pt x="0" y="19414"/>
                        </a:lnTo>
                        <a:cubicBezTo>
                          <a:pt x="0" y="8672"/>
                          <a:pt x="8672" y="0"/>
                          <a:pt x="19414" y="0"/>
                        </a:cubicBezTo>
                        <a:lnTo>
                          <a:pt x="130721" y="0"/>
                        </a:lnTo>
                        <a:cubicBezTo>
                          <a:pt x="141464" y="0"/>
                          <a:pt x="150135" y="8672"/>
                          <a:pt x="150135" y="19414"/>
                        </a:cubicBezTo>
                        <a:lnTo>
                          <a:pt x="150135" y="43358"/>
                        </a:lnTo>
                        <a:cubicBezTo>
                          <a:pt x="150135" y="54100"/>
                          <a:pt x="141464" y="62772"/>
                          <a:pt x="130721" y="62772"/>
                        </a:cubicBezTo>
                        <a:close/>
                      </a:path>
                    </a:pathLst>
                  </a:custGeom>
                  <a:solidFill>
                    <a:srgbClr val="A44995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0" name="Freeform: Shape 49">
                    <a:extLst>
                      <a:ext uri="{FF2B5EF4-FFF2-40B4-BE49-F238E27FC236}">
                        <a16:creationId xmlns:a16="http://schemas.microsoft.com/office/drawing/2014/main" id="{9AA866CF-EF9F-E0DD-6661-774FC7202118}"/>
                      </a:ext>
                    </a:extLst>
                  </p:cNvPr>
                  <p:cNvSpPr/>
                  <p:nvPr/>
                </p:nvSpPr>
                <p:spPr>
                  <a:xfrm>
                    <a:off x="333048" y="3723310"/>
                    <a:ext cx="150135" cy="62772"/>
                  </a:xfrm>
                  <a:custGeom>
                    <a:avLst/>
                    <a:gdLst>
                      <a:gd name="connsiteX0" fmla="*/ 130721 w 150135"/>
                      <a:gd name="connsiteY0" fmla="*/ 62772 h 62772"/>
                      <a:gd name="connsiteX1" fmla="*/ 19414 w 150135"/>
                      <a:gd name="connsiteY1" fmla="*/ 62772 h 62772"/>
                      <a:gd name="connsiteX2" fmla="*/ 0 w 150135"/>
                      <a:gd name="connsiteY2" fmla="*/ 43358 h 62772"/>
                      <a:gd name="connsiteX3" fmla="*/ 0 w 150135"/>
                      <a:gd name="connsiteY3" fmla="*/ 19414 h 62772"/>
                      <a:gd name="connsiteX4" fmla="*/ 19414 w 150135"/>
                      <a:gd name="connsiteY4" fmla="*/ 0 h 62772"/>
                      <a:gd name="connsiteX5" fmla="*/ 130721 w 150135"/>
                      <a:gd name="connsiteY5" fmla="*/ 0 h 62772"/>
                      <a:gd name="connsiteX6" fmla="*/ 150135 w 150135"/>
                      <a:gd name="connsiteY6" fmla="*/ 19414 h 62772"/>
                      <a:gd name="connsiteX7" fmla="*/ 150135 w 150135"/>
                      <a:gd name="connsiteY7" fmla="*/ 43358 h 62772"/>
                      <a:gd name="connsiteX8" fmla="*/ 130721 w 150135"/>
                      <a:gd name="connsiteY8" fmla="*/ 62772 h 627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0135" h="62772">
                        <a:moveTo>
                          <a:pt x="130721" y="62772"/>
                        </a:moveTo>
                        <a:lnTo>
                          <a:pt x="19414" y="62772"/>
                        </a:lnTo>
                        <a:cubicBezTo>
                          <a:pt x="8672" y="62772"/>
                          <a:pt x="0" y="54100"/>
                          <a:pt x="0" y="43358"/>
                        </a:cubicBezTo>
                        <a:lnTo>
                          <a:pt x="0" y="19414"/>
                        </a:lnTo>
                        <a:cubicBezTo>
                          <a:pt x="0" y="8672"/>
                          <a:pt x="8672" y="0"/>
                          <a:pt x="19414" y="0"/>
                        </a:cubicBezTo>
                        <a:lnTo>
                          <a:pt x="130721" y="0"/>
                        </a:lnTo>
                        <a:cubicBezTo>
                          <a:pt x="141464" y="0"/>
                          <a:pt x="150135" y="8672"/>
                          <a:pt x="150135" y="19414"/>
                        </a:cubicBezTo>
                        <a:lnTo>
                          <a:pt x="150135" y="43358"/>
                        </a:lnTo>
                        <a:cubicBezTo>
                          <a:pt x="150135" y="54100"/>
                          <a:pt x="141464" y="62772"/>
                          <a:pt x="130721" y="62772"/>
                        </a:cubicBezTo>
                        <a:close/>
                      </a:path>
                    </a:pathLst>
                  </a:custGeom>
                  <a:solidFill>
                    <a:srgbClr val="A44995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2" name="Graphic 30">
                  <a:extLst>
                    <a:ext uri="{FF2B5EF4-FFF2-40B4-BE49-F238E27FC236}">
                      <a16:creationId xmlns:a16="http://schemas.microsoft.com/office/drawing/2014/main" id="{093AD2DF-B102-9760-49BA-9A2C2B0AC70B}"/>
                    </a:ext>
                  </a:extLst>
                </p:cNvPr>
                <p:cNvGrpSpPr/>
                <p:nvPr/>
              </p:nvGrpSpPr>
              <p:grpSpPr>
                <a:xfrm>
                  <a:off x="-41642" y="3811967"/>
                  <a:ext cx="547475" cy="62772"/>
                  <a:chOff x="-41642" y="3811967"/>
                  <a:chExt cx="547475" cy="62772"/>
                </a:xfrm>
                <a:solidFill>
                  <a:srgbClr val="A44995"/>
                </a:solidFill>
              </p:grpSpPr>
              <p:sp>
                <p:nvSpPr>
                  <p:cNvPr id="53" name="Freeform: Shape 52">
                    <a:extLst>
                      <a:ext uri="{FF2B5EF4-FFF2-40B4-BE49-F238E27FC236}">
                        <a16:creationId xmlns:a16="http://schemas.microsoft.com/office/drawing/2014/main" id="{0EE78E97-06F2-996A-2B20-C8BA1FA2C7FE}"/>
                      </a:ext>
                    </a:extLst>
                  </p:cNvPr>
                  <p:cNvSpPr/>
                  <p:nvPr/>
                </p:nvSpPr>
                <p:spPr>
                  <a:xfrm>
                    <a:off x="-41642" y="3811967"/>
                    <a:ext cx="83868" cy="62772"/>
                  </a:xfrm>
                  <a:custGeom>
                    <a:avLst/>
                    <a:gdLst>
                      <a:gd name="connsiteX0" fmla="*/ 0 w 83868"/>
                      <a:gd name="connsiteY0" fmla="*/ 62772 h 62772"/>
                      <a:gd name="connsiteX1" fmla="*/ 64455 w 83868"/>
                      <a:gd name="connsiteY1" fmla="*/ 62772 h 62772"/>
                      <a:gd name="connsiteX2" fmla="*/ 83869 w 83868"/>
                      <a:gd name="connsiteY2" fmla="*/ 43358 h 62772"/>
                      <a:gd name="connsiteX3" fmla="*/ 83869 w 83868"/>
                      <a:gd name="connsiteY3" fmla="*/ 19414 h 62772"/>
                      <a:gd name="connsiteX4" fmla="*/ 64455 w 83868"/>
                      <a:gd name="connsiteY4" fmla="*/ 0 h 62772"/>
                      <a:gd name="connsiteX5" fmla="*/ 0 w 83868"/>
                      <a:gd name="connsiteY5" fmla="*/ 0 h 62772"/>
                      <a:gd name="connsiteX6" fmla="*/ 0 w 83868"/>
                      <a:gd name="connsiteY6" fmla="*/ 62772 h 627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3868" h="62772">
                        <a:moveTo>
                          <a:pt x="0" y="62772"/>
                        </a:moveTo>
                        <a:lnTo>
                          <a:pt x="64455" y="62772"/>
                        </a:lnTo>
                        <a:cubicBezTo>
                          <a:pt x="75197" y="62772"/>
                          <a:pt x="83869" y="54100"/>
                          <a:pt x="83869" y="43358"/>
                        </a:cubicBezTo>
                        <a:lnTo>
                          <a:pt x="83869" y="19414"/>
                        </a:lnTo>
                        <a:cubicBezTo>
                          <a:pt x="83869" y="8672"/>
                          <a:pt x="75197" y="0"/>
                          <a:pt x="64455" y="0"/>
                        </a:cubicBezTo>
                        <a:lnTo>
                          <a:pt x="0" y="0"/>
                        </a:lnTo>
                        <a:lnTo>
                          <a:pt x="0" y="62772"/>
                        </a:lnTo>
                        <a:close/>
                      </a:path>
                    </a:pathLst>
                  </a:custGeom>
                  <a:solidFill>
                    <a:srgbClr val="A44995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4" name="Freeform: Shape 53">
                    <a:extLst>
                      <a:ext uri="{FF2B5EF4-FFF2-40B4-BE49-F238E27FC236}">
                        <a16:creationId xmlns:a16="http://schemas.microsoft.com/office/drawing/2014/main" id="{EEBE1377-0A5B-2294-19B5-D265F06A32CA}"/>
                      </a:ext>
                    </a:extLst>
                  </p:cNvPr>
                  <p:cNvSpPr/>
                  <p:nvPr/>
                </p:nvSpPr>
                <p:spPr>
                  <a:xfrm>
                    <a:off x="68111" y="3811967"/>
                    <a:ext cx="150135" cy="62772"/>
                  </a:xfrm>
                  <a:custGeom>
                    <a:avLst/>
                    <a:gdLst>
                      <a:gd name="connsiteX0" fmla="*/ 130721 w 150135"/>
                      <a:gd name="connsiteY0" fmla="*/ 62772 h 62772"/>
                      <a:gd name="connsiteX1" fmla="*/ 19414 w 150135"/>
                      <a:gd name="connsiteY1" fmla="*/ 62772 h 62772"/>
                      <a:gd name="connsiteX2" fmla="*/ 0 w 150135"/>
                      <a:gd name="connsiteY2" fmla="*/ 43358 h 62772"/>
                      <a:gd name="connsiteX3" fmla="*/ 0 w 150135"/>
                      <a:gd name="connsiteY3" fmla="*/ 19414 h 62772"/>
                      <a:gd name="connsiteX4" fmla="*/ 19414 w 150135"/>
                      <a:gd name="connsiteY4" fmla="*/ 0 h 62772"/>
                      <a:gd name="connsiteX5" fmla="*/ 130721 w 150135"/>
                      <a:gd name="connsiteY5" fmla="*/ 0 h 62772"/>
                      <a:gd name="connsiteX6" fmla="*/ 150135 w 150135"/>
                      <a:gd name="connsiteY6" fmla="*/ 19414 h 62772"/>
                      <a:gd name="connsiteX7" fmla="*/ 150135 w 150135"/>
                      <a:gd name="connsiteY7" fmla="*/ 43358 h 62772"/>
                      <a:gd name="connsiteX8" fmla="*/ 130721 w 150135"/>
                      <a:gd name="connsiteY8" fmla="*/ 62772 h 627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0135" h="62772">
                        <a:moveTo>
                          <a:pt x="130721" y="62772"/>
                        </a:moveTo>
                        <a:lnTo>
                          <a:pt x="19414" y="62772"/>
                        </a:lnTo>
                        <a:cubicBezTo>
                          <a:pt x="8672" y="62772"/>
                          <a:pt x="0" y="54100"/>
                          <a:pt x="0" y="43358"/>
                        </a:cubicBezTo>
                        <a:lnTo>
                          <a:pt x="0" y="19414"/>
                        </a:lnTo>
                        <a:cubicBezTo>
                          <a:pt x="0" y="8672"/>
                          <a:pt x="8672" y="0"/>
                          <a:pt x="19414" y="0"/>
                        </a:cubicBezTo>
                        <a:lnTo>
                          <a:pt x="130721" y="0"/>
                        </a:lnTo>
                        <a:cubicBezTo>
                          <a:pt x="141464" y="0"/>
                          <a:pt x="150135" y="8672"/>
                          <a:pt x="150135" y="19414"/>
                        </a:cubicBezTo>
                        <a:lnTo>
                          <a:pt x="150135" y="43358"/>
                        </a:lnTo>
                        <a:cubicBezTo>
                          <a:pt x="150135" y="54100"/>
                          <a:pt x="141464" y="62772"/>
                          <a:pt x="130721" y="62772"/>
                        </a:cubicBezTo>
                        <a:close/>
                      </a:path>
                    </a:pathLst>
                  </a:custGeom>
                  <a:solidFill>
                    <a:srgbClr val="A44995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5" name="Freeform: Shape 54">
                    <a:extLst>
                      <a:ext uri="{FF2B5EF4-FFF2-40B4-BE49-F238E27FC236}">
                        <a16:creationId xmlns:a16="http://schemas.microsoft.com/office/drawing/2014/main" id="{ABC3980C-0286-2A84-D98B-72F58EB1872D}"/>
                      </a:ext>
                    </a:extLst>
                  </p:cNvPr>
                  <p:cNvSpPr/>
                  <p:nvPr/>
                </p:nvSpPr>
                <p:spPr>
                  <a:xfrm>
                    <a:off x="244132" y="3811967"/>
                    <a:ext cx="150135" cy="62772"/>
                  </a:xfrm>
                  <a:custGeom>
                    <a:avLst/>
                    <a:gdLst>
                      <a:gd name="connsiteX0" fmla="*/ 130721 w 150135"/>
                      <a:gd name="connsiteY0" fmla="*/ 62772 h 62772"/>
                      <a:gd name="connsiteX1" fmla="*/ 19414 w 150135"/>
                      <a:gd name="connsiteY1" fmla="*/ 62772 h 62772"/>
                      <a:gd name="connsiteX2" fmla="*/ 0 w 150135"/>
                      <a:gd name="connsiteY2" fmla="*/ 43358 h 62772"/>
                      <a:gd name="connsiteX3" fmla="*/ 0 w 150135"/>
                      <a:gd name="connsiteY3" fmla="*/ 19414 h 62772"/>
                      <a:gd name="connsiteX4" fmla="*/ 19414 w 150135"/>
                      <a:gd name="connsiteY4" fmla="*/ 0 h 62772"/>
                      <a:gd name="connsiteX5" fmla="*/ 130721 w 150135"/>
                      <a:gd name="connsiteY5" fmla="*/ 0 h 62772"/>
                      <a:gd name="connsiteX6" fmla="*/ 150135 w 150135"/>
                      <a:gd name="connsiteY6" fmla="*/ 19414 h 62772"/>
                      <a:gd name="connsiteX7" fmla="*/ 150135 w 150135"/>
                      <a:gd name="connsiteY7" fmla="*/ 43358 h 62772"/>
                      <a:gd name="connsiteX8" fmla="*/ 130721 w 150135"/>
                      <a:gd name="connsiteY8" fmla="*/ 62772 h 627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0135" h="62772">
                        <a:moveTo>
                          <a:pt x="130721" y="62772"/>
                        </a:moveTo>
                        <a:lnTo>
                          <a:pt x="19414" y="62772"/>
                        </a:lnTo>
                        <a:cubicBezTo>
                          <a:pt x="8672" y="62772"/>
                          <a:pt x="0" y="54100"/>
                          <a:pt x="0" y="43358"/>
                        </a:cubicBezTo>
                        <a:lnTo>
                          <a:pt x="0" y="19414"/>
                        </a:lnTo>
                        <a:cubicBezTo>
                          <a:pt x="0" y="8672"/>
                          <a:pt x="8672" y="0"/>
                          <a:pt x="19414" y="0"/>
                        </a:cubicBezTo>
                        <a:lnTo>
                          <a:pt x="130721" y="0"/>
                        </a:lnTo>
                        <a:cubicBezTo>
                          <a:pt x="141464" y="0"/>
                          <a:pt x="150135" y="8672"/>
                          <a:pt x="150135" y="19414"/>
                        </a:cubicBezTo>
                        <a:lnTo>
                          <a:pt x="150135" y="43358"/>
                        </a:lnTo>
                        <a:cubicBezTo>
                          <a:pt x="150135" y="54100"/>
                          <a:pt x="141464" y="62772"/>
                          <a:pt x="130721" y="62772"/>
                        </a:cubicBezTo>
                        <a:close/>
                      </a:path>
                    </a:pathLst>
                  </a:custGeom>
                  <a:solidFill>
                    <a:srgbClr val="A44995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6" name="Freeform: Shape 55">
                    <a:extLst>
                      <a:ext uri="{FF2B5EF4-FFF2-40B4-BE49-F238E27FC236}">
                        <a16:creationId xmlns:a16="http://schemas.microsoft.com/office/drawing/2014/main" id="{37F4748E-CE3E-3BC2-5EAB-8295768ABFD3}"/>
                      </a:ext>
                    </a:extLst>
                  </p:cNvPr>
                  <p:cNvSpPr/>
                  <p:nvPr/>
                </p:nvSpPr>
                <p:spPr>
                  <a:xfrm>
                    <a:off x="420152" y="3811967"/>
                    <a:ext cx="85680" cy="62772"/>
                  </a:xfrm>
                  <a:custGeom>
                    <a:avLst/>
                    <a:gdLst>
                      <a:gd name="connsiteX0" fmla="*/ 85681 w 85680"/>
                      <a:gd name="connsiteY0" fmla="*/ 0 h 62772"/>
                      <a:gd name="connsiteX1" fmla="*/ 19414 w 85680"/>
                      <a:gd name="connsiteY1" fmla="*/ 0 h 62772"/>
                      <a:gd name="connsiteX2" fmla="*/ 0 w 85680"/>
                      <a:gd name="connsiteY2" fmla="*/ 19414 h 62772"/>
                      <a:gd name="connsiteX3" fmla="*/ 0 w 85680"/>
                      <a:gd name="connsiteY3" fmla="*/ 43358 h 62772"/>
                      <a:gd name="connsiteX4" fmla="*/ 19414 w 85680"/>
                      <a:gd name="connsiteY4" fmla="*/ 62772 h 62772"/>
                      <a:gd name="connsiteX5" fmla="*/ 85681 w 85680"/>
                      <a:gd name="connsiteY5" fmla="*/ 62772 h 62772"/>
                      <a:gd name="connsiteX6" fmla="*/ 85681 w 85680"/>
                      <a:gd name="connsiteY6" fmla="*/ 0 h 627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5680" h="62772">
                        <a:moveTo>
                          <a:pt x="85681" y="0"/>
                        </a:moveTo>
                        <a:lnTo>
                          <a:pt x="19414" y="0"/>
                        </a:lnTo>
                        <a:cubicBezTo>
                          <a:pt x="8672" y="0"/>
                          <a:pt x="0" y="8672"/>
                          <a:pt x="0" y="19414"/>
                        </a:cubicBezTo>
                        <a:lnTo>
                          <a:pt x="0" y="43358"/>
                        </a:lnTo>
                        <a:cubicBezTo>
                          <a:pt x="0" y="54100"/>
                          <a:pt x="8672" y="62772"/>
                          <a:pt x="19414" y="62772"/>
                        </a:cubicBezTo>
                        <a:lnTo>
                          <a:pt x="85681" y="62772"/>
                        </a:lnTo>
                        <a:lnTo>
                          <a:pt x="85681" y="0"/>
                        </a:lnTo>
                        <a:close/>
                      </a:path>
                    </a:pathLst>
                  </a:custGeom>
                  <a:solidFill>
                    <a:srgbClr val="A44995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7" name="Graphic 30">
                  <a:extLst>
                    <a:ext uri="{FF2B5EF4-FFF2-40B4-BE49-F238E27FC236}">
                      <a16:creationId xmlns:a16="http://schemas.microsoft.com/office/drawing/2014/main" id="{B6840D11-05D7-C4F3-27AE-DBE671A6F6E1}"/>
                    </a:ext>
                  </a:extLst>
                </p:cNvPr>
                <p:cNvGrpSpPr/>
                <p:nvPr/>
              </p:nvGrpSpPr>
              <p:grpSpPr>
                <a:xfrm>
                  <a:off x="-18992" y="3900624"/>
                  <a:ext cx="502176" cy="62772"/>
                  <a:chOff x="-18992" y="3900624"/>
                  <a:chExt cx="502176" cy="62772"/>
                </a:xfrm>
                <a:solidFill>
                  <a:srgbClr val="A44995"/>
                </a:solidFill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24413A7B-8F2D-5F32-7166-01F437531BBE}"/>
                      </a:ext>
                    </a:extLst>
                  </p:cNvPr>
                  <p:cNvSpPr/>
                  <p:nvPr/>
                </p:nvSpPr>
                <p:spPr>
                  <a:xfrm>
                    <a:off x="-18992" y="3900624"/>
                    <a:ext cx="150135" cy="62772"/>
                  </a:xfrm>
                  <a:custGeom>
                    <a:avLst/>
                    <a:gdLst>
                      <a:gd name="connsiteX0" fmla="*/ 130721 w 150135"/>
                      <a:gd name="connsiteY0" fmla="*/ 62772 h 62772"/>
                      <a:gd name="connsiteX1" fmla="*/ 19414 w 150135"/>
                      <a:gd name="connsiteY1" fmla="*/ 62772 h 62772"/>
                      <a:gd name="connsiteX2" fmla="*/ 0 w 150135"/>
                      <a:gd name="connsiteY2" fmla="*/ 43358 h 62772"/>
                      <a:gd name="connsiteX3" fmla="*/ 0 w 150135"/>
                      <a:gd name="connsiteY3" fmla="*/ 19414 h 62772"/>
                      <a:gd name="connsiteX4" fmla="*/ 19414 w 150135"/>
                      <a:gd name="connsiteY4" fmla="*/ 0 h 62772"/>
                      <a:gd name="connsiteX5" fmla="*/ 130721 w 150135"/>
                      <a:gd name="connsiteY5" fmla="*/ 0 h 62772"/>
                      <a:gd name="connsiteX6" fmla="*/ 150135 w 150135"/>
                      <a:gd name="connsiteY6" fmla="*/ 19414 h 62772"/>
                      <a:gd name="connsiteX7" fmla="*/ 150135 w 150135"/>
                      <a:gd name="connsiteY7" fmla="*/ 43358 h 62772"/>
                      <a:gd name="connsiteX8" fmla="*/ 130721 w 150135"/>
                      <a:gd name="connsiteY8" fmla="*/ 62772 h 627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0135" h="62772">
                        <a:moveTo>
                          <a:pt x="130721" y="62772"/>
                        </a:moveTo>
                        <a:lnTo>
                          <a:pt x="19414" y="62772"/>
                        </a:lnTo>
                        <a:cubicBezTo>
                          <a:pt x="8672" y="62772"/>
                          <a:pt x="0" y="54100"/>
                          <a:pt x="0" y="43358"/>
                        </a:cubicBezTo>
                        <a:lnTo>
                          <a:pt x="0" y="19414"/>
                        </a:lnTo>
                        <a:cubicBezTo>
                          <a:pt x="0" y="8672"/>
                          <a:pt x="8672" y="0"/>
                          <a:pt x="19414" y="0"/>
                        </a:cubicBezTo>
                        <a:lnTo>
                          <a:pt x="130721" y="0"/>
                        </a:lnTo>
                        <a:cubicBezTo>
                          <a:pt x="141464" y="0"/>
                          <a:pt x="150135" y="8672"/>
                          <a:pt x="150135" y="19414"/>
                        </a:cubicBezTo>
                        <a:lnTo>
                          <a:pt x="150135" y="43358"/>
                        </a:lnTo>
                        <a:cubicBezTo>
                          <a:pt x="150135" y="54100"/>
                          <a:pt x="141464" y="62772"/>
                          <a:pt x="130721" y="62772"/>
                        </a:cubicBezTo>
                        <a:close/>
                      </a:path>
                    </a:pathLst>
                  </a:custGeom>
                  <a:solidFill>
                    <a:srgbClr val="A44995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FA6D95F9-670E-F169-2DFC-771BDDB8261E}"/>
                      </a:ext>
                    </a:extLst>
                  </p:cNvPr>
                  <p:cNvSpPr/>
                  <p:nvPr/>
                </p:nvSpPr>
                <p:spPr>
                  <a:xfrm>
                    <a:off x="157027" y="3900624"/>
                    <a:ext cx="150135" cy="62772"/>
                  </a:xfrm>
                  <a:custGeom>
                    <a:avLst/>
                    <a:gdLst>
                      <a:gd name="connsiteX0" fmla="*/ 130721 w 150135"/>
                      <a:gd name="connsiteY0" fmla="*/ 62772 h 62772"/>
                      <a:gd name="connsiteX1" fmla="*/ 19414 w 150135"/>
                      <a:gd name="connsiteY1" fmla="*/ 62772 h 62772"/>
                      <a:gd name="connsiteX2" fmla="*/ 0 w 150135"/>
                      <a:gd name="connsiteY2" fmla="*/ 43358 h 62772"/>
                      <a:gd name="connsiteX3" fmla="*/ 0 w 150135"/>
                      <a:gd name="connsiteY3" fmla="*/ 19414 h 62772"/>
                      <a:gd name="connsiteX4" fmla="*/ 19414 w 150135"/>
                      <a:gd name="connsiteY4" fmla="*/ 0 h 62772"/>
                      <a:gd name="connsiteX5" fmla="*/ 130721 w 150135"/>
                      <a:gd name="connsiteY5" fmla="*/ 0 h 62772"/>
                      <a:gd name="connsiteX6" fmla="*/ 150135 w 150135"/>
                      <a:gd name="connsiteY6" fmla="*/ 19414 h 62772"/>
                      <a:gd name="connsiteX7" fmla="*/ 150135 w 150135"/>
                      <a:gd name="connsiteY7" fmla="*/ 43358 h 62772"/>
                      <a:gd name="connsiteX8" fmla="*/ 130721 w 150135"/>
                      <a:gd name="connsiteY8" fmla="*/ 62772 h 627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0135" h="62772">
                        <a:moveTo>
                          <a:pt x="130721" y="62772"/>
                        </a:moveTo>
                        <a:lnTo>
                          <a:pt x="19414" y="62772"/>
                        </a:lnTo>
                        <a:cubicBezTo>
                          <a:pt x="8672" y="62772"/>
                          <a:pt x="0" y="54100"/>
                          <a:pt x="0" y="43358"/>
                        </a:cubicBezTo>
                        <a:lnTo>
                          <a:pt x="0" y="19414"/>
                        </a:lnTo>
                        <a:cubicBezTo>
                          <a:pt x="0" y="8672"/>
                          <a:pt x="8672" y="0"/>
                          <a:pt x="19414" y="0"/>
                        </a:cubicBezTo>
                        <a:lnTo>
                          <a:pt x="130721" y="0"/>
                        </a:lnTo>
                        <a:cubicBezTo>
                          <a:pt x="141464" y="0"/>
                          <a:pt x="150135" y="8672"/>
                          <a:pt x="150135" y="19414"/>
                        </a:cubicBezTo>
                        <a:lnTo>
                          <a:pt x="150135" y="43358"/>
                        </a:lnTo>
                        <a:cubicBezTo>
                          <a:pt x="150135" y="54100"/>
                          <a:pt x="141464" y="62772"/>
                          <a:pt x="130721" y="62772"/>
                        </a:cubicBezTo>
                        <a:close/>
                      </a:path>
                    </a:pathLst>
                  </a:custGeom>
                  <a:solidFill>
                    <a:srgbClr val="A44995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0" name="Freeform: Shape 59">
                    <a:extLst>
                      <a:ext uri="{FF2B5EF4-FFF2-40B4-BE49-F238E27FC236}">
                        <a16:creationId xmlns:a16="http://schemas.microsoft.com/office/drawing/2014/main" id="{25270486-DBB2-AAE1-0CA2-6A6667091E72}"/>
                      </a:ext>
                    </a:extLst>
                  </p:cNvPr>
                  <p:cNvSpPr/>
                  <p:nvPr/>
                </p:nvSpPr>
                <p:spPr>
                  <a:xfrm>
                    <a:off x="333048" y="3900624"/>
                    <a:ext cx="150135" cy="62772"/>
                  </a:xfrm>
                  <a:custGeom>
                    <a:avLst/>
                    <a:gdLst>
                      <a:gd name="connsiteX0" fmla="*/ 130721 w 150135"/>
                      <a:gd name="connsiteY0" fmla="*/ 62772 h 62772"/>
                      <a:gd name="connsiteX1" fmla="*/ 19414 w 150135"/>
                      <a:gd name="connsiteY1" fmla="*/ 62772 h 62772"/>
                      <a:gd name="connsiteX2" fmla="*/ 0 w 150135"/>
                      <a:gd name="connsiteY2" fmla="*/ 43358 h 62772"/>
                      <a:gd name="connsiteX3" fmla="*/ 0 w 150135"/>
                      <a:gd name="connsiteY3" fmla="*/ 19414 h 62772"/>
                      <a:gd name="connsiteX4" fmla="*/ 19414 w 150135"/>
                      <a:gd name="connsiteY4" fmla="*/ 0 h 62772"/>
                      <a:gd name="connsiteX5" fmla="*/ 130721 w 150135"/>
                      <a:gd name="connsiteY5" fmla="*/ 0 h 62772"/>
                      <a:gd name="connsiteX6" fmla="*/ 150135 w 150135"/>
                      <a:gd name="connsiteY6" fmla="*/ 19414 h 62772"/>
                      <a:gd name="connsiteX7" fmla="*/ 150135 w 150135"/>
                      <a:gd name="connsiteY7" fmla="*/ 43358 h 62772"/>
                      <a:gd name="connsiteX8" fmla="*/ 130721 w 150135"/>
                      <a:gd name="connsiteY8" fmla="*/ 62772 h 627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0135" h="62772">
                        <a:moveTo>
                          <a:pt x="130721" y="62772"/>
                        </a:moveTo>
                        <a:lnTo>
                          <a:pt x="19414" y="62772"/>
                        </a:lnTo>
                        <a:cubicBezTo>
                          <a:pt x="8672" y="62772"/>
                          <a:pt x="0" y="54100"/>
                          <a:pt x="0" y="43358"/>
                        </a:cubicBezTo>
                        <a:lnTo>
                          <a:pt x="0" y="19414"/>
                        </a:lnTo>
                        <a:cubicBezTo>
                          <a:pt x="0" y="8672"/>
                          <a:pt x="8672" y="0"/>
                          <a:pt x="19414" y="0"/>
                        </a:cubicBezTo>
                        <a:lnTo>
                          <a:pt x="130721" y="0"/>
                        </a:lnTo>
                        <a:cubicBezTo>
                          <a:pt x="141464" y="0"/>
                          <a:pt x="150135" y="8672"/>
                          <a:pt x="150135" y="19414"/>
                        </a:cubicBezTo>
                        <a:lnTo>
                          <a:pt x="150135" y="43358"/>
                        </a:lnTo>
                        <a:cubicBezTo>
                          <a:pt x="150135" y="54100"/>
                          <a:pt x="141464" y="62772"/>
                          <a:pt x="130721" y="62772"/>
                        </a:cubicBezTo>
                        <a:close/>
                      </a:path>
                    </a:pathLst>
                  </a:custGeom>
                  <a:solidFill>
                    <a:srgbClr val="A44995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61" name="Graphic 30">
                  <a:extLst>
                    <a:ext uri="{FF2B5EF4-FFF2-40B4-BE49-F238E27FC236}">
                      <a16:creationId xmlns:a16="http://schemas.microsoft.com/office/drawing/2014/main" id="{1EF3998E-C92B-76F8-7B77-FC1A95E3FFA2}"/>
                    </a:ext>
                  </a:extLst>
                </p:cNvPr>
                <p:cNvGrpSpPr/>
                <p:nvPr/>
              </p:nvGrpSpPr>
              <p:grpSpPr>
                <a:xfrm>
                  <a:off x="-41642" y="3989282"/>
                  <a:ext cx="547475" cy="62772"/>
                  <a:chOff x="-41642" y="3989282"/>
                  <a:chExt cx="547475" cy="62772"/>
                </a:xfrm>
                <a:solidFill>
                  <a:srgbClr val="A44995"/>
                </a:solidFill>
              </p:grpSpPr>
              <p:sp>
                <p:nvSpPr>
                  <p:cNvPr id="62" name="Freeform: Shape 61">
                    <a:extLst>
                      <a:ext uri="{FF2B5EF4-FFF2-40B4-BE49-F238E27FC236}">
                        <a16:creationId xmlns:a16="http://schemas.microsoft.com/office/drawing/2014/main" id="{8916FBB5-0260-6B12-77A6-3B7839B76B9D}"/>
                      </a:ext>
                    </a:extLst>
                  </p:cNvPr>
                  <p:cNvSpPr/>
                  <p:nvPr/>
                </p:nvSpPr>
                <p:spPr>
                  <a:xfrm>
                    <a:off x="-41642" y="3989282"/>
                    <a:ext cx="83868" cy="62772"/>
                  </a:xfrm>
                  <a:custGeom>
                    <a:avLst/>
                    <a:gdLst>
                      <a:gd name="connsiteX0" fmla="*/ 0 w 83868"/>
                      <a:gd name="connsiteY0" fmla="*/ 62772 h 62772"/>
                      <a:gd name="connsiteX1" fmla="*/ 64455 w 83868"/>
                      <a:gd name="connsiteY1" fmla="*/ 62772 h 62772"/>
                      <a:gd name="connsiteX2" fmla="*/ 83869 w 83868"/>
                      <a:gd name="connsiteY2" fmla="*/ 43358 h 62772"/>
                      <a:gd name="connsiteX3" fmla="*/ 83869 w 83868"/>
                      <a:gd name="connsiteY3" fmla="*/ 19414 h 62772"/>
                      <a:gd name="connsiteX4" fmla="*/ 64455 w 83868"/>
                      <a:gd name="connsiteY4" fmla="*/ 0 h 62772"/>
                      <a:gd name="connsiteX5" fmla="*/ 0 w 83868"/>
                      <a:gd name="connsiteY5" fmla="*/ 0 h 62772"/>
                      <a:gd name="connsiteX6" fmla="*/ 0 w 83868"/>
                      <a:gd name="connsiteY6" fmla="*/ 62772 h 627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3868" h="62772">
                        <a:moveTo>
                          <a:pt x="0" y="62772"/>
                        </a:moveTo>
                        <a:lnTo>
                          <a:pt x="64455" y="62772"/>
                        </a:lnTo>
                        <a:cubicBezTo>
                          <a:pt x="75197" y="62772"/>
                          <a:pt x="83869" y="54100"/>
                          <a:pt x="83869" y="43358"/>
                        </a:cubicBezTo>
                        <a:lnTo>
                          <a:pt x="83869" y="19414"/>
                        </a:lnTo>
                        <a:cubicBezTo>
                          <a:pt x="83869" y="8672"/>
                          <a:pt x="75197" y="0"/>
                          <a:pt x="64455" y="0"/>
                        </a:cubicBezTo>
                        <a:lnTo>
                          <a:pt x="0" y="0"/>
                        </a:lnTo>
                        <a:lnTo>
                          <a:pt x="0" y="62772"/>
                        </a:lnTo>
                        <a:close/>
                      </a:path>
                    </a:pathLst>
                  </a:custGeom>
                  <a:solidFill>
                    <a:srgbClr val="A44995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3" name="Freeform: Shape 62">
                    <a:extLst>
                      <a:ext uri="{FF2B5EF4-FFF2-40B4-BE49-F238E27FC236}">
                        <a16:creationId xmlns:a16="http://schemas.microsoft.com/office/drawing/2014/main" id="{E13F23A5-DDBA-2869-DA21-DBB31F26A77A}"/>
                      </a:ext>
                    </a:extLst>
                  </p:cNvPr>
                  <p:cNvSpPr/>
                  <p:nvPr/>
                </p:nvSpPr>
                <p:spPr>
                  <a:xfrm>
                    <a:off x="68111" y="3989282"/>
                    <a:ext cx="150135" cy="62772"/>
                  </a:xfrm>
                  <a:custGeom>
                    <a:avLst/>
                    <a:gdLst>
                      <a:gd name="connsiteX0" fmla="*/ 130721 w 150135"/>
                      <a:gd name="connsiteY0" fmla="*/ 62772 h 62772"/>
                      <a:gd name="connsiteX1" fmla="*/ 19414 w 150135"/>
                      <a:gd name="connsiteY1" fmla="*/ 62772 h 62772"/>
                      <a:gd name="connsiteX2" fmla="*/ 0 w 150135"/>
                      <a:gd name="connsiteY2" fmla="*/ 43358 h 62772"/>
                      <a:gd name="connsiteX3" fmla="*/ 0 w 150135"/>
                      <a:gd name="connsiteY3" fmla="*/ 19414 h 62772"/>
                      <a:gd name="connsiteX4" fmla="*/ 19414 w 150135"/>
                      <a:gd name="connsiteY4" fmla="*/ 0 h 62772"/>
                      <a:gd name="connsiteX5" fmla="*/ 130721 w 150135"/>
                      <a:gd name="connsiteY5" fmla="*/ 0 h 62772"/>
                      <a:gd name="connsiteX6" fmla="*/ 150135 w 150135"/>
                      <a:gd name="connsiteY6" fmla="*/ 19414 h 62772"/>
                      <a:gd name="connsiteX7" fmla="*/ 150135 w 150135"/>
                      <a:gd name="connsiteY7" fmla="*/ 43358 h 62772"/>
                      <a:gd name="connsiteX8" fmla="*/ 130721 w 150135"/>
                      <a:gd name="connsiteY8" fmla="*/ 62772 h 627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0135" h="62772">
                        <a:moveTo>
                          <a:pt x="130721" y="62772"/>
                        </a:moveTo>
                        <a:lnTo>
                          <a:pt x="19414" y="62772"/>
                        </a:lnTo>
                        <a:cubicBezTo>
                          <a:pt x="8672" y="62772"/>
                          <a:pt x="0" y="54100"/>
                          <a:pt x="0" y="43358"/>
                        </a:cubicBezTo>
                        <a:lnTo>
                          <a:pt x="0" y="19414"/>
                        </a:lnTo>
                        <a:cubicBezTo>
                          <a:pt x="0" y="8672"/>
                          <a:pt x="8672" y="0"/>
                          <a:pt x="19414" y="0"/>
                        </a:cubicBezTo>
                        <a:lnTo>
                          <a:pt x="130721" y="0"/>
                        </a:lnTo>
                        <a:cubicBezTo>
                          <a:pt x="141464" y="0"/>
                          <a:pt x="150135" y="8672"/>
                          <a:pt x="150135" y="19414"/>
                        </a:cubicBezTo>
                        <a:lnTo>
                          <a:pt x="150135" y="43358"/>
                        </a:lnTo>
                        <a:cubicBezTo>
                          <a:pt x="150135" y="54100"/>
                          <a:pt x="141464" y="62772"/>
                          <a:pt x="130721" y="62772"/>
                        </a:cubicBezTo>
                        <a:close/>
                      </a:path>
                    </a:pathLst>
                  </a:custGeom>
                  <a:solidFill>
                    <a:srgbClr val="A44995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4" name="Freeform: Shape 63">
                    <a:extLst>
                      <a:ext uri="{FF2B5EF4-FFF2-40B4-BE49-F238E27FC236}">
                        <a16:creationId xmlns:a16="http://schemas.microsoft.com/office/drawing/2014/main" id="{CF22C49A-C87C-9C74-4E46-973EE7AB24D2}"/>
                      </a:ext>
                    </a:extLst>
                  </p:cNvPr>
                  <p:cNvSpPr/>
                  <p:nvPr/>
                </p:nvSpPr>
                <p:spPr>
                  <a:xfrm>
                    <a:off x="244132" y="3989282"/>
                    <a:ext cx="150135" cy="62772"/>
                  </a:xfrm>
                  <a:custGeom>
                    <a:avLst/>
                    <a:gdLst>
                      <a:gd name="connsiteX0" fmla="*/ 130721 w 150135"/>
                      <a:gd name="connsiteY0" fmla="*/ 62772 h 62772"/>
                      <a:gd name="connsiteX1" fmla="*/ 19414 w 150135"/>
                      <a:gd name="connsiteY1" fmla="*/ 62772 h 62772"/>
                      <a:gd name="connsiteX2" fmla="*/ 0 w 150135"/>
                      <a:gd name="connsiteY2" fmla="*/ 43358 h 62772"/>
                      <a:gd name="connsiteX3" fmla="*/ 0 w 150135"/>
                      <a:gd name="connsiteY3" fmla="*/ 19414 h 62772"/>
                      <a:gd name="connsiteX4" fmla="*/ 19414 w 150135"/>
                      <a:gd name="connsiteY4" fmla="*/ 0 h 62772"/>
                      <a:gd name="connsiteX5" fmla="*/ 130721 w 150135"/>
                      <a:gd name="connsiteY5" fmla="*/ 0 h 62772"/>
                      <a:gd name="connsiteX6" fmla="*/ 150135 w 150135"/>
                      <a:gd name="connsiteY6" fmla="*/ 19414 h 62772"/>
                      <a:gd name="connsiteX7" fmla="*/ 150135 w 150135"/>
                      <a:gd name="connsiteY7" fmla="*/ 43358 h 62772"/>
                      <a:gd name="connsiteX8" fmla="*/ 130721 w 150135"/>
                      <a:gd name="connsiteY8" fmla="*/ 62772 h 627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0135" h="62772">
                        <a:moveTo>
                          <a:pt x="130721" y="62772"/>
                        </a:moveTo>
                        <a:lnTo>
                          <a:pt x="19414" y="62772"/>
                        </a:lnTo>
                        <a:cubicBezTo>
                          <a:pt x="8672" y="62772"/>
                          <a:pt x="0" y="54100"/>
                          <a:pt x="0" y="43358"/>
                        </a:cubicBezTo>
                        <a:lnTo>
                          <a:pt x="0" y="19414"/>
                        </a:lnTo>
                        <a:cubicBezTo>
                          <a:pt x="0" y="8672"/>
                          <a:pt x="8672" y="0"/>
                          <a:pt x="19414" y="0"/>
                        </a:cubicBezTo>
                        <a:lnTo>
                          <a:pt x="130721" y="0"/>
                        </a:lnTo>
                        <a:cubicBezTo>
                          <a:pt x="141464" y="0"/>
                          <a:pt x="150135" y="8672"/>
                          <a:pt x="150135" y="19414"/>
                        </a:cubicBezTo>
                        <a:lnTo>
                          <a:pt x="150135" y="43358"/>
                        </a:lnTo>
                        <a:cubicBezTo>
                          <a:pt x="150135" y="54100"/>
                          <a:pt x="141464" y="62772"/>
                          <a:pt x="130721" y="62772"/>
                        </a:cubicBezTo>
                        <a:close/>
                      </a:path>
                    </a:pathLst>
                  </a:custGeom>
                  <a:solidFill>
                    <a:srgbClr val="A44995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5" name="Freeform: Shape 64">
                    <a:extLst>
                      <a:ext uri="{FF2B5EF4-FFF2-40B4-BE49-F238E27FC236}">
                        <a16:creationId xmlns:a16="http://schemas.microsoft.com/office/drawing/2014/main" id="{71E23C46-C94F-F442-55CC-0E5D8FAAAD65}"/>
                      </a:ext>
                    </a:extLst>
                  </p:cNvPr>
                  <p:cNvSpPr/>
                  <p:nvPr/>
                </p:nvSpPr>
                <p:spPr>
                  <a:xfrm>
                    <a:off x="420152" y="3989282"/>
                    <a:ext cx="85680" cy="62772"/>
                  </a:xfrm>
                  <a:custGeom>
                    <a:avLst/>
                    <a:gdLst>
                      <a:gd name="connsiteX0" fmla="*/ 85681 w 85680"/>
                      <a:gd name="connsiteY0" fmla="*/ 0 h 62772"/>
                      <a:gd name="connsiteX1" fmla="*/ 19414 w 85680"/>
                      <a:gd name="connsiteY1" fmla="*/ 0 h 62772"/>
                      <a:gd name="connsiteX2" fmla="*/ 0 w 85680"/>
                      <a:gd name="connsiteY2" fmla="*/ 19414 h 62772"/>
                      <a:gd name="connsiteX3" fmla="*/ 0 w 85680"/>
                      <a:gd name="connsiteY3" fmla="*/ 43358 h 62772"/>
                      <a:gd name="connsiteX4" fmla="*/ 19414 w 85680"/>
                      <a:gd name="connsiteY4" fmla="*/ 62772 h 62772"/>
                      <a:gd name="connsiteX5" fmla="*/ 85681 w 85680"/>
                      <a:gd name="connsiteY5" fmla="*/ 62772 h 62772"/>
                      <a:gd name="connsiteX6" fmla="*/ 85681 w 85680"/>
                      <a:gd name="connsiteY6" fmla="*/ 0 h 627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5680" h="62772">
                        <a:moveTo>
                          <a:pt x="85681" y="0"/>
                        </a:moveTo>
                        <a:lnTo>
                          <a:pt x="19414" y="0"/>
                        </a:lnTo>
                        <a:cubicBezTo>
                          <a:pt x="8672" y="0"/>
                          <a:pt x="0" y="8672"/>
                          <a:pt x="0" y="19414"/>
                        </a:cubicBezTo>
                        <a:lnTo>
                          <a:pt x="0" y="43358"/>
                        </a:lnTo>
                        <a:cubicBezTo>
                          <a:pt x="0" y="54100"/>
                          <a:pt x="8672" y="62772"/>
                          <a:pt x="19414" y="62772"/>
                        </a:cubicBezTo>
                        <a:lnTo>
                          <a:pt x="85681" y="62772"/>
                        </a:lnTo>
                        <a:lnTo>
                          <a:pt x="85681" y="0"/>
                        </a:lnTo>
                        <a:close/>
                      </a:path>
                    </a:pathLst>
                  </a:custGeom>
                  <a:solidFill>
                    <a:srgbClr val="A44995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66" name="Graphic 30">
                  <a:extLst>
                    <a:ext uri="{FF2B5EF4-FFF2-40B4-BE49-F238E27FC236}">
                      <a16:creationId xmlns:a16="http://schemas.microsoft.com/office/drawing/2014/main" id="{A452FEA9-394F-57E1-4E59-6F07B453FFEA}"/>
                    </a:ext>
                  </a:extLst>
                </p:cNvPr>
                <p:cNvGrpSpPr/>
                <p:nvPr/>
              </p:nvGrpSpPr>
              <p:grpSpPr>
                <a:xfrm>
                  <a:off x="-18992" y="3753725"/>
                  <a:ext cx="502176" cy="32356"/>
                  <a:chOff x="-18992" y="3753725"/>
                  <a:chExt cx="502176" cy="32356"/>
                </a:xfrm>
                <a:solidFill>
                  <a:srgbClr val="952584"/>
                </a:solidFill>
              </p:grpSpPr>
              <p:sp>
                <p:nvSpPr>
                  <p:cNvPr id="67" name="Freeform: Shape 66">
                    <a:extLst>
                      <a:ext uri="{FF2B5EF4-FFF2-40B4-BE49-F238E27FC236}">
                        <a16:creationId xmlns:a16="http://schemas.microsoft.com/office/drawing/2014/main" id="{B9D77C4D-48CA-6225-1CD8-1CD054993C93}"/>
                      </a:ext>
                    </a:extLst>
                  </p:cNvPr>
                  <p:cNvSpPr/>
                  <p:nvPr/>
                </p:nvSpPr>
                <p:spPr>
                  <a:xfrm>
                    <a:off x="-18992" y="3753725"/>
                    <a:ext cx="150135" cy="32356"/>
                  </a:xfrm>
                  <a:custGeom>
                    <a:avLst/>
                    <a:gdLst>
                      <a:gd name="connsiteX0" fmla="*/ 130721 w 150135"/>
                      <a:gd name="connsiteY0" fmla="*/ 19414 h 32356"/>
                      <a:gd name="connsiteX1" fmla="*/ 19414 w 150135"/>
                      <a:gd name="connsiteY1" fmla="*/ 19414 h 32356"/>
                      <a:gd name="connsiteX2" fmla="*/ 0 w 150135"/>
                      <a:gd name="connsiteY2" fmla="*/ 0 h 32356"/>
                      <a:gd name="connsiteX3" fmla="*/ 0 w 150135"/>
                      <a:gd name="connsiteY3" fmla="*/ 12943 h 32356"/>
                      <a:gd name="connsiteX4" fmla="*/ 19414 w 150135"/>
                      <a:gd name="connsiteY4" fmla="*/ 32357 h 32356"/>
                      <a:gd name="connsiteX5" fmla="*/ 130721 w 150135"/>
                      <a:gd name="connsiteY5" fmla="*/ 32357 h 32356"/>
                      <a:gd name="connsiteX6" fmla="*/ 150135 w 150135"/>
                      <a:gd name="connsiteY6" fmla="*/ 12943 h 32356"/>
                      <a:gd name="connsiteX7" fmla="*/ 150135 w 150135"/>
                      <a:gd name="connsiteY7" fmla="*/ 0 h 32356"/>
                      <a:gd name="connsiteX8" fmla="*/ 130721 w 150135"/>
                      <a:gd name="connsiteY8" fmla="*/ 19414 h 323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0135" h="32356">
                        <a:moveTo>
                          <a:pt x="130721" y="19414"/>
                        </a:moveTo>
                        <a:lnTo>
                          <a:pt x="19414" y="19414"/>
                        </a:lnTo>
                        <a:cubicBezTo>
                          <a:pt x="8672" y="19414"/>
                          <a:pt x="0" y="10742"/>
                          <a:pt x="0" y="0"/>
                        </a:cubicBezTo>
                        <a:lnTo>
                          <a:pt x="0" y="12943"/>
                        </a:lnTo>
                        <a:cubicBezTo>
                          <a:pt x="0" y="23685"/>
                          <a:pt x="8672" y="32357"/>
                          <a:pt x="19414" y="32357"/>
                        </a:cubicBezTo>
                        <a:lnTo>
                          <a:pt x="130721" y="32357"/>
                        </a:lnTo>
                        <a:cubicBezTo>
                          <a:pt x="141464" y="32357"/>
                          <a:pt x="150135" y="23685"/>
                          <a:pt x="150135" y="12943"/>
                        </a:cubicBezTo>
                        <a:lnTo>
                          <a:pt x="150135" y="0"/>
                        </a:lnTo>
                        <a:cubicBezTo>
                          <a:pt x="150135" y="10742"/>
                          <a:pt x="141464" y="19414"/>
                          <a:pt x="130721" y="19414"/>
                        </a:cubicBezTo>
                        <a:close/>
                      </a:path>
                    </a:pathLst>
                  </a:custGeom>
                  <a:solidFill>
                    <a:srgbClr val="952584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8" name="Freeform: Shape 67">
                    <a:extLst>
                      <a:ext uri="{FF2B5EF4-FFF2-40B4-BE49-F238E27FC236}">
                        <a16:creationId xmlns:a16="http://schemas.microsoft.com/office/drawing/2014/main" id="{467D74FC-21F8-0928-1584-5700B4852067}"/>
                      </a:ext>
                    </a:extLst>
                  </p:cNvPr>
                  <p:cNvSpPr/>
                  <p:nvPr/>
                </p:nvSpPr>
                <p:spPr>
                  <a:xfrm>
                    <a:off x="157027" y="3753725"/>
                    <a:ext cx="150135" cy="32356"/>
                  </a:xfrm>
                  <a:custGeom>
                    <a:avLst/>
                    <a:gdLst>
                      <a:gd name="connsiteX0" fmla="*/ 130721 w 150135"/>
                      <a:gd name="connsiteY0" fmla="*/ 19414 h 32356"/>
                      <a:gd name="connsiteX1" fmla="*/ 19414 w 150135"/>
                      <a:gd name="connsiteY1" fmla="*/ 19414 h 32356"/>
                      <a:gd name="connsiteX2" fmla="*/ 0 w 150135"/>
                      <a:gd name="connsiteY2" fmla="*/ 0 h 32356"/>
                      <a:gd name="connsiteX3" fmla="*/ 0 w 150135"/>
                      <a:gd name="connsiteY3" fmla="*/ 12943 h 32356"/>
                      <a:gd name="connsiteX4" fmla="*/ 19414 w 150135"/>
                      <a:gd name="connsiteY4" fmla="*/ 32357 h 32356"/>
                      <a:gd name="connsiteX5" fmla="*/ 130721 w 150135"/>
                      <a:gd name="connsiteY5" fmla="*/ 32357 h 32356"/>
                      <a:gd name="connsiteX6" fmla="*/ 150135 w 150135"/>
                      <a:gd name="connsiteY6" fmla="*/ 12943 h 32356"/>
                      <a:gd name="connsiteX7" fmla="*/ 150135 w 150135"/>
                      <a:gd name="connsiteY7" fmla="*/ 0 h 32356"/>
                      <a:gd name="connsiteX8" fmla="*/ 130721 w 150135"/>
                      <a:gd name="connsiteY8" fmla="*/ 19414 h 323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0135" h="32356">
                        <a:moveTo>
                          <a:pt x="130721" y="19414"/>
                        </a:moveTo>
                        <a:lnTo>
                          <a:pt x="19414" y="19414"/>
                        </a:lnTo>
                        <a:cubicBezTo>
                          <a:pt x="8672" y="19414"/>
                          <a:pt x="0" y="10742"/>
                          <a:pt x="0" y="0"/>
                        </a:cubicBezTo>
                        <a:lnTo>
                          <a:pt x="0" y="12943"/>
                        </a:lnTo>
                        <a:cubicBezTo>
                          <a:pt x="0" y="23685"/>
                          <a:pt x="8672" y="32357"/>
                          <a:pt x="19414" y="32357"/>
                        </a:cubicBezTo>
                        <a:lnTo>
                          <a:pt x="130721" y="32357"/>
                        </a:lnTo>
                        <a:cubicBezTo>
                          <a:pt x="141464" y="32357"/>
                          <a:pt x="150135" y="23685"/>
                          <a:pt x="150135" y="12943"/>
                        </a:cubicBezTo>
                        <a:lnTo>
                          <a:pt x="150135" y="0"/>
                        </a:lnTo>
                        <a:cubicBezTo>
                          <a:pt x="150135" y="10742"/>
                          <a:pt x="141464" y="19414"/>
                          <a:pt x="130721" y="19414"/>
                        </a:cubicBezTo>
                        <a:close/>
                      </a:path>
                    </a:pathLst>
                  </a:custGeom>
                  <a:solidFill>
                    <a:srgbClr val="952584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9" name="Freeform: Shape 68">
                    <a:extLst>
                      <a:ext uri="{FF2B5EF4-FFF2-40B4-BE49-F238E27FC236}">
                        <a16:creationId xmlns:a16="http://schemas.microsoft.com/office/drawing/2014/main" id="{48AC463F-CD76-B298-CBC9-F360692014B4}"/>
                      </a:ext>
                    </a:extLst>
                  </p:cNvPr>
                  <p:cNvSpPr/>
                  <p:nvPr/>
                </p:nvSpPr>
                <p:spPr>
                  <a:xfrm>
                    <a:off x="333048" y="3753725"/>
                    <a:ext cx="150135" cy="32356"/>
                  </a:xfrm>
                  <a:custGeom>
                    <a:avLst/>
                    <a:gdLst>
                      <a:gd name="connsiteX0" fmla="*/ 130721 w 150135"/>
                      <a:gd name="connsiteY0" fmla="*/ 19414 h 32356"/>
                      <a:gd name="connsiteX1" fmla="*/ 19414 w 150135"/>
                      <a:gd name="connsiteY1" fmla="*/ 19414 h 32356"/>
                      <a:gd name="connsiteX2" fmla="*/ 0 w 150135"/>
                      <a:gd name="connsiteY2" fmla="*/ 0 h 32356"/>
                      <a:gd name="connsiteX3" fmla="*/ 0 w 150135"/>
                      <a:gd name="connsiteY3" fmla="*/ 12943 h 32356"/>
                      <a:gd name="connsiteX4" fmla="*/ 19414 w 150135"/>
                      <a:gd name="connsiteY4" fmla="*/ 32357 h 32356"/>
                      <a:gd name="connsiteX5" fmla="*/ 130721 w 150135"/>
                      <a:gd name="connsiteY5" fmla="*/ 32357 h 32356"/>
                      <a:gd name="connsiteX6" fmla="*/ 150135 w 150135"/>
                      <a:gd name="connsiteY6" fmla="*/ 12943 h 32356"/>
                      <a:gd name="connsiteX7" fmla="*/ 150135 w 150135"/>
                      <a:gd name="connsiteY7" fmla="*/ 0 h 32356"/>
                      <a:gd name="connsiteX8" fmla="*/ 130721 w 150135"/>
                      <a:gd name="connsiteY8" fmla="*/ 19414 h 323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0135" h="32356">
                        <a:moveTo>
                          <a:pt x="130721" y="19414"/>
                        </a:moveTo>
                        <a:lnTo>
                          <a:pt x="19414" y="19414"/>
                        </a:lnTo>
                        <a:cubicBezTo>
                          <a:pt x="8672" y="19414"/>
                          <a:pt x="0" y="10742"/>
                          <a:pt x="0" y="0"/>
                        </a:cubicBezTo>
                        <a:lnTo>
                          <a:pt x="0" y="12943"/>
                        </a:lnTo>
                        <a:cubicBezTo>
                          <a:pt x="0" y="23685"/>
                          <a:pt x="8672" y="32357"/>
                          <a:pt x="19414" y="32357"/>
                        </a:cubicBezTo>
                        <a:lnTo>
                          <a:pt x="130721" y="32357"/>
                        </a:lnTo>
                        <a:cubicBezTo>
                          <a:pt x="141464" y="32357"/>
                          <a:pt x="150135" y="23685"/>
                          <a:pt x="150135" y="12943"/>
                        </a:cubicBezTo>
                        <a:lnTo>
                          <a:pt x="150135" y="0"/>
                        </a:lnTo>
                        <a:cubicBezTo>
                          <a:pt x="150135" y="10742"/>
                          <a:pt x="141464" y="19414"/>
                          <a:pt x="130721" y="19414"/>
                        </a:cubicBezTo>
                        <a:close/>
                      </a:path>
                    </a:pathLst>
                  </a:custGeom>
                  <a:solidFill>
                    <a:srgbClr val="952584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70" name="Graphic 30">
                  <a:extLst>
                    <a:ext uri="{FF2B5EF4-FFF2-40B4-BE49-F238E27FC236}">
                      <a16:creationId xmlns:a16="http://schemas.microsoft.com/office/drawing/2014/main" id="{8F25CBCB-8A44-7DCF-1F3D-6EB81CCAB921}"/>
                    </a:ext>
                  </a:extLst>
                </p:cNvPr>
                <p:cNvGrpSpPr/>
                <p:nvPr/>
              </p:nvGrpSpPr>
              <p:grpSpPr>
                <a:xfrm>
                  <a:off x="-41642" y="3842382"/>
                  <a:ext cx="547475" cy="32356"/>
                  <a:chOff x="-41642" y="3842382"/>
                  <a:chExt cx="547475" cy="32356"/>
                </a:xfrm>
                <a:solidFill>
                  <a:srgbClr val="952584"/>
                </a:solidFill>
              </p:grpSpPr>
              <p:sp>
                <p:nvSpPr>
                  <p:cNvPr id="71" name="Freeform: Shape 70">
                    <a:extLst>
                      <a:ext uri="{FF2B5EF4-FFF2-40B4-BE49-F238E27FC236}">
                        <a16:creationId xmlns:a16="http://schemas.microsoft.com/office/drawing/2014/main" id="{8F2C9330-6AAC-5D05-717D-984744D3B88D}"/>
                      </a:ext>
                    </a:extLst>
                  </p:cNvPr>
                  <p:cNvSpPr/>
                  <p:nvPr/>
                </p:nvSpPr>
                <p:spPr>
                  <a:xfrm>
                    <a:off x="-41642" y="3842382"/>
                    <a:ext cx="83868" cy="32356"/>
                  </a:xfrm>
                  <a:custGeom>
                    <a:avLst/>
                    <a:gdLst>
                      <a:gd name="connsiteX0" fmla="*/ 64455 w 83868"/>
                      <a:gd name="connsiteY0" fmla="*/ 19414 h 32356"/>
                      <a:gd name="connsiteX1" fmla="*/ 0 w 83868"/>
                      <a:gd name="connsiteY1" fmla="*/ 19414 h 32356"/>
                      <a:gd name="connsiteX2" fmla="*/ 0 w 83868"/>
                      <a:gd name="connsiteY2" fmla="*/ 32357 h 32356"/>
                      <a:gd name="connsiteX3" fmla="*/ 64455 w 83868"/>
                      <a:gd name="connsiteY3" fmla="*/ 32357 h 32356"/>
                      <a:gd name="connsiteX4" fmla="*/ 83869 w 83868"/>
                      <a:gd name="connsiteY4" fmla="*/ 12943 h 32356"/>
                      <a:gd name="connsiteX5" fmla="*/ 83869 w 83868"/>
                      <a:gd name="connsiteY5" fmla="*/ 0 h 32356"/>
                      <a:gd name="connsiteX6" fmla="*/ 64455 w 83868"/>
                      <a:gd name="connsiteY6" fmla="*/ 19414 h 323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3868" h="32356">
                        <a:moveTo>
                          <a:pt x="64455" y="19414"/>
                        </a:moveTo>
                        <a:lnTo>
                          <a:pt x="0" y="19414"/>
                        </a:lnTo>
                        <a:lnTo>
                          <a:pt x="0" y="32357"/>
                        </a:lnTo>
                        <a:lnTo>
                          <a:pt x="64455" y="32357"/>
                        </a:lnTo>
                        <a:cubicBezTo>
                          <a:pt x="75197" y="32357"/>
                          <a:pt x="83869" y="23685"/>
                          <a:pt x="83869" y="12943"/>
                        </a:cubicBezTo>
                        <a:lnTo>
                          <a:pt x="83869" y="0"/>
                        </a:lnTo>
                        <a:cubicBezTo>
                          <a:pt x="83869" y="10742"/>
                          <a:pt x="75197" y="19414"/>
                          <a:pt x="64455" y="19414"/>
                        </a:cubicBezTo>
                        <a:close/>
                      </a:path>
                    </a:pathLst>
                  </a:custGeom>
                  <a:solidFill>
                    <a:srgbClr val="952584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2" name="Freeform: Shape 71">
                    <a:extLst>
                      <a:ext uri="{FF2B5EF4-FFF2-40B4-BE49-F238E27FC236}">
                        <a16:creationId xmlns:a16="http://schemas.microsoft.com/office/drawing/2014/main" id="{756EC72A-823E-436D-24D6-11FA093A2756}"/>
                      </a:ext>
                    </a:extLst>
                  </p:cNvPr>
                  <p:cNvSpPr/>
                  <p:nvPr/>
                </p:nvSpPr>
                <p:spPr>
                  <a:xfrm>
                    <a:off x="68111" y="3842382"/>
                    <a:ext cx="150135" cy="32356"/>
                  </a:xfrm>
                  <a:custGeom>
                    <a:avLst/>
                    <a:gdLst>
                      <a:gd name="connsiteX0" fmla="*/ 130721 w 150135"/>
                      <a:gd name="connsiteY0" fmla="*/ 19414 h 32356"/>
                      <a:gd name="connsiteX1" fmla="*/ 19414 w 150135"/>
                      <a:gd name="connsiteY1" fmla="*/ 19414 h 32356"/>
                      <a:gd name="connsiteX2" fmla="*/ 0 w 150135"/>
                      <a:gd name="connsiteY2" fmla="*/ 0 h 32356"/>
                      <a:gd name="connsiteX3" fmla="*/ 0 w 150135"/>
                      <a:gd name="connsiteY3" fmla="*/ 12943 h 32356"/>
                      <a:gd name="connsiteX4" fmla="*/ 19414 w 150135"/>
                      <a:gd name="connsiteY4" fmla="*/ 32357 h 32356"/>
                      <a:gd name="connsiteX5" fmla="*/ 130721 w 150135"/>
                      <a:gd name="connsiteY5" fmla="*/ 32357 h 32356"/>
                      <a:gd name="connsiteX6" fmla="*/ 150135 w 150135"/>
                      <a:gd name="connsiteY6" fmla="*/ 12943 h 32356"/>
                      <a:gd name="connsiteX7" fmla="*/ 150135 w 150135"/>
                      <a:gd name="connsiteY7" fmla="*/ 0 h 32356"/>
                      <a:gd name="connsiteX8" fmla="*/ 130721 w 150135"/>
                      <a:gd name="connsiteY8" fmla="*/ 19414 h 323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0135" h="32356">
                        <a:moveTo>
                          <a:pt x="130721" y="19414"/>
                        </a:moveTo>
                        <a:lnTo>
                          <a:pt x="19414" y="19414"/>
                        </a:lnTo>
                        <a:cubicBezTo>
                          <a:pt x="8672" y="19414"/>
                          <a:pt x="0" y="10742"/>
                          <a:pt x="0" y="0"/>
                        </a:cubicBezTo>
                        <a:lnTo>
                          <a:pt x="0" y="12943"/>
                        </a:lnTo>
                        <a:cubicBezTo>
                          <a:pt x="0" y="23685"/>
                          <a:pt x="8672" y="32357"/>
                          <a:pt x="19414" y="32357"/>
                        </a:cubicBezTo>
                        <a:lnTo>
                          <a:pt x="130721" y="32357"/>
                        </a:lnTo>
                        <a:cubicBezTo>
                          <a:pt x="141464" y="32357"/>
                          <a:pt x="150135" y="23685"/>
                          <a:pt x="150135" y="12943"/>
                        </a:cubicBezTo>
                        <a:lnTo>
                          <a:pt x="150135" y="0"/>
                        </a:lnTo>
                        <a:cubicBezTo>
                          <a:pt x="150135" y="10742"/>
                          <a:pt x="141464" y="19414"/>
                          <a:pt x="130721" y="19414"/>
                        </a:cubicBezTo>
                        <a:close/>
                      </a:path>
                    </a:pathLst>
                  </a:custGeom>
                  <a:solidFill>
                    <a:srgbClr val="952584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3" name="Freeform: Shape 72">
                    <a:extLst>
                      <a:ext uri="{FF2B5EF4-FFF2-40B4-BE49-F238E27FC236}">
                        <a16:creationId xmlns:a16="http://schemas.microsoft.com/office/drawing/2014/main" id="{0FBD83DA-DD16-F478-359B-24A9979D9F06}"/>
                      </a:ext>
                    </a:extLst>
                  </p:cNvPr>
                  <p:cNvSpPr/>
                  <p:nvPr/>
                </p:nvSpPr>
                <p:spPr>
                  <a:xfrm>
                    <a:off x="244132" y="3842382"/>
                    <a:ext cx="150135" cy="32356"/>
                  </a:xfrm>
                  <a:custGeom>
                    <a:avLst/>
                    <a:gdLst>
                      <a:gd name="connsiteX0" fmla="*/ 130721 w 150135"/>
                      <a:gd name="connsiteY0" fmla="*/ 19414 h 32356"/>
                      <a:gd name="connsiteX1" fmla="*/ 19414 w 150135"/>
                      <a:gd name="connsiteY1" fmla="*/ 19414 h 32356"/>
                      <a:gd name="connsiteX2" fmla="*/ 0 w 150135"/>
                      <a:gd name="connsiteY2" fmla="*/ 0 h 32356"/>
                      <a:gd name="connsiteX3" fmla="*/ 0 w 150135"/>
                      <a:gd name="connsiteY3" fmla="*/ 12943 h 32356"/>
                      <a:gd name="connsiteX4" fmla="*/ 19414 w 150135"/>
                      <a:gd name="connsiteY4" fmla="*/ 32357 h 32356"/>
                      <a:gd name="connsiteX5" fmla="*/ 130721 w 150135"/>
                      <a:gd name="connsiteY5" fmla="*/ 32357 h 32356"/>
                      <a:gd name="connsiteX6" fmla="*/ 150135 w 150135"/>
                      <a:gd name="connsiteY6" fmla="*/ 12943 h 32356"/>
                      <a:gd name="connsiteX7" fmla="*/ 150135 w 150135"/>
                      <a:gd name="connsiteY7" fmla="*/ 0 h 32356"/>
                      <a:gd name="connsiteX8" fmla="*/ 130721 w 150135"/>
                      <a:gd name="connsiteY8" fmla="*/ 19414 h 323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0135" h="32356">
                        <a:moveTo>
                          <a:pt x="130721" y="19414"/>
                        </a:moveTo>
                        <a:lnTo>
                          <a:pt x="19414" y="19414"/>
                        </a:lnTo>
                        <a:cubicBezTo>
                          <a:pt x="8672" y="19414"/>
                          <a:pt x="0" y="10742"/>
                          <a:pt x="0" y="0"/>
                        </a:cubicBezTo>
                        <a:lnTo>
                          <a:pt x="0" y="12943"/>
                        </a:lnTo>
                        <a:cubicBezTo>
                          <a:pt x="0" y="23685"/>
                          <a:pt x="8672" y="32357"/>
                          <a:pt x="19414" y="32357"/>
                        </a:cubicBezTo>
                        <a:lnTo>
                          <a:pt x="130721" y="32357"/>
                        </a:lnTo>
                        <a:cubicBezTo>
                          <a:pt x="141464" y="32357"/>
                          <a:pt x="150135" y="23685"/>
                          <a:pt x="150135" y="12943"/>
                        </a:cubicBezTo>
                        <a:lnTo>
                          <a:pt x="150135" y="0"/>
                        </a:lnTo>
                        <a:cubicBezTo>
                          <a:pt x="150135" y="10742"/>
                          <a:pt x="141464" y="19414"/>
                          <a:pt x="130721" y="19414"/>
                        </a:cubicBezTo>
                        <a:close/>
                      </a:path>
                    </a:pathLst>
                  </a:custGeom>
                  <a:solidFill>
                    <a:srgbClr val="952584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4" name="Freeform: Shape 73">
                    <a:extLst>
                      <a:ext uri="{FF2B5EF4-FFF2-40B4-BE49-F238E27FC236}">
                        <a16:creationId xmlns:a16="http://schemas.microsoft.com/office/drawing/2014/main" id="{2F3E7CC4-050F-5EB1-6A9C-6065FFE96E79}"/>
                      </a:ext>
                    </a:extLst>
                  </p:cNvPr>
                  <p:cNvSpPr/>
                  <p:nvPr/>
                </p:nvSpPr>
                <p:spPr>
                  <a:xfrm>
                    <a:off x="420152" y="3842382"/>
                    <a:ext cx="85680" cy="32356"/>
                  </a:xfrm>
                  <a:custGeom>
                    <a:avLst/>
                    <a:gdLst>
                      <a:gd name="connsiteX0" fmla="*/ 0 w 85680"/>
                      <a:gd name="connsiteY0" fmla="*/ 0 h 32356"/>
                      <a:gd name="connsiteX1" fmla="*/ 0 w 85680"/>
                      <a:gd name="connsiteY1" fmla="*/ 12943 h 32356"/>
                      <a:gd name="connsiteX2" fmla="*/ 19414 w 85680"/>
                      <a:gd name="connsiteY2" fmla="*/ 32357 h 32356"/>
                      <a:gd name="connsiteX3" fmla="*/ 85681 w 85680"/>
                      <a:gd name="connsiteY3" fmla="*/ 32357 h 32356"/>
                      <a:gd name="connsiteX4" fmla="*/ 85681 w 85680"/>
                      <a:gd name="connsiteY4" fmla="*/ 19414 h 32356"/>
                      <a:gd name="connsiteX5" fmla="*/ 19414 w 85680"/>
                      <a:gd name="connsiteY5" fmla="*/ 19414 h 32356"/>
                      <a:gd name="connsiteX6" fmla="*/ 0 w 85680"/>
                      <a:gd name="connsiteY6" fmla="*/ 0 h 323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5680" h="32356">
                        <a:moveTo>
                          <a:pt x="0" y="0"/>
                        </a:moveTo>
                        <a:lnTo>
                          <a:pt x="0" y="12943"/>
                        </a:lnTo>
                        <a:cubicBezTo>
                          <a:pt x="0" y="23685"/>
                          <a:pt x="8672" y="32357"/>
                          <a:pt x="19414" y="32357"/>
                        </a:cubicBezTo>
                        <a:lnTo>
                          <a:pt x="85681" y="32357"/>
                        </a:lnTo>
                        <a:lnTo>
                          <a:pt x="85681" y="19414"/>
                        </a:lnTo>
                        <a:lnTo>
                          <a:pt x="19414" y="19414"/>
                        </a:lnTo>
                        <a:cubicBezTo>
                          <a:pt x="8672" y="19414"/>
                          <a:pt x="0" y="10742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952584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75" name="Graphic 30">
                  <a:extLst>
                    <a:ext uri="{FF2B5EF4-FFF2-40B4-BE49-F238E27FC236}">
                      <a16:creationId xmlns:a16="http://schemas.microsoft.com/office/drawing/2014/main" id="{BC48C93F-6692-7DEC-101C-3BB9AD0B34E5}"/>
                    </a:ext>
                  </a:extLst>
                </p:cNvPr>
                <p:cNvGrpSpPr/>
                <p:nvPr/>
              </p:nvGrpSpPr>
              <p:grpSpPr>
                <a:xfrm>
                  <a:off x="-18992" y="3931040"/>
                  <a:ext cx="502176" cy="32356"/>
                  <a:chOff x="-18992" y="3931040"/>
                  <a:chExt cx="502176" cy="32356"/>
                </a:xfrm>
                <a:solidFill>
                  <a:srgbClr val="952584"/>
                </a:solidFill>
              </p:grpSpPr>
              <p:sp>
                <p:nvSpPr>
                  <p:cNvPr id="76" name="Freeform: Shape 75">
                    <a:extLst>
                      <a:ext uri="{FF2B5EF4-FFF2-40B4-BE49-F238E27FC236}">
                        <a16:creationId xmlns:a16="http://schemas.microsoft.com/office/drawing/2014/main" id="{3403EA9F-4257-2B82-618C-E23C8646DD88}"/>
                      </a:ext>
                    </a:extLst>
                  </p:cNvPr>
                  <p:cNvSpPr/>
                  <p:nvPr/>
                </p:nvSpPr>
                <p:spPr>
                  <a:xfrm>
                    <a:off x="-18992" y="3931040"/>
                    <a:ext cx="150135" cy="32356"/>
                  </a:xfrm>
                  <a:custGeom>
                    <a:avLst/>
                    <a:gdLst>
                      <a:gd name="connsiteX0" fmla="*/ 130721 w 150135"/>
                      <a:gd name="connsiteY0" fmla="*/ 19414 h 32356"/>
                      <a:gd name="connsiteX1" fmla="*/ 19414 w 150135"/>
                      <a:gd name="connsiteY1" fmla="*/ 19414 h 32356"/>
                      <a:gd name="connsiteX2" fmla="*/ 0 w 150135"/>
                      <a:gd name="connsiteY2" fmla="*/ 0 h 32356"/>
                      <a:gd name="connsiteX3" fmla="*/ 0 w 150135"/>
                      <a:gd name="connsiteY3" fmla="*/ 12943 h 32356"/>
                      <a:gd name="connsiteX4" fmla="*/ 19414 w 150135"/>
                      <a:gd name="connsiteY4" fmla="*/ 32357 h 32356"/>
                      <a:gd name="connsiteX5" fmla="*/ 130721 w 150135"/>
                      <a:gd name="connsiteY5" fmla="*/ 32357 h 32356"/>
                      <a:gd name="connsiteX6" fmla="*/ 150135 w 150135"/>
                      <a:gd name="connsiteY6" fmla="*/ 12943 h 32356"/>
                      <a:gd name="connsiteX7" fmla="*/ 150135 w 150135"/>
                      <a:gd name="connsiteY7" fmla="*/ 0 h 32356"/>
                      <a:gd name="connsiteX8" fmla="*/ 130721 w 150135"/>
                      <a:gd name="connsiteY8" fmla="*/ 19414 h 323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0135" h="32356">
                        <a:moveTo>
                          <a:pt x="130721" y="19414"/>
                        </a:moveTo>
                        <a:lnTo>
                          <a:pt x="19414" y="19414"/>
                        </a:lnTo>
                        <a:cubicBezTo>
                          <a:pt x="8672" y="19414"/>
                          <a:pt x="0" y="10742"/>
                          <a:pt x="0" y="0"/>
                        </a:cubicBezTo>
                        <a:lnTo>
                          <a:pt x="0" y="12943"/>
                        </a:lnTo>
                        <a:cubicBezTo>
                          <a:pt x="0" y="23685"/>
                          <a:pt x="8672" y="32357"/>
                          <a:pt x="19414" y="32357"/>
                        </a:cubicBezTo>
                        <a:lnTo>
                          <a:pt x="130721" y="32357"/>
                        </a:lnTo>
                        <a:cubicBezTo>
                          <a:pt x="141464" y="32357"/>
                          <a:pt x="150135" y="23685"/>
                          <a:pt x="150135" y="12943"/>
                        </a:cubicBezTo>
                        <a:lnTo>
                          <a:pt x="150135" y="0"/>
                        </a:lnTo>
                        <a:cubicBezTo>
                          <a:pt x="150135" y="10742"/>
                          <a:pt x="141464" y="19414"/>
                          <a:pt x="130721" y="19414"/>
                        </a:cubicBezTo>
                        <a:close/>
                      </a:path>
                    </a:pathLst>
                  </a:custGeom>
                  <a:solidFill>
                    <a:srgbClr val="952584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7" name="Freeform: Shape 76">
                    <a:extLst>
                      <a:ext uri="{FF2B5EF4-FFF2-40B4-BE49-F238E27FC236}">
                        <a16:creationId xmlns:a16="http://schemas.microsoft.com/office/drawing/2014/main" id="{4E570307-B3A6-9C89-5CCC-78E4F46E871A}"/>
                      </a:ext>
                    </a:extLst>
                  </p:cNvPr>
                  <p:cNvSpPr/>
                  <p:nvPr/>
                </p:nvSpPr>
                <p:spPr>
                  <a:xfrm>
                    <a:off x="157027" y="3931040"/>
                    <a:ext cx="150135" cy="32356"/>
                  </a:xfrm>
                  <a:custGeom>
                    <a:avLst/>
                    <a:gdLst>
                      <a:gd name="connsiteX0" fmla="*/ 130721 w 150135"/>
                      <a:gd name="connsiteY0" fmla="*/ 19414 h 32356"/>
                      <a:gd name="connsiteX1" fmla="*/ 19414 w 150135"/>
                      <a:gd name="connsiteY1" fmla="*/ 19414 h 32356"/>
                      <a:gd name="connsiteX2" fmla="*/ 0 w 150135"/>
                      <a:gd name="connsiteY2" fmla="*/ 0 h 32356"/>
                      <a:gd name="connsiteX3" fmla="*/ 0 w 150135"/>
                      <a:gd name="connsiteY3" fmla="*/ 12943 h 32356"/>
                      <a:gd name="connsiteX4" fmla="*/ 19414 w 150135"/>
                      <a:gd name="connsiteY4" fmla="*/ 32357 h 32356"/>
                      <a:gd name="connsiteX5" fmla="*/ 130721 w 150135"/>
                      <a:gd name="connsiteY5" fmla="*/ 32357 h 32356"/>
                      <a:gd name="connsiteX6" fmla="*/ 150135 w 150135"/>
                      <a:gd name="connsiteY6" fmla="*/ 12943 h 32356"/>
                      <a:gd name="connsiteX7" fmla="*/ 150135 w 150135"/>
                      <a:gd name="connsiteY7" fmla="*/ 0 h 32356"/>
                      <a:gd name="connsiteX8" fmla="*/ 130721 w 150135"/>
                      <a:gd name="connsiteY8" fmla="*/ 19414 h 323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0135" h="32356">
                        <a:moveTo>
                          <a:pt x="130721" y="19414"/>
                        </a:moveTo>
                        <a:lnTo>
                          <a:pt x="19414" y="19414"/>
                        </a:lnTo>
                        <a:cubicBezTo>
                          <a:pt x="8672" y="19414"/>
                          <a:pt x="0" y="10742"/>
                          <a:pt x="0" y="0"/>
                        </a:cubicBezTo>
                        <a:lnTo>
                          <a:pt x="0" y="12943"/>
                        </a:lnTo>
                        <a:cubicBezTo>
                          <a:pt x="0" y="23685"/>
                          <a:pt x="8672" y="32357"/>
                          <a:pt x="19414" y="32357"/>
                        </a:cubicBezTo>
                        <a:lnTo>
                          <a:pt x="130721" y="32357"/>
                        </a:lnTo>
                        <a:cubicBezTo>
                          <a:pt x="141464" y="32357"/>
                          <a:pt x="150135" y="23685"/>
                          <a:pt x="150135" y="12943"/>
                        </a:cubicBezTo>
                        <a:lnTo>
                          <a:pt x="150135" y="0"/>
                        </a:lnTo>
                        <a:cubicBezTo>
                          <a:pt x="150135" y="10742"/>
                          <a:pt x="141464" y="19414"/>
                          <a:pt x="130721" y="19414"/>
                        </a:cubicBezTo>
                        <a:close/>
                      </a:path>
                    </a:pathLst>
                  </a:custGeom>
                  <a:solidFill>
                    <a:srgbClr val="952584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8" name="Freeform: Shape 77">
                    <a:extLst>
                      <a:ext uri="{FF2B5EF4-FFF2-40B4-BE49-F238E27FC236}">
                        <a16:creationId xmlns:a16="http://schemas.microsoft.com/office/drawing/2014/main" id="{22EA77CB-8710-F993-F32D-2C17671902ED}"/>
                      </a:ext>
                    </a:extLst>
                  </p:cNvPr>
                  <p:cNvSpPr/>
                  <p:nvPr/>
                </p:nvSpPr>
                <p:spPr>
                  <a:xfrm>
                    <a:off x="333048" y="3931040"/>
                    <a:ext cx="150135" cy="32356"/>
                  </a:xfrm>
                  <a:custGeom>
                    <a:avLst/>
                    <a:gdLst>
                      <a:gd name="connsiteX0" fmla="*/ 130721 w 150135"/>
                      <a:gd name="connsiteY0" fmla="*/ 19414 h 32356"/>
                      <a:gd name="connsiteX1" fmla="*/ 19414 w 150135"/>
                      <a:gd name="connsiteY1" fmla="*/ 19414 h 32356"/>
                      <a:gd name="connsiteX2" fmla="*/ 0 w 150135"/>
                      <a:gd name="connsiteY2" fmla="*/ 0 h 32356"/>
                      <a:gd name="connsiteX3" fmla="*/ 0 w 150135"/>
                      <a:gd name="connsiteY3" fmla="*/ 12943 h 32356"/>
                      <a:gd name="connsiteX4" fmla="*/ 19414 w 150135"/>
                      <a:gd name="connsiteY4" fmla="*/ 32357 h 32356"/>
                      <a:gd name="connsiteX5" fmla="*/ 130721 w 150135"/>
                      <a:gd name="connsiteY5" fmla="*/ 32357 h 32356"/>
                      <a:gd name="connsiteX6" fmla="*/ 150135 w 150135"/>
                      <a:gd name="connsiteY6" fmla="*/ 12943 h 32356"/>
                      <a:gd name="connsiteX7" fmla="*/ 150135 w 150135"/>
                      <a:gd name="connsiteY7" fmla="*/ 0 h 32356"/>
                      <a:gd name="connsiteX8" fmla="*/ 130721 w 150135"/>
                      <a:gd name="connsiteY8" fmla="*/ 19414 h 323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0135" h="32356">
                        <a:moveTo>
                          <a:pt x="130721" y="19414"/>
                        </a:moveTo>
                        <a:lnTo>
                          <a:pt x="19414" y="19414"/>
                        </a:lnTo>
                        <a:cubicBezTo>
                          <a:pt x="8672" y="19414"/>
                          <a:pt x="0" y="10742"/>
                          <a:pt x="0" y="0"/>
                        </a:cubicBezTo>
                        <a:lnTo>
                          <a:pt x="0" y="12943"/>
                        </a:lnTo>
                        <a:cubicBezTo>
                          <a:pt x="0" y="23685"/>
                          <a:pt x="8672" y="32357"/>
                          <a:pt x="19414" y="32357"/>
                        </a:cubicBezTo>
                        <a:lnTo>
                          <a:pt x="130721" y="32357"/>
                        </a:lnTo>
                        <a:cubicBezTo>
                          <a:pt x="141464" y="32357"/>
                          <a:pt x="150135" y="23685"/>
                          <a:pt x="150135" y="12943"/>
                        </a:cubicBezTo>
                        <a:lnTo>
                          <a:pt x="150135" y="0"/>
                        </a:lnTo>
                        <a:cubicBezTo>
                          <a:pt x="150135" y="10742"/>
                          <a:pt x="141464" y="19414"/>
                          <a:pt x="130721" y="19414"/>
                        </a:cubicBezTo>
                        <a:close/>
                      </a:path>
                    </a:pathLst>
                  </a:custGeom>
                  <a:solidFill>
                    <a:srgbClr val="952584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79" name="Graphic 30">
                  <a:extLst>
                    <a:ext uri="{FF2B5EF4-FFF2-40B4-BE49-F238E27FC236}">
                      <a16:creationId xmlns:a16="http://schemas.microsoft.com/office/drawing/2014/main" id="{79174784-29AA-5C01-FDE8-D36FCA3D843A}"/>
                    </a:ext>
                  </a:extLst>
                </p:cNvPr>
                <p:cNvGrpSpPr/>
                <p:nvPr/>
              </p:nvGrpSpPr>
              <p:grpSpPr>
                <a:xfrm>
                  <a:off x="-41642" y="4019697"/>
                  <a:ext cx="547475" cy="32356"/>
                  <a:chOff x="-41642" y="4019697"/>
                  <a:chExt cx="547475" cy="32356"/>
                </a:xfrm>
                <a:solidFill>
                  <a:srgbClr val="952584"/>
                </a:solidFill>
              </p:grpSpPr>
              <p:sp>
                <p:nvSpPr>
                  <p:cNvPr id="80" name="Freeform: Shape 79">
                    <a:extLst>
                      <a:ext uri="{FF2B5EF4-FFF2-40B4-BE49-F238E27FC236}">
                        <a16:creationId xmlns:a16="http://schemas.microsoft.com/office/drawing/2014/main" id="{BB057088-91D5-4CE8-7749-E79DDFCD2163}"/>
                      </a:ext>
                    </a:extLst>
                  </p:cNvPr>
                  <p:cNvSpPr/>
                  <p:nvPr/>
                </p:nvSpPr>
                <p:spPr>
                  <a:xfrm>
                    <a:off x="-41642" y="4019697"/>
                    <a:ext cx="83868" cy="32356"/>
                  </a:xfrm>
                  <a:custGeom>
                    <a:avLst/>
                    <a:gdLst>
                      <a:gd name="connsiteX0" fmla="*/ 64455 w 83868"/>
                      <a:gd name="connsiteY0" fmla="*/ 19414 h 32356"/>
                      <a:gd name="connsiteX1" fmla="*/ 0 w 83868"/>
                      <a:gd name="connsiteY1" fmla="*/ 19414 h 32356"/>
                      <a:gd name="connsiteX2" fmla="*/ 0 w 83868"/>
                      <a:gd name="connsiteY2" fmla="*/ 32357 h 32356"/>
                      <a:gd name="connsiteX3" fmla="*/ 64455 w 83868"/>
                      <a:gd name="connsiteY3" fmla="*/ 32357 h 32356"/>
                      <a:gd name="connsiteX4" fmla="*/ 83869 w 83868"/>
                      <a:gd name="connsiteY4" fmla="*/ 12943 h 32356"/>
                      <a:gd name="connsiteX5" fmla="*/ 83869 w 83868"/>
                      <a:gd name="connsiteY5" fmla="*/ 0 h 32356"/>
                      <a:gd name="connsiteX6" fmla="*/ 64455 w 83868"/>
                      <a:gd name="connsiteY6" fmla="*/ 19414 h 323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3868" h="32356">
                        <a:moveTo>
                          <a:pt x="64455" y="19414"/>
                        </a:moveTo>
                        <a:lnTo>
                          <a:pt x="0" y="19414"/>
                        </a:lnTo>
                        <a:lnTo>
                          <a:pt x="0" y="32357"/>
                        </a:lnTo>
                        <a:lnTo>
                          <a:pt x="64455" y="32357"/>
                        </a:lnTo>
                        <a:cubicBezTo>
                          <a:pt x="75197" y="32357"/>
                          <a:pt x="83869" y="23685"/>
                          <a:pt x="83869" y="12943"/>
                        </a:cubicBezTo>
                        <a:lnTo>
                          <a:pt x="83869" y="0"/>
                        </a:lnTo>
                        <a:cubicBezTo>
                          <a:pt x="83869" y="10742"/>
                          <a:pt x="75197" y="19414"/>
                          <a:pt x="64455" y="19414"/>
                        </a:cubicBezTo>
                        <a:close/>
                      </a:path>
                    </a:pathLst>
                  </a:custGeom>
                  <a:solidFill>
                    <a:srgbClr val="952584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1" name="Freeform: Shape 80">
                    <a:extLst>
                      <a:ext uri="{FF2B5EF4-FFF2-40B4-BE49-F238E27FC236}">
                        <a16:creationId xmlns:a16="http://schemas.microsoft.com/office/drawing/2014/main" id="{85F028C0-1DAA-2114-8900-E960FE79D8A3}"/>
                      </a:ext>
                    </a:extLst>
                  </p:cNvPr>
                  <p:cNvSpPr/>
                  <p:nvPr/>
                </p:nvSpPr>
                <p:spPr>
                  <a:xfrm>
                    <a:off x="68111" y="4019697"/>
                    <a:ext cx="150135" cy="32356"/>
                  </a:xfrm>
                  <a:custGeom>
                    <a:avLst/>
                    <a:gdLst>
                      <a:gd name="connsiteX0" fmla="*/ 130721 w 150135"/>
                      <a:gd name="connsiteY0" fmla="*/ 19414 h 32356"/>
                      <a:gd name="connsiteX1" fmla="*/ 19414 w 150135"/>
                      <a:gd name="connsiteY1" fmla="*/ 19414 h 32356"/>
                      <a:gd name="connsiteX2" fmla="*/ 0 w 150135"/>
                      <a:gd name="connsiteY2" fmla="*/ 0 h 32356"/>
                      <a:gd name="connsiteX3" fmla="*/ 0 w 150135"/>
                      <a:gd name="connsiteY3" fmla="*/ 12943 h 32356"/>
                      <a:gd name="connsiteX4" fmla="*/ 19414 w 150135"/>
                      <a:gd name="connsiteY4" fmla="*/ 32357 h 32356"/>
                      <a:gd name="connsiteX5" fmla="*/ 130721 w 150135"/>
                      <a:gd name="connsiteY5" fmla="*/ 32357 h 32356"/>
                      <a:gd name="connsiteX6" fmla="*/ 150135 w 150135"/>
                      <a:gd name="connsiteY6" fmla="*/ 12943 h 32356"/>
                      <a:gd name="connsiteX7" fmla="*/ 150135 w 150135"/>
                      <a:gd name="connsiteY7" fmla="*/ 0 h 32356"/>
                      <a:gd name="connsiteX8" fmla="*/ 130721 w 150135"/>
                      <a:gd name="connsiteY8" fmla="*/ 19414 h 323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0135" h="32356">
                        <a:moveTo>
                          <a:pt x="130721" y="19414"/>
                        </a:moveTo>
                        <a:lnTo>
                          <a:pt x="19414" y="19414"/>
                        </a:lnTo>
                        <a:cubicBezTo>
                          <a:pt x="8672" y="19414"/>
                          <a:pt x="0" y="10742"/>
                          <a:pt x="0" y="0"/>
                        </a:cubicBezTo>
                        <a:lnTo>
                          <a:pt x="0" y="12943"/>
                        </a:lnTo>
                        <a:cubicBezTo>
                          <a:pt x="0" y="23685"/>
                          <a:pt x="8672" y="32357"/>
                          <a:pt x="19414" y="32357"/>
                        </a:cubicBezTo>
                        <a:lnTo>
                          <a:pt x="130721" y="32357"/>
                        </a:lnTo>
                        <a:cubicBezTo>
                          <a:pt x="141464" y="32357"/>
                          <a:pt x="150135" y="23685"/>
                          <a:pt x="150135" y="12943"/>
                        </a:cubicBezTo>
                        <a:lnTo>
                          <a:pt x="150135" y="0"/>
                        </a:lnTo>
                        <a:cubicBezTo>
                          <a:pt x="150135" y="10742"/>
                          <a:pt x="141464" y="19414"/>
                          <a:pt x="130721" y="19414"/>
                        </a:cubicBezTo>
                        <a:close/>
                      </a:path>
                    </a:pathLst>
                  </a:custGeom>
                  <a:solidFill>
                    <a:srgbClr val="952584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2" name="Freeform: Shape 81">
                    <a:extLst>
                      <a:ext uri="{FF2B5EF4-FFF2-40B4-BE49-F238E27FC236}">
                        <a16:creationId xmlns:a16="http://schemas.microsoft.com/office/drawing/2014/main" id="{CD2FFC9B-226D-4723-C21F-5BBE97951DC4}"/>
                      </a:ext>
                    </a:extLst>
                  </p:cNvPr>
                  <p:cNvSpPr/>
                  <p:nvPr/>
                </p:nvSpPr>
                <p:spPr>
                  <a:xfrm>
                    <a:off x="244132" y="4019697"/>
                    <a:ext cx="150135" cy="32356"/>
                  </a:xfrm>
                  <a:custGeom>
                    <a:avLst/>
                    <a:gdLst>
                      <a:gd name="connsiteX0" fmla="*/ 130721 w 150135"/>
                      <a:gd name="connsiteY0" fmla="*/ 19414 h 32356"/>
                      <a:gd name="connsiteX1" fmla="*/ 19414 w 150135"/>
                      <a:gd name="connsiteY1" fmla="*/ 19414 h 32356"/>
                      <a:gd name="connsiteX2" fmla="*/ 0 w 150135"/>
                      <a:gd name="connsiteY2" fmla="*/ 0 h 32356"/>
                      <a:gd name="connsiteX3" fmla="*/ 0 w 150135"/>
                      <a:gd name="connsiteY3" fmla="*/ 12943 h 32356"/>
                      <a:gd name="connsiteX4" fmla="*/ 19414 w 150135"/>
                      <a:gd name="connsiteY4" fmla="*/ 32357 h 32356"/>
                      <a:gd name="connsiteX5" fmla="*/ 130721 w 150135"/>
                      <a:gd name="connsiteY5" fmla="*/ 32357 h 32356"/>
                      <a:gd name="connsiteX6" fmla="*/ 150135 w 150135"/>
                      <a:gd name="connsiteY6" fmla="*/ 12943 h 32356"/>
                      <a:gd name="connsiteX7" fmla="*/ 150135 w 150135"/>
                      <a:gd name="connsiteY7" fmla="*/ 0 h 32356"/>
                      <a:gd name="connsiteX8" fmla="*/ 130721 w 150135"/>
                      <a:gd name="connsiteY8" fmla="*/ 19414 h 323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0135" h="32356">
                        <a:moveTo>
                          <a:pt x="130721" y="19414"/>
                        </a:moveTo>
                        <a:lnTo>
                          <a:pt x="19414" y="19414"/>
                        </a:lnTo>
                        <a:cubicBezTo>
                          <a:pt x="8672" y="19414"/>
                          <a:pt x="0" y="10742"/>
                          <a:pt x="0" y="0"/>
                        </a:cubicBezTo>
                        <a:lnTo>
                          <a:pt x="0" y="12943"/>
                        </a:lnTo>
                        <a:cubicBezTo>
                          <a:pt x="0" y="23685"/>
                          <a:pt x="8672" y="32357"/>
                          <a:pt x="19414" y="32357"/>
                        </a:cubicBezTo>
                        <a:lnTo>
                          <a:pt x="130721" y="32357"/>
                        </a:lnTo>
                        <a:cubicBezTo>
                          <a:pt x="141464" y="32357"/>
                          <a:pt x="150135" y="23685"/>
                          <a:pt x="150135" y="12943"/>
                        </a:cubicBezTo>
                        <a:lnTo>
                          <a:pt x="150135" y="0"/>
                        </a:lnTo>
                        <a:cubicBezTo>
                          <a:pt x="150135" y="10742"/>
                          <a:pt x="141464" y="19414"/>
                          <a:pt x="130721" y="19414"/>
                        </a:cubicBezTo>
                        <a:close/>
                      </a:path>
                    </a:pathLst>
                  </a:custGeom>
                  <a:solidFill>
                    <a:srgbClr val="952584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3" name="Freeform: Shape 82">
                    <a:extLst>
                      <a:ext uri="{FF2B5EF4-FFF2-40B4-BE49-F238E27FC236}">
                        <a16:creationId xmlns:a16="http://schemas.microsoft.com/office/drawing/2014/main" id="{EF02D08D-36B0-4B6D-6296-1F11568B8187}"/>
                      </a:ext>
                    </a:extLst>
                  </p:cNvPr>
                  <p:cNvSpPr/>
                  <p:nvPr/>
                </p:nvSpPr>
                <p:spPr>
                  <a:xfrm>
                    <a:off x="420152" y="4019697"/>
                    <a:ext cx="85680" cy="32356"/>
                  </a:xfrm>
                  <a:custGeom>
                    <a:avLst/>
                    <a:gdLst>
                      <a:gd name="connsiteX0" fmla="*/ 0 w 85680"/>
                      <a:gd name="connsiteY0" fmla="*/ 0 h 32356"/>
                      <a:gd name="connsiteX1" fmla="*/ 0 w 85680"/>
                      <a:gd name="connsiteY1" fmla="*/ 12943 h 32356"/>
                      <a:gd name="connsiteX2" fmla="*/ 19414 w 85680"/>
                      <a:gd name="connsiteY2" fmla="*/ 32357 h 32356"/>
                      <a:gd name="connsiteX3" fmla="*/ 85681 w 85680"/>
                      <a:gd name="connsiteY3" fmla="*/ 32357 h 32356"/>
                      <a:gd name="connsiteX4" fmla="*/ 85681 w 85680"/>
                      <a:gd name="connsiteY4" fmla="*/ 19414 h 32356"/>
                      <a:gd name="connsiteX5" fmla="*/ 19414 w 85680"/>
                      <a:gd name="connsiteY5" fmla="*/ 19414 h 32356"/>
                      <a:gd name="connsiteX6" fmla="*/ 0 w 85680"/>
                      <a:gd name="connsiteY6" fmla="*/ 0 h 323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5680" h="32356">
                        <a:moveTo>
                          <a:pt x="0" y="0"/>
                        </a:moveTo>
                        <a:lnTo>
                          <a:pt x="0" y="12943"/>
                        </a:lnTo>
                        <a:cubicBezTo>
                          <a:pt x="0" y="23685"/>
                          <a:pt x="8672" y="32357"/>
                          <a:pt x="19414" y="32357"/>
                        </a:cubicBezTo>
                        <a:lnTo>
                          <a:pt x="85681" y="32357"/>
                        </a:lnTo>
                        <a:lnTo>
                          <a:pt x="85681" y="19414"/>
                        </a:lnTo>
                        <a:lnTo>
                          <a:pt x="19414" y="19414"/>
                        </a:lnTo>
                        <a:cubicBezTo>
                          <a:pt x="8672" y="19414"/>
                          <a:pt x="0" y="10742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952584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84" name="Graphic 30">
                <a:extLst>
                  <a:ext uri="{FF2B5EF4-FFF2-40B4-BE49-F238E27FC236}">
                    <a16:creationId xmlns:a16="http://schemas.microsoft.com/office/drawing/2014/main" id="{D4D6F4C2-A9B8-C7FA-926C-D50522C7D05B}"/>
                  </a:ext>
                </a:extLst>
              </p:cNvPr>
              <p:cNvGrpSpPr/>
              <p:nvPr/>
            </p:nvGrpSpPr>
            <p:grpSpPr>
              <a:xfrm>
                <a:off x="279854" y="3729781"/>
                <a:ext cx="225979" cy="322402"/>
                <a:chOff x="279854" y="3729781"/>
                <a:chExt cx="225979" cy="322402"/>
              </a:xfrm>
              <a:solidFill>
                <a:srgbClr val="952584"/>
              </a:solidFill>
            </p:grpSpPr>
            <p:sp>
              <p:nvSpPr>
                <p:cNvPr id="85" name="Freeform: Shape 84">
                  <a:extLst>
                    <a:ext uri="{FF2B5EF4-FFF2-40B4-BE49-F238E27FC236}">
                      <a16:creationId xmlns:a16="http://schemas.microsoft.com/office/drawing/2014/main" id="{7EA2C150-2D33-8F7A-9434-308BB8A6FC00}"/>
                    </a:ext>
                  </a:extLst>
                </p:cNvPr>
                <p:cNvSpPr/>
                <p:nvPr/>
              </p:nvSpPr>
              <p:spPr>
                <a:xfrm>
                  <a:off x="420152" y="3811838"/>
                  <a:ext cx="61218" cy="62901"/>
                </a:xfrm>
                <a:custGeom>
                  <a:avLst/>
                  <a:gdLst>
                    <a:gd name="connsiteX0" fmla="*/ 0 w 61218"/>
                    <a:gd name="connsiteY0" fmla="*/ 19543 h 62901"/>
                    <a:gd name="connsiteX1" fmla="*/ 0 w 61218"/>
                    <a:gd name="connsiteY1" fmla="*/ 43487 h 62901"/>
                    <a:gd name="connsiteX2" fmla="*/ 19414 w 61218"/>
                    <a:gd name="connsiteY2" fmla="*/ 62901 h 62901"/>
                    <a:gd name="connsiteX3" fmla="*/ 60960 w 61218"/>
                    <a:gd name="connsiteY3" fmla="*/ 62901 h 62901"/>
                    <a:gd name="connsiteX4" fmla="*/ 61219 w 61218"/>
                    <a:gd name="connsiteY4" fmla="*/ 56042 h 62901"/>
                    <a:gd name="connsiteX5" fmla="*/ 60701 w 61218"/>
                    <a:gd name="connsiteY5" fmla="*/ 44782 h 62901"/>
                    <a:gd name="connsiteX6" fmla="*/ 60701 w 61218"/>
                    <a:gd name="connsiteY6" fmla="*/ 44523 h 62901"/>
                    <a:gd name="connsiteX7" fmla="*/ 45688 w 61218"/>
                    <a:gd name="connsiteY7" fmla="*/ 0 h 62901"/>
                    <a:gd name="connsiteX8" fmla="*/ 19544 w 61218"/>
                    <a:gd name="connsiteY8" fmla="*/ 0 h 62901"/>
                    <a:gd name="connsiteX9" fmla="*/ 0 w 61218"/>
                    <a:gd name="connsiteY9" fmla="*/ 19543 h 629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218" h="62901">
                      <a:moveTo>
                        <a:pt x="0" y="19543"/>
                      </a:moveTo>
                      <a:lnTo>
                        <a:pt x="0" y="43487"/>
                      </a:lnTo>
                      <a:cubicBezTo>
                        <a:pt x="0" y="54230"/>
                        <a:pt x="8672" y="62901"/>
                        <a:pt x="19414" y="62901"/>
                      </a:cubicBezTo>
                      <a:lnTo>
                        <a:pt x="60960" y="62901"/>
                      </a:lnTo>
                      <a:cubicBezTo>
                        <a:pt x="61090" y="60572"/>
                        <a:pt x="61219" y="58372"/>
                        <a:pt x="61219" y="56042"/>
                      </a:cubicBezTo>
                      <a:cubicBezTo>
                        <a:pt x="61219" y="52288"/>
                        <a:pt x="61090" y="48535"/>
                        <a:pt x="60701" y="44782"/>
                      </a:cubicBezTo>
                      <a:cubicBezTo>
                        <a:pt x="60701" y="44652"/>
                        <a:pt x="60701" y="44652"/>
                        <a:pt x="60701" y="44523"/>
                      </a:cubicBezTo>
                      <a:cubicBezTo>
                        <a:pt x="59019" y="27956"/>
                        <a:pt x="53583" y="13202"/>
                        <a:pt x="45688" y="0"/>
                      </a:cubicBezTo>
                      <a:lnTo>
                        <a:pt x="19544" y="0"/>
                      </a:lnTo>
                      <a:cubicBezTo>
                        <a:pt x="8672" y="129"/>
                        <a:pt x="0" y="8801"/>
                        <a:pt x="0" y="19543"/>
                      </a:cubicBezTo>
                      <a:close/>
                    </a:path>
                  </a:pathLst>
                </a:custGeom>
                <a:solidFill>
                  <a:srgbClr val="952584"/>
                </a:solidFill>
                <a:ln w="128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" name="Freeform: Shape 85">
                  <a:extLst>
                    <a:ext uri="{FF2B5EF4-FFF2-40B4-BE49-F238E27FC236}">
                      <a16:creationId xmlns:a16="http://schemas.microsoft.com/office/drawing/2014/main" id="{D7C823E2-7F15-95F3-36A8-B88E99B685CF}"/>
                    </a:ext>
                  </a:extLst>
                </p:cNvPr>
                <p:cNvSpPr/>
                <p:nvPr/>
              </p:nvSpPr>
              <p:spPr>
                <a:xfrm>
                  <a:off x="357768" y="3729781"/>
                  <a:ext cx="87492" cy="56430"/>
                </a:xfrm>
                <a:custGeom>
                  <a:avLst/>
                  <a:gdLst>
                    <a:gd name="connsiteX0" fmla="*/ 0 w 87492"/>
                    <a:gd name="connsiteY0" fmla="*/ 0 h 56430"/>
                    <a:gd name="connsiteX1" fmla="*/ 0 w 87492"/>
                    <a:gd name="connsiteY1" fmla="*/ 0 h 56430"/>
                    <a:gd name="connsiteX2" fmla="*/ 0 w 87492"/>
                    <a:gd name="connsiteY2" fmla="*/ 0 h 56430"/>
                    <a:gd name="connsiteX3" fmla="*/ 129 w 87492"/>
                    <a:gd name="connsiteY3" fmla="*/ 388 h 56430"/>
                    <a:gd name="connsiteX4" fmla="*/ 3624 w 87492"/>
                    <a:gd name="connsiteY4" fmla="*/ 6989 h 56430"/>
                    <a:gd name="connsiteX5" fmla="*/ 4012 w 87492"/>
                    <a:gd name="connsiteY5" fmla="*/ 7766 h 56430"/>
                    <a:gd name="connsiteX6" fmla="*/ 5565 w 87492"/>
                    <a:gd name="connsiteY6" fmla="*/ 11131 h 56430"/>
                    <a:gd name="connsiteX7" fmla="*/ 6213 w 87492"/>
                    <a:gd name="connsiteY7" fmla="*/ 12554 h 56430"/>
                    <a:gd name="connsiteX8" fmla="*/ 6860 w 87492"/>
                    <a:gd name="connsiteY8" fmla="*/ 13978 h 56430"/>
                    <a:gd name="connsiteX9" fmla="*/ 10484 w 87492"/>
                    <a:gd name="connsiteY9" fmla="*/ 23038 h 56430"/>
                    <a:gd name="connsiteX10" fmla="*/ 12166 w 87492"/>
                    <a:gd name="connsiteY10" fmla="*/ 27956 h 56430"/>
                    <a:gd name="connsiteX11" fmla="*/ 12684 w 87492"/>
                    <a:gd name="connsiteY11" fmla="*/ 29639 h 56430"/>
                    <a:gd name="connsiteX12" fmla="*/ 13072 w 87492"/>
                    <a:gd name="connsiteY12" fmla="*/ 31062 h 56430"/>
                    <a:gd name="connsiteX13" fmla="*/ 14237 w 87492"/>
                    <a:gd name="connsiteY13" fmla="*/ 34945 h 56430"/>
                    <a:gd name="connsiteX14" fmla="*/ 14884 w 87492"/>
                    <a:gd name="connsiteY14" fmla="*/ 37146 h 56430"/>
                    <a:gd name="connsiteX15" fmla="*/ 15402 w 87492"/>
                    <a:gd name="connsiteY15" fmla="*/ 39087 h 56430"/>
                    <a:gd name="connsiteX16" fmla="*/ 15920 w 87492"/>
                    <a:gd name="connsiteY16" fmla="*/ 41158 h 56430"/>
                    <a:gd name="connsiteX17" fmla="*/ 16437 w 87492"/>
                    <a:gd name="connsiteY17" fmla="*/ 43358 h 56430"/>
                    <a:gd name="connsiteX18" fmla="*/ 16825 w 87492"/>
                    <a:gd name="connsiteY18" fmla="*/ 45429 h 56430"/>
                    <a:gd name="connsiteX19" fmla="*/ 17214 w 87492"/>
                    <a:gd name="connsiteY19" fmla="*/ 47759 h 56430"/>
                    <a:gd name="connsiteX20" fmla="*/ 17732 w 87492"/>
                    <a:gd name="connsiteY20" fmla="*/ 50476 h 56430"/>
                    <a:gd name="connsiteX21" fmla="*/ 18120 w 87492"/>
                    <a:gd name="connsiteY21" fmla="*/ 53194 h 56430"/>
                    <a:gd name="connsiteX22" fmla="*/ 18508 w 87492"/>
                    <a:gd name="connsiteY22" fmla="*/ 56430 h 56430"/>
                    <a:gd name="connsiteX23" fmla="*/ 87493 w 87492"/>
                    <a:gd name="connsiteY23" fmla="*/ 56430 h 56430"/>
                    <a:gd name="connsiteX24" fmla="*/ 0 w 87492"/>
                    <a:gd name="connsiteY24" fmla="*/ 0 h 564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87492" h="56430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29"/>
                        <a:pt x="129" y="259"/>
                        <a:pt x="129" y="388"/>
                      </a:cubicBezTo>
                      <a:cubicBezTo>
                        <a:pt x="647" y="1165"/>
                        <a:pt x="1941" y="3495"/>
                        <a:pt x="3624" y="6989"/>
                      </a:cubicBezTo>
                      <a:cubicBezTo>
                        <a:pt x="3753" y="7248"/>
                        <a:pt x="3883" y="7507"/>
                        <a:pt x="4012" y="7766"/>
                      </a:cubicBezTo>
                      <a:cubicBezTo>
                        <a:pt x="4530" y="8801"/>
                        <a:pt x="5048" y="9966"/>
                        <a:pt x="5565" y="11131"/>
                      </a:cubicBezTo>
                      <a:cubicBezTo>
                        <a:pt x="5824" y="11519"/>
                        <a:pt x="5954" y="12037"/>
                        <a:pt x="6213" y="12554"/>
                      </a:cubicBezTo>
                      <a:cubicBezTo>
                        <a:pt x="6471" y="13072"/>
                        <a:pt x="6601" y="13590"/>
                        <a:pt x="6860" y="13978"/>
                      </a:cubicBezTo>
                      <a:cubicBezTo>
                        <a:pt x="8024" y="16696"/>
                        <a:pt x="9189" y="19673"/>
                        <a:pt x="10484" y="23038"/>
                      </a:cubicBezTo>
                      <a:cubicBezTo>
                        <a:pt x="11001" y="24591"/>
                        <a:pt x="11648" y="26274"/>
                        <a:pt x="12166" y="27956"/>
                      </a:cubicBezTo>
                      <a:cubicBezTo>
                        <a:pt x="12296" y="28474"/>
                        <a:pt x="12554" y="29121"/>
                        <a:pt x="12684" y="29639"/>
                      </a:cubicBezTo>
                      <a:cubicBezTo>
                        <a:pt x="12813" y="30156"/>
                        <a:pt x="12943" y="30545"/>
                        <a:pt x="13072" y="31062"/>
                      </a:cubicBezTo>
                      <a:cubicBezTo>
                        <a:pt x="13460" y="32357"/>
                        <a:pt x="13849" y="33651"/>
                        <a:pt x="14237" y="34945"/>
                      </a:cubicBezTo>
                      <a:cubicBezTo>
                        <a:pt x="14366" y="35722"/>
                        <a:pt x="14625" y="36369"/>
                        <a:pt x="14884" y="37146"/>
                      </a:cubicBezTo>
                      <a:cubicBezTo>
                        <a:pt x="15014" y="37793"/>
                        <a:pt x="15143" y="38440"/>
                        <a:pt x="15402" y="39087"/>
                      </a:cubicBezTo>
                      <a:cubicBezTo>
                        <a:pt x="15531" y="39734"/>
                        <a:pt x="15790" y="40511"/>
                        <a:pt x="15920" y="41158"/>
                      </a:cubicBezTo>
                      <a:cubicBezTo>
                        <a:pt x="16049" y="41934"/>
                        <a:pt x="16308" y="42581"/>
                        <a:pt x="16437" y="43358"/>
                      </a:cubicBezTo>
                      <a:cubicBezTo>
                        <a:pt x="16567" y="44005"/>
                        <a:pt x="16696" y="44782"/>
                        <a:pt x="16825" y="45429"/>
                      </a:cubicBezTo>
                      <a:cubicBezTo>
                        <a:pt x="16955" y="46205"/>
                        <a:pt x="17084" y="46982"/>
                        <a:pt x="17214" y="47759"/>
                      </a:cubicBezTo>
                      <a:cubicBezTo>
                        <a:pt x="17343" y="48665"/>
                        <a:pt x="17473" y="49570"/>
                        <a:pt x="17732" y="50476"/>
                      </a:cubicBezTo>
                      <a:cubicBezTo>
                        <a:pt x="17861" y="51382"/>
                        <a:pt x="17990" y="52288"/>
                        <a:pt x="18120" y="53194"/>
                      </a:cubicBezTo>
                      <a:cubicBezTo>
                        <a:pt x="18249" y="54230"/>
                        <a:pt x="18379" y="55395"/>
                        <a:pt x="18508" y="56430"/>
                      </a:cubicBezTo>
                      <a:lnTo>
                        <a:pt x="87493" y="56430"/>
                      </a:lnTo>
                      <a:cubicBezTo>
                        <a:pt x="63290" y="32227"/>
                        <a:pt x="30545" y="14366"/>
                        <a:pt x="0" y="0"/>
                      </a:cubicBezTo>
                      <a:close/>
                    </a:path>
                  </a:pathLst>
                </a:custGeom>
                <a:solidFill>
                  <a:srgbClr val="952584"/>
                </a:solidFill>
                <a:ln w="128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" name="Freeform: Shape 86">
                  <a:extLst>
                    <a:ext uri="{FF2B5EF4-FFF2-40B4-BE49-F238E27FC236}">
                      <a16:creationId xmlns:a16="http://schemas.microsoft.com/office/drawing/2014/main" id="{B805C141-2FCC-4EA9-151F-006462B520C8}"/>
                    </a:ext>
                  </a:extLst>
                </p:cNvPr>
                <p:cNvSpPr/>
                <p:nvPr/>
              </p:nvSpPr>
              <p:spPr>
                <a:xfrm>
                  <a:off x="279854" y="3989282"/>
                  <a:ext cx="114285" cy="62901"/>
                </a:xfrm>
                <a:custGeom>
                  <a:avLst/>
                  <a:gdLst>
                    <a:gd name="connsiteX0" fmla="*/ 94999 w 114285"/>
                    <a:gd name="connsiteY0" fmla="*/ 0 h 62901"/>
                    <a:gd name="connsiteX1" fmla="*/ 388 w 114285"/>
                    <a:gd name="connsiteY1" fmla="*/ 0 h 62901"/>
                    <a:gd name="connsiteX2" fmla="*/ 0 w 114285"/>
                    <a:gd name="connsiteY2" fmla="*/ 10225 h 62901"/>
                    <a:gd name="connsiteX3" fmla="*/ 0 w 114285"/>
                    <a:gd name="connsiteY3" fmla="*/ 12554 h 62901"/>
                    <a:gd name="connsiteX4" fmla="*/ 0 w 114285"/>
                    <a:gd name="connsiteY4" fmla="*/ 14884 h 62901"/>
                    <a:gd name="connsiteX5" fmla="*/ 129 w 114285"/>
                    <a:gd name="connsiteY5" fmla="*/ 17602 h 62901"/>
                    <a:gd name="connsiteX6" fmla="*/ 388 w 114285"/>
                    <a:gd name="connsiteY6" fmla="*/ 20967 h 62901"/>
                    <a:gd name="connsiteX7" fmla="*/ 647 w 114285"/>
                    <a:gd name="connsiteY7" fmla="*/ 24332 h 62901"/>
                    <a:gd name="connsiteX8" fmla="*/ 1035 w 114285"/>
                    <a:gd name="connsiteY8" fmla="*/ 27568 h 62901"/>
                    <a:gd name="connsiteX9" fmla="*/ 1424 w 114285"/>
                    <a:gd name="connsiteY9" fmla="*/ 30933 h 62901"/>
                    <a:gd name="connsiteX10" fmla="*/ 1812 w 114285"/>
                    <a:gd name="connsiteY10" fmla="*/ 33263 h 62901"/>
                    <a:gd name="connsiteX11" fmla="*/ 1812 w 114285"/>
                    <a:gd name="connsiteY11" fmla="*/ 33651 h 62901"/>
                    <a:gd name="connsiteX12" fmla="*/ 2071 w 114285"/>
                    <a:gd name="connsiteY12" fmla="*/ 35075 h 62901"/>
                    <a:gd name="connsiteX13" fmla="*/ 2071 w 114285"/>
                    <a:gd name="connsiteY13" fmla="*/ 35204 h 62901"/>
                    <a:gd name="connsiteX14" fmla="*/ 2200 w 114285"/>
                    <a:gd name="connsiteY14" fmla="*/ 36110 h 62901"/>
                    <a:gd name="connsiteX15" fmla="*/ 2459 w 114285"/>
                    <a:gd name="connsiteY15" fmla="*/ 37663 h 62901"/>
                    <a:gd name="connsiteX16" fmla="*/ 2977 w 114285"/>
                    <a:gd name="connsiteY16" fmla="*/ 40769 h 62901"/>
                    <a:gd name="connsiteX17" fmla="*/ 5306 w 114285"/>
                    <a:gd name="connsiteY17" fmla="*/ 50476 h 62901"/>
                    <a:gd name="connsiteX18" fmla="*/ 5954 w 114285"/>
                    <a:gd name="connsiteY18" fmla="*/ 52677 h 62901"/>
                    <a:gd name="connsiteX19" fmla="*/ 6601 w 114285"/>
                    <a:gd name="connsiteY19" fmla="*/ 54618 h 62901"/>
                    <a:gd name="connsiteX20" fmla="*/ 7118 w 114285"/>
                    <a:gd name="connsiteY20" fmla="*/ 56430 h 62901"/>
                    <a:gd name="connsiteX21" fmla="*/ 7636 w 114285"/>
                    <a:gd name="connsiteY21" fmla="*/ 57854 h 62901"/>
                    <a:gd name="connsiteX22" fmla="*/ 9189 w 114285"/>
                    <a:gd name="connsiteY22" fmla="*/ 62384 h 62901"/>
                    <a:gd name="connsiteX23" fmla="*/ 9448 w 114285"/>
                    <a:gd name="connsiteY23" fmla="*/ 62901 h 62901"/>
                    <a:gd name="connsiteX24" fmla="*/ 94870 w 114285"/>
                    <a:gd name="connsiteY24" fmla="*/ 62901 h 62901"/>
                    <a:gd name="connsiteX25" fmla="*/ 114284 w 114285"/>
                    <a:gd name="connsiteY25" fmla="*/ 43487 h 62901"/>
                    <a:gd name="connsiteX26" fmla="*/ 114284 w 114285"/>
                    <a:gd name="connsiteY26" fmla="*/ 19543 h 62901"/>
                    <a:gd name="connsiteX27" fmla="*/ 94999 w 114285"/>
                    <a:gd name="connsiteY27" fmla="*/ 0 h 629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114285" h="62901">
                      <a:moveTo>
                        <a:pt x="94999" y="0"/>
                      </a:moveTo>
                      <a:lnTo>
                        <a:pt x="388" y="0"/>
                      </a:lnTo>
                      <a:cubicBezTo>
                        <a:pt x="129" y="3365"/>
                        <a:pt x="0" y="6730"/>
                        <a:pt x="0" y="10225"/>
                      </a:cubicBezTo>
                      <a:cubicBezTo>
                        <a:pt x="0" y="11001"/>
                        <a:pt x="0" y="11778"/>
                        <a:pt x="0" y="12554"/>
                      </a:cubicBezTo>
                      <a:cubicBezTo>
                        <a:pt x="0" y="13331"/>
                        <a:pt x="0" y="14108"/>
                        <a:pt x="0" y="14884"/>
                      </a:cubicBezTo>
                      <a:cubicBezTo>
                        <a:pt x="0" y="15790"/>
                        <a:pt x="129" y="16696"/>
                        <a:pt x="129" y="17602"/>
                      </a:cubicBezTo>
                      <a:cubicBezTo>
                        <a:pt x="129" y="18767"/>
                        <a:pt x="259" y="19802"/>
                        <a:pt x="388" y="20967"/>
                      </a:cubicBezTo>
                      <a:cubicBezTo>
                        <a:pt x="518" y="22132"/>
                        <a:pt x="518" y="23167"/>
                        <a:pt x="647" y="24332"/>
                      </a:cubicBezTo>
                      <a:cubicBezTo>
                        <a:pt x="777" y="25368"/>
                        <a:pt x="906" y="26533"/>
                        <a:pt x="1035" y="27568"/>
                      </a:cubicBezTo>
                      <a:cubicBezTo>
                        <a:pt x="1165" y="28733"/>
                        <a:pt x="1294" y="29898"/>
                        <a:pt x="1424" y="30933"/>
                      </a:cubicBezTo>
                      <a:cubicBezTo>
                        <a:pt x="1553" y="31710"/>
                        <a:pt x="1683" y="32486"/>
                        <a:pt x="1812" y="33263"/>
                      </a:cubicBezTo>
                      <a:cubicBezTo>
                        <a:pt x="1812" y="33392"/>
                        <a:pt x="1812" y="33522"/>
                        <a:pt x="1812" y="33651"/>
                      </a:cubicBezTo>
                      <a:cubicBezTo>
                        <a:pt x="1941" y="34169"/>
                        <a:pt x="1941" y="34557"/>
                        <a:pt x="2071" y="35075"/>
                      </a:cubicBezTo>
                      <a:cubicBezTo>
                        <a:pt x="2071" y="35204"/>
                        <a:pt x="2071" y="35204"/>
                        <a:pt x="2071" y="35204"/>
                      </a:cubicBezTo>
                      <a:cubicBezTo>
                        <a:pt x="2071" y="35463"/>
                        <a:pt x="2200" y="35851"/>
                        <a:pt x="2200" y="36110"/>
                      </a:cubicBezTo>
                      <a:cubicBezTo>
                        <a:pt x="2330" y="36628"/>
                        <a:pt x="2330" y="37146"/>
                        <a:pt x="2459" y="37663"/>
                      </a:cubicBezTo>
                      <a:cubicBezTo>
                        <a:pt x="2589" y="38699"/>
                        <a:pt x="2847" y="39734"/>
                        <a:pt x="2977" y="40769"/>
                      </a:cubicBezTo>
                      <a:cubicBezTo>
                        <a:pt x="3624" y="44005"/>
                        <a:pt x="4400" y="47241"/>
                        <a:pt x="5306" y="50476"/>
                      </a:cubicBezTo>
                      <a:cubicBezTo>
                        <a:pt x="5565" y="51253"/>
                        <a:pt x="5695" y="51900"/>
                        <a:pt x="5954" y="52677"/>
                      </a:cubicBezTo>
                      <a:cubicBezTo>
                        <a:pt x="6083" y="53324"/>
                        <a:pt x="6342" y="53971"/>
                        <a:pt x="6601" y="54618"/>
                      </a:cubicBezTo>
                      <a:cubicBezTo>
                        <a:pt x="6730" y="55265"/>
                        <a:pt x="6989" y="55912"/>
                        <a:pt x="7118" y="56430"/>
                      </a:cubicBezTo>
                      <a:cubicBezTo>
                        <a:pt x="7248" y="56948"/>
                        <a:pt x="7377" y="57336"/>
                        <a:pt x="7636" y="57854"/>
                      </a:cubicBezTo>
                      <a:cubicBezTo>
                        <a:pt x="8154" y="59407"/>
                        <a:pt x="8672" y="60831"/>
                        <a:pt x="9189" y="62384"/>
                      </a:cubicBezTo>
                      <a:cubicBezTo>
                        <a:pt x="9319" y="62513"/>
                        <a:pt x="9319" y="62772"/>
                        <a:pt x="9448" y="62901"/>
                      </a:cubicBezTo>
                      <a:lnTo>
                        <a:pt x="94870" y="62901"/>
                      </a:lnTo>
                      <a:cubicBezTo>
                        <a:pt x="105612" y="62901"/>
                        <a:pt x="114284" y="54230"/>
                        <a:pt x="114284" y="43487"/>
                      </a:cubicBezTo>
                      <a:lnTo>
                        <a:pt x="114284" y="19543"/>
                      </a:lnTo>
                      <a:cubicBezTo>
                        <a:pt x="114413" y="8672"/>
                        <a:pt x="105742" y="0"/>
                        <a:pt x="94999" y="0"/>
                      </a:cubicBezTo>
                      <a:close/>
                    </a:path>
                  </a:pathLst>
                </a:custGeom>
                <a:solidFill>
                  <a:srgbClr val="952584"/>
                </a:solidFill>
                <a:ln w="128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" name="Freeform: Shape 87">
                  <a:extLst>
                    <a:ext uri="{FF2B5EF4-FFF2-40B4-BE49-F238E27FC236}">
                      <a16:creationId xmlns:a16="http://schemas.microsoft.com/office/drawing/2014/main" id="{93A54302-26AF-7273-548B-45E7EDD9D0BC}"/>
                    </a:ext>
                  </a:extLst>
                </p:cNvPr>
                <p:cNvSpPr/>
                <p:nvPr/>
              </p:nvSpPr>
              <p:spPr>
                <a:xfrm>
                  <a:off x="284254" y="3914214"/>
                  <a:ext cx="22908" cy="49182"/>
                </a:xfrm>
                <a:custGeom>
                  <a:avLst/>
                  <a:gdLst>
                    <a:gd name="connsiteX0" fmla="*/ 22909 w 22908"/>
                    <a:gd name="connsiteY0" fmla="*/ 29768 h 49182"/>
                    <a:gd name="connsiteX1" fmla="*/ 22909 w 22908"/>
                    <a:gd name="connsiteY1" fmla="*/ 5824 h 49182"/>
                    <a:gd name="connsiteX2" fmla="*/ 22003 w 22908"/>
                    <a:gd name="connsiteY2" fmla="*/ 0 h 49182"/>
                    <a:gd name="connsiteX3" fmla="*/ 0 w 22908"/>
                    <a:gd name="connsiteY3" fmla="*/ 49182 h 49182"/>
                    <a:gd name="connsiteX4" fmla="*/ 3365 w 22908"/>
                    <a:gd name="connsiteY4" fmla="*/ 49182 h 49182"/>
                    <a:gd name="connsiteX5" fmla="*/ 22909 w 22908"/>
                    <a:gd name="connsiteY5" fmla="*/ 29768 h 491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2908" h="49182">
                      <a:moveTo>
                        <a:pt x="22909" y="29768"/>
                      </a:moveTo>
                      <a:lnTo>
                        <a:pt x="22909" y="5824"/>
                      </a:lnTo>
                      <a:cubicBezTo>
                        <a:pt x="22909" y="3753"/>
                        <a:pt x="22650" y="1812"/>
                        <a:pt x="22003" y="0"/>
                      </a:cubicBezTo>
                      <a:cubicBezTo>
                        <a:pt x="11907" y="14755"/>
                        <a:pt x="4401" y="31321"/>
                        <a:pt x="0" y="49182"/>
                      </a:cubicBezTo>
                      <a:lnTo>
                        <a:pt x="3365" y="49182"/>
                      </a:lnTo>
                      <a:cubicBezTo>
                        <a:pt x="14237" y="49182"/>
                        <a:pt x="22909" y="40511"/>
                        <a:pt x="22909" y="29768"/>
                      </a:cubicBezTo>
                      <a:close/>
                    </a:path>
                  </a:pathLst>
                </a:custGeom>
                <a:solidFill>
                  <a:srgbClr val="952584"/>
                </a:solidFill>
                <a:ln w="128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9" name="Freeform: Shape 88">
                  <a:extLst>
                    <a:ext uri="{FF2B5EF4-FFF2-40B4-BE49-F238E27FC236}">
                      <a16:creationId xmlns:a16="http://schemas.microsoft.com/office/drawing/2014/main" id="{07E3D487-221C-1AC7-D8F4-A1501EA7389E}"/>
                    </a:ext>
                  </a:extLst>
                </p:cNvPr>
                <p:cNvSpPr/>
                <p:nvPr/>
              </p:nvSpPr>
              <p:spPr>
                <a:xfrm>
                  <a:off x="344826" y="3811838"/>
                  <a:ext cx="49570" cy="62642"/>
                </a:xfrm>
                <a:custGeom>
                  <a:avLst/>
                  <a:gdLst>
                    <a:gd name="connsiteX0" fmla="*/ 29121 w 49570"/>
                    <a:gd name="connsiteY0" fmla="*/ 13849 h 62642"/>
                    <a:gd name="connsiteX1" fmla="*/ 28474 w 49570"/>
                    <a:gd name="connsiteY1" fmla="*/ 16308 h 62642"/>
                    <a:gd name="connsiteX2" fmla="*/ 25627 w 49570"/>
                    <a:gd name="connsiteY2" fmla="*/ 25109 h 62642"/>
                    <a:gd name="connsiteX3" fmla="*/ 24850 w 49570"/>
                    <a:gd name="connsiteY3" fmla="*/ 27180 h 62642"/>
                    <a:gd name="connsiteX4" fmla="*/ 24462 w 49570"/>
                    <a:gd name="connsiteY4" fmla="*/ 28215 h 62642"/>
                    <a:gd name="connsiteX5" fmla="*/ 23556 w 49570"/>
                    <a:gd name="connsiteY5" fmla="*/ 30286 h 62642"/>
                    <a:gd name="connsiteX6" fmla="*/ 22779 w 49570"/>
                    <a:gd name="connsiteY6" fmla="*/ 31839 h 62642"/>
                    <a:gd name="connsiteX7" fmla="*/ 21873 w 49570"/>
                    <a:gd name="connsiteY7" fmla="*/ 33651 h 62642"/>
                    <a:gd name="connsiteX8" fmla="*/ 18638 w 49570"/>
                    <a:gd name="connsiteY8" fmla="*/ 39734 h 62642"/>
                    <a:gd name="connsiteX9" fmla="*/ 17732 w 49570"/>
                    <a:gd name="connsiteY9" fmla="*/ 41287 h 62642"/>
                    <a:gd name="connsiteX10" fmla="*/ 8154 w 49570"/>
                    <a:gd name="connsiteY10" fmla="*/ 54489 h 62642"/>
                    <a:gd name="connsiteX11" fmla="*/ 5824 w 49570"/>
                    <a:gd name="connsiteY11" fmla="*/ 57077 h 62642"/>
                    <a:gd name="connsiteX12" fmla="*/ 4142 w 49570"/>
                    <a:gd name="connsiteY12" fmla="*/ 58889 h 62642"/>
                    <a:gd name="connsiteX13" fmla="*/ 0 w 49570"/>
                    <a:gd name="connsiteY13" fmla="*/ 62643 h 62642"/>
                    <a:gd name="connsiteX14" fmla="*/ 30157 w 49570"/>
                    <a:gd name="connsiteY14" fmla="*/ 62643 h 62642"/>
                    <a:gd name="connsiteX15" fmla="*/ 49571 w 49570"/>
                    <a:gd name="connsiteY15" fmla="*/ 43229 h 62642"/>
                    <a:gd name="connsiteX16" fmla="*/ 49571 w 49570"/>
                    <a:gd name="connsiteY16" fmla="*/ 19285 h 62642"/>
                    <a:gd name="connsiteX17" fmla="*/ 31710 w 49570"/>
                    <a:gd name="connsiteY17" fmla="*/ 0 h 62642"/>
                    <a:gd name="connsiteX18" fmla="*/ 31580 w 49570"/>
                    <a:gd name="connsiteY18" fmla="*/ 1294 h 62642"/>
                    <a:gd name="connsiteX19" fmla="*/ 31192 w 49570"/>
                    <a:gd name="connsiteY19" fmla="*/ 3753 h 62642"/>
                    <a:gd name="connsiteX20" fmla="*/ 31062 w 49570"/>
                    <a:gd name="connsiteY20" fmla="*/ 4530 h 62642"/>
                    <a:gd name="connsiteX21" fmla="*/ 30674 w 49570"/>
                    <a:gd name="connsiteY21" fmla="*/ 7118 h 62642"/>
                    <a:gd name="connsiteX22" fmla="*/ 30415 w 49570"/>
                    <a:gd name="connsiteY22" fmla="*/ 8801 h 62642"/>
                    <a:gd name="connsiteX23" fmla="*/ 30415 w 49570"/>
                    <a:gd name="connsiteY23" fmla="*/ 8930 h 62642"/>
                    <a:gd name="connsiteX24" fmla="*/ 29898 w 49570"/>
                    <a:gd name="connsiteY24" fmla="*/ 11390 h 62642"/>
                    <a:gd name="connsiteX25" fmla="*/ 29121 w 49570"/>
                    <a:gd name="connsiteY25" fmla="*/ 13849 h 626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49570" h="62642">
                      <a:moveTo>
                        <a:pt x="29121" y="13849"/>
                      </a:moveTo>
                      <a:cubicBezTo>
                        <a:pt x="28862" y="14625"/>
                        <a:pt x="28733" y="15531"/>
                        <a:pt x="28474" y="16308"/>
                      </a:cubicBezTo>
                      <a:cubicBezTo>
                        <a:pt x="27697" y="19285"/>
                        <a:pt x="26662" y="22132"/>
                        <a:pt x="25627" y="25109"/>
                      </a:cubicBezTo>
                      <a:cubicBezTo>
                        <a:pt x="25368" y="25756"/>
                        <a:pt x="25109" y="26533"/>
                        <a:pt x="24850" y="27180"/>
                      </a:cubicBezTo>
                      <a:cubicBezTo>
                        <a:pt x="24721" y="27568"/>
                        <a:pt x="24591" y="27956"/>
                        <a:pt x="24462" y="28215"/>
                      </a:cubicBezTo>
                      <a:cubicBezTo>
                        <a:pt x="24203" y="28862"/>
                        <a:pt x="23815" y="29639"/>
                        <a:pt x="23556" y="30286"/>
                      </a:cubicBezTo>
                      <a:cubicBezTo>
                        <a:pt x="23297" y="30804"/>
                        <a:pt x="23038" y="31321"/>
                        <a:pt x="22779" y="31839"/>
                      </a:cubicBezTo>
                      <a:cubicBezTo>
                        <a:pt x="22520" y="32486"/>
                        <a:pt x="22132" y="33133"/>
                        <a:pt x="21873" y="33651"/>
                      </a:cubicBezTo>
                      <a:cubicBezTo>
                        <a:pt x="20838" y="35722"/>
                        <a:pt x="19802" y="37663"/>
                        <a:pt x="18638" y="39734"/>
                      </a:cubicBezTo>
                      <a:cubicBezTo>
                        <a:pt x="18379" y="40252"/>
                        <a:pt x="17990" y="40769"/>
                        <a:pt x="17732" y="41287"/>
                      </a:cubicBezTo>
                      <a:cubicBezTo>
                        <a:pt x="15014" y="45817"/>
                        <a:pt x="11907" y="50218"/>
                        <a:pt x="8154" y="54489"/>
                      </a:cubicBezTo>
                      <a:cubicBezTo>
                        <a:pt x="7377" y="55395"/>
                        <a:pt x="6601" y="56301"/>
                        <a:pt x="5824" y="57077"/>
                      </a:cubicBezTo>
                      <a:cubicBezTo>
                        <a:pt x="5307" y="57724"/>
                        <a:pt x="4659" y="58242"/>
                        <a:pt x="4142" y="58889"/>
                      </a:cubicBezTo>
                      <a:cubicBezTo>
                        <a:pt x="2977" y="60054"/>
                        <a:pt x="1553" y="61348"/>
                        <a:pt x="0" y="62643"/>
                      </a:cubicBezTo>
                      <a:lnTo>
                        <a:pt x="30157" y="62643"/>
                      </a:lnTo>
                      <a:cubicBezTo>
                        <a:pt x="40899" y="62643"/>
                        <a:pt x="49571" y="53971"/>
                        <a:pt x="49571" y="43229"/>
                      </a:cubicBezTo>
                      <a:lnTo>
                        <a:pt x="49571" y="19285"/>
                      </a:lnTo>
                      <a:cubicBezTo>
                        <a:pt x="49571" y="9060"/>
                        <a:pt x="41675" y="777"/>
                        <a:pt x="31710" y="0"/>
                      </a:cubicBezTo>
                      <a:cubicBezTo>
                        <a:pt x="31710" y="388"/>
                        <a:pt x="31580" y="777"/>
                        <a:pt x="31580" y="1294"/>
                      </a:cubicBezTo>
                      <a:cubicBezTo>
                        <a:pt x="31451" y="2071"/>
                        <a:pt x="31321" y="2977"/>
                        <a:pt x="31192" y="3753"/>
                      </a:cubicBezTo>
                      <a:cubicBezTo>
                        <a:pt x="31192" y="4012"/>
                        <a:pt x="31192" y="4271"/>
                        <a:pt x="31062" y="4530"/>
                      </a:cubicBezTo>
                      <a:cubicBezTo>
                        <a:pt x="30933" y="5436"/>
                        <a:pt x="30804" y="6213"/>
                        <a:pt x="30674" y="7118"/>
                      </a:cubicBezTo>
                      <a:cubicBezTo>
                        <a:pt x="30545" y="7636"/>
                        <a:pt x="30415" y="8154"/>
                        <a:pt x="30415" y="8801"/>
                      </a:cubicBezTo>
                      <a:cubicBezTo>
                        <a:pt x="30415" y="8801"/>
                        <a:pt x="30415" y="8801"/>
                        <a:pt x="30415" y="8930"/>
                      </a:cubicBezTo>
                      <a:cubicBezTo>
                        <a:pt x="30286" y="9707"/>
                        <a:pt x="30027" y="10613"/>
                        <a:pt x="29898" y="11390"/>
                      </a:cubicBezTo>
                      <a:cubicBezTo>
                        <a:pt x="29509" y="12296"/>
                        <a:pt x="29380" y="13072"/>
                        <a:pt x="29121" y="13849"/>
                      </a:cubicBezTo>
                      <a:close/>
                    </a:path>
                  </a:pathLst>
                </a:custGeom>
                <a:solidFill>
                  <a:srgbClr val="952584"/>
                </a:solidFill>
                <a:ln w="128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0" name="Freeform: Shape 89">
                  <a:extLst>
                    <a:ext uri="{FF2B5EF4-FFF2-40B4-BE49-F238E27FC236}">
                      <a16:creationId xmlns:a16="http://schemas.microsoft.com/office/drawing/2014/main" id="{818E74AF-78FE-FED5-A3E2-D0006A3EA40F}"/>
                    </a:ext>
                  </a:extLst>
                </p:cNvPr>
                <p:cNvSpPr/>
                <p:nvPr/>
              </p:nvSpPr>
              <p:spPr>
                <a:xfrm>
                  <a:off x="420152" y="3989282"/>
                  <a:ext cx="85680" cy="62772"/>
                </a:xfrm>
                <a:custGeom>
                  <a:avLst/>
                  <a:gdLst>
                    <a:gd name="connsiteX0" fmla="*/ 0 w 85680"/>
                    <a:gd name="connsiteY0" fmla="*/ 19414 h 62772"/>
                    <a:gd name="connsiteX1" fmla="*/ 0 w 85680"/>
                    <a:gd name="connsiteY1" fmla="*/ 43358 h 62772"/>
                    <a:gd name="connsiteX2" fmla="*/ 19414 w 85680"/>
                    <a:gd name="connsiteY2" fmla="*/ 62772 h 62772"/>
                    <a:gd name="connsiteX3" fmla="*/ 85681 w 85680"/>
                    <a:gd name="connsiteY3" fmla="*/ 62772 h 62772"/>
                    <a:gd name="connsiteX4" fmla="*/ 85681 w 85680"/>
                    <a:gd name="connsiteY4" fmla="*/ 0 h 62772"/>
                    <a:gd name="connsiteX5" fmla="*/ 19414 w 85680"/>
                    <a:gd name="connsiteY5" fmla="*/ 0 h 62772"/>
                    <a:gd name="connsiteX6" fmla="*/ 0 w 85680"/>
                    <a:gd name="connsiteY6" fmla="*/ 19414 h 627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5680" h="62772">
                      <a:moveTo>
                        <a:pt x="0" y="19414"/>
                      </a:moveTo>
                      <a:lnTo>
                        <a:pt x="0" y="43358"/>
                      </a:lnTo>
                      <a:cubicBezTo>
                        <a:pt x="0" y="54100"/>
                        <a:pt x="8672" y="62772"/>
                        <a:pt x="19414" y="62772"/>
                      </a:cubicBezTo>
                      <a:lnTo>
                        <a:pt x="85681" y="62772"/>
                      </a:lnTo>
                      <a:lnTo>
                        <a:pt x="85681" y="0"/>
                      </a:lnTo>
                      <a:lnTo>
                        <a:pt x="19414" y="0"/>
                      </a:lnTo>
                      <a:cubicBezTo>
                        <a:pt x="8672" y="0"/>
                        <a:pt x="0" y="8672"/>
                        <a:pt x="0" y="19414"/>
                      </a:cubicBezTo>
                      <a:close/>
                    </a:path>
                  </a:pathLst>
                </a:custGeom>
                <a:solidFill>
                  <a:srgbClr val="952584"/>
                </a:solidFill>
                <a:ln w="128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DD96A528-04BB-1A72-3789-DDC5F70FAD41}"/>
                    </a:ext>
                  </a:extLst>
                </p:cNvPr>
                <p:cNvSpPr/>
                <p:nvPr/>
              </p:nvSpPr>
              <p:spPr>
                <a:xfrm>
                  <a:off x="333048" y="3900624"/>
                  <a:ext cx="150135" cy="62772"/>
                </a:xfrm>
                <a:custGeom>
                  <a:avLst/>
                  <a:gdLst>
                    <a:gd name="connsiteX0" fmla="*/ 150135 w 150135"/>
                    <a:gd name="connsiteY0" fmla="*/ 43358 h 62772"/>
                    <a:gd name="connsiteX1" fmla="*/ 150135 w 150135"/>
                    <a:gd name="connsiteY1" fmla="*/ 25109 h 62772"/>
                    <a:gd name="connsiteX2" fmla="*/ 149617 w 150135"/>
                    <a:gd name="connsiteY2" fmla="*/ 25497 h 62772"/>
                    <a:gd name="connsiteX3" fmla="*/ 137063 w 150135"/>
                    <a:gd name="connsiteY3" fmla="*/ 32616 h 62772"/>
                    <a:gd name="connsiteX4" fmla="*/ 130721 w 150135"/>
                    <a:gd name="connsiteY4" fmla="*/ 35463 h 62772"/>
                    <a:gd name="connsiteX5" fmla="*/ 130462 w 150135"/>
                    <a:gd name="connsiteY5" fmla="*/ 35592 h 62772"/>
                    <a:gd name="connsiteX6" fmla="*/ 127744 w 150135"/>
                    <a:gd name="connsiteY6" fmla="*/ 36628 h 62772"/>
                    <a:gd name="connsiteX7" fmla="*/ 127097 w 150135"/>
                    <a:gd name="connsiteY7" fmla="*/ 36887 h 62772"/>
                    <a:gd name="connsiteX8" fmla="*/ 123991 w 150135"/>
                    <a:gd name="connsiteY8" fmla="*/ 38052 h 62772"/>
                    <a:gd name="connsiteX9" fmla="*/ 127486 w 150135"/>
                    <a:gd name="connsiteY9" fmla="*/ 33263 h 62772"/>
                    <a:gd name="connsiteX10" fmla="*/ 129427 w 150135"/>
                    <a:gd name="connsiteY10" fmla="*/ 30415 h 62772"/>
                    <a:gd name="connsiteX11" fmla="*/ 129556 w 150135"/>
                    <a:gd name="connsiteY11" fmla="*/ 30286 h 62772"/>
                    <a:gd name="connsiteX12" fmla="*/ 130851 w 150135"/>
                    <a:gd name="connsiteY12" fmla="*/ 28345 h 62772"/>
                    <a:gd name="connsiteX13" fmla="*/ 131368 w 150135"/>
                    <a:gd name="connsiteY13" fmla="*/ 27568 h 62772"/>
                    <a:gd name="connsiteX14" fmla="*/ 131757 w 150135"/>
                    <a:gd name="connsiteY14" fmla="*/ 26921 h 62772"/>
                    <a:gd name="connsiteX15" fmla="*/ 132404 w 150135"/>
                    <a:gd name="connsiteY15" fmla="*/ 25756 h 62772"/>
                    <a:gd name="connsiteX16" fmla="*/ 132533 w 150135"/>
                    <a:gd name="connsiteY16" fmla="*/ 25497 h 62772"/>
                    <a:gd name="connsiteX17" fmla="*/ 132533 w 150135"/>
                    <a:gd name="connsiteY17" fmla="*/ 25497 h 62772"/>
                    <a:gd name="connsiteX18" fmla="*/ 133439 w 150135"/>
                    <a:gd name="connsiteY18" fmla="*/ 23944 h 62772"/>
                    <a:gd name="connsiteX19" fmla="*/ 135251 w 150135"/>
                    <a:gd name="connsiteY19" fmla="*/ 20708 h 62772"/>
                    <a:gd name="connsiteX20" fmla="*/ 139263 w 150135"/>
                    <a:gd name="connsiteY20" fmla="*/ 12166 h 62772"/>
                    <a:gd name="connsiteX21" fmla="*/ 140687 w 150135"/>
                    <a:gd name="connsiteY21" fmla="*/ 8672 h 62772"/>
                    <a:gd name="connsiteX22" fmla="*/ 142370 w 150135"/>
                    <a:gd name="connsiteY22" fmla="*/ 3883 h 62772"/>
                    <a:gd name="connsiteX23" fmla="*/ 130721 w 150135"/>
                    <a:gd name="connsiteY23" fmla="*/ 0 h 62772"/>
                    <a:gd name="connsiteX24" fmla="*/ 19414 w 150135"/>
                    <a:gd name="connsiteY24" fmla="*/ 0 h 62772"/>
                    <a:gd name="connsiteX25" fmla="*/ 0 w 150135"/>
                    <a:gd name="connsiteY25" fmla="*/ 19414 h 62772"/>
                    <a:gd name="connsiteX26" fmla="*/ 0 w 150135"/>
                    <a:gd name="connsiteY26" fmla="*/ 43358 h 62772"/>
                    <a:gd name="connsiteX27" fmla="*/ 19414 w 150135"/>
                    <a:gd name="connsiteY27" fmla="*/ 62772 h 62772"/>
                    <a:gd name="connsiteX28" fmla="*/ 130721 w 150135"/>
                    <a:gd name="connsiteY28" fmla="*/ 62772 h 62772"/>
                    <a:gd name="connsiteX29" fmla="*/ 150135 w 150135"/>
                    <a:gd name="connsiteY29" fmla="*/ 43358 h 627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150135" h="62772">
                      <a:moveTo>
                        <a:pt x="150135" y="43358"/>
                      </a:moveTo>
                      <a:lnTo>
                        <a:pt x="150135" y="25109"/>
                      </a:lnTo>
                      <a:cubicBezTo>
                        <a:pt x="150006" y="25238"/>
                        <a:pt x="149747" y="25368"/>
                        <a:pt x="149617" y="25497"/>
                      </a:cubicBezTo>
                      <a:cubicBezTo>
                        <a:pt x="145605" y="28086"/>
                        <a:pt x="141464" y="30545"/>
                        <a:pt x="137063" y="32616"/>
                      </a:cubicBezTo>
                      <a:cubicBezTo>
                        <a:pt x="134992" y="33651"/>
                        <a:pt x="132921" y="34557"/>
                        <a:pt x="130721" y="35463"/>
                      </a:cubicBezTo>
                      <a:cubicBezTo>
                        <a:pt x="130592" y="35463"/>
                        <a:pt x="130462" y="35592"/>
                        <a:pt x="130462" y="35592"/>
                      </a:cubicBezTo>
                      <a:cubicBezTo>
                        <a:pt x="129556" y="35981"/>
                        <a:pt x="128650" y="36369"/>
                        <a:pt x="127744" y="36628"/>
                      </a:cubicBezTo>
                      <a:cubicBezTo>
                        <a:pt x="127486" y="36757"/>
                        <a:pt x="127356" y="36757"/>
                        <a:pt x="127097" y="36887"/>
                      </a:cubicBezTo>
                      <a:cubicBezTo>
                        <a:pt x="126062" y="37275"/>
                        <a:pt x="125026" y="37663"/>
                        <a:pt x="123991" y="38052"/>
                      </a:cubicBezTo>
                      <a:cubicBezTo>
                        <a:pt x="125156" y="36498"/>
                        <a:pt x="126321" y="34945"/>
                        <a:pt x="127486" y="33263"/>
                      </a:cubicBezTo>
                      <a:cubicBezTo>
                        <a:pt x="128133" y="32357"/>
                        <a:pt x="128780" y="31451"/>
                        <a:pt x="129427" y="30415"/>
                      </a:cubicBezTo>
                      <a:cubicBezTo>
                        <a:pt x="129427" y="30415"/>
                        <a:pt x="129427" y="30286"/>
                        <a:pt x="129556" y="30286"/>
                      </a:cubicBezTo>
                      <a:cubicBezTo>
                        <a:pt x="129945" y="29639"/>
                        <a:pt x="130333" y="28992"/>
                        <a:pt x="130851" y="28345"/>
                      </a:cubicBezTo>
                      <a:cubicBezTo>
                        <a:pt x="130980" y="28086"/>
                        <a:pt x="131239" y="27827"/>
                        <a:pt x="131368" y="27568"/>
                      </a:cubicBezTo>
                      <a:cubicBezTo>
                        <a:pt x="131498" y="27309"/>
                        <a:pt x="131627" y="27050"/>
                        <a:pt x="131757" y="26921"/>
                      </a:cubicBezTo>
                      <a:lnTo>
                        <a:pt x="132404" y="25756"/>
                      </a:lnTo>
                      <a:cubicBezTo>
                        <a:pt x="132404" y="25627"/>
                        <a:pt x="132533" y="25627"/>
                        <a:pt x="132533" y="25497"/>
                      </a:cubicBezTo>
                      <a:cubicBezTo>
                        <a:pt x="132533" y="25497"/>
                        <a:pt x="132533" y="25497"/>
                        <a:pt x="132533" y="25497"/>
                      </a:cubicBezTo>
                      <a:cubicBezTo>
                        <a:pt x="132792" y="24979"/>
                        <a:pt x="133180" y="24462"/>
                        <a:pt x="133439" y="23944"/>
                      </a:cubicBezTo>
                      <a:cubicBezTo>
                        <a:pt x="134086" y="22909"/>
                        <a:pt x="134604" y="21873"/>
                        <a:pt x="135251" y="20708"/>
                      </a:cubicBezTo>
                      <a:cubicBezTo>
                        <a:pt x="136675" y="17990"/>
                        <a:pt x="138099" y="15143"/>
                        <a:pt x="139263" y="12166"/>
                      </a:cubicBezTo>
                      <a:cubicBezTo>
                        <a:pt x="139781" y="11001"/>
                        <a:pt x="140169" y="9836"/>
                        <a:pt x="140687" y="8672"/>
                      </a:cubicBezTo>
                      <a:cubicBezTo>
                        <a:pt x="141334" y="7118"/>
                        <a:pt x="141852" y="5436"/>
                        <a:pt x="142370" y="3883"/>
                      </a:cubicBezTo>
                      <a:cubicBezTo>
                        <a:pt x="139134" y="1424"/>
                        <a:pt x="135122" y="0"/>
                        <a:pt x="130721" y="0"/>
                      </a:cubicBezTo>
                      <a:lnTo>
                        <a:pt x="19414" y="0"/>
                      </a:lnTo>
                      <a:cubicBezTo>
                        <a:pt x="8672" y="0"/>
                        <a:pt x="0" y="8672"/>
                        <a:pt x="0" y="19414"/>
                      </a:cubicBezTo>
                      <a:lnTo>
                        <a:pt x="0" y="43358"/>
                      </a:lnTo>
                      <a:cubicBezTo>
                        <a:pt x="0" y="54100"/>
                        <a:pt x="8672" y="62772"/>
                        <a:pt x="19414" y="62772"/>
                      </a:cubicBezTo>
                      <a:lnTo>
                        <a:pt x="130721" y="62772"/>
                      </a:lnTo>
                      <a:cubicBezTo>
                        <a:pt x="141464" y="62772"/>
                        <a:pt x="150135" y="54100"/>
                        <a:pt x="150135" y="43358"/>
                      </a:cubicBezTo>
                      <a:close/>
                    </a:path>
                  </a:pathLst>
                </a:custGeom>
                <a:solidFill>
                  <a:srgbClr val="952584"/>
                </a:solidFill>
                <a:ln w="128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FC912C4E-F775-019A-4CA3-10F396E14731}"/>
                  </a:ext>
                </a:extLst>
              </p:cNvPr>
              <p:cNvSpPr/>
              <p:nvPr/>
            </p:nvSpPr>
            <p:spPr>
              <a:xfrm>
                <a:off x="280112" y="3786082"/>
                <a:ext cx="225461" cy="291987"/>
              </a:xfrm>
              <a:custGeom>
                <a:avLst/>
                <a:gdLst>
                  <a:gd name="connsiteX0" fmla="*/ 224426 w 225461"/>
                  <a:gd name="connsiteY0" fmla="*/ 121273 h 291987"/>
                  <a:gd name="connsiteX1" fmla="*/ 223650 w 225461"/>
                  <a:gd name="connsiteY1" fmla="*/ 122179 h 291987"/>
                  <a:gd name="connsiteX2" fmla="*/ 221838 w 225461"/>
                  <a:gd name="connsiteY2" fmla="*/ 124120 h 291987"/>
                  <a:gd name="connsiteX3" fmla="*/ 221838 w 225461"/>
                  <a:gd name="connsiteY3" fmla="*/ 124120 h 291987"/>
                  <a:gd name="connsiteX4" fmla="*/ 221579 w 225461"/>
                  <a:gd name="connsiteY4" fmla="*/ 124379 h 291987"/>
                  <a:gd name="connsiteX5" fmla="*/ 221708 w 225461"/>
                  <a:gd name="connsiteY5" fmla="*/ 124250 h 291987"/>
                  <a:gd name="connsiteX6" fmla="*/ 218861 w 225461"/>
                  <a:gd name="connsiteY6" fmla="*/ 127097 h 291987"/>
                  <a:gd name="connsiteX7" fmla="*/ 218731 w 225461"/>
                  <a:gd name="connsiteY7" fmla="*/ 127227 h 291987"/>
                  <a:gd name="connsiteX8" fmla="*/ 217437 w 225461"/>
                  <a:gd name="connsiteY8" fmla="*/ 128392 h 291987"/>
                  <a:gd name="connsiteX9" fmla="*/ 216920 w 225461"/>
                  <a:gd name="connsiteY9" fmla="*/ 128909 h 291987"/>
                  <a:gd name="connsiteX10" fmla="*/ 216143 w 225461"/>
                  <a:gd name="connsiteY10" fmla="*/ 129556 h 291987"/>
                  <a:gd name="connsiteX11" fmla="*/ 215108 w 225461"/>
                  <a:gd name="connsiteY11" fmla="*/ 130462 h 291987"/>
                  <a:gd name="connsiteX12" fmla="*/ 213943 w 225461"/>
                  <a:gd name="connsiteY12" fmla="*/ 131498 h 291987"/>
                  <a:gd name="connsiteX13" fmla="*/ 211354 w 225461"/>
                  <a:gd name="connsiteY13" fmla="*/ 133698 h 291987"/>
                  <a:gd name="connsiteX14" fmla="*/ 209672 w 225461"/>
                  <a:gd name="connsiteY14" fmla="*/ 135122 h 291987"/>
                  <a:gd name="connsiteX15" fmla="*/ 206954 w 225461"/>
                  <a:gd name="connsiteY15" fmla="*/ 137193 h 291987"/>
                  <a:gd name="connsiteX16" fmla="*/ 205530 w 225461"/>
                  <a:gd name="connsiteY16" fmla="*/ 138099 h 291987"/>
                  <a:gd name="connsiteX17" fmla="*/ 205530 w 225461"/>
                  <a:gd name="connsiteY17" fmla="*/ 138099 h 291987"/>
                  <a:gd name="connsiteX18" fmla="*/ 202812 w 225461"/>
                  <a:gd name="connsiteY18" fmla="*/ 140040 h 291987"/>
                  <a:gd name="connsiteX19" fmla="*/ 202812 w 225461"/>
                  <a:gd name="connsiteY19" fmla="*/ 158289 h 291987"/>
                  <a:gd name="connsiteX20" fmla="*/ 183398 w 225461"/>
                  <a:gd name="connsiteY20" fmla="*/ 177703 h 291987"/>
                  <a:gd name="connsiteX21" fmla="*/ 72091 w 225461"/>
                  <a:gd name="connsiteY21" fmla="*/ 177703 h 291987"/>
                  <a:gd name="connsiteX22" fmla="*/ 52677 w 225461"/>
                  <a:gd name="connsiteY22" fmla="*/ 158289 h 291987"/>
                  <a:gd name="connsiteX23" fmla="*/ 52677 w 225461"/>
                  <a:gd name="connsiteY23" fmla="*/ 133957 h 291987"/>
                  <a:gd name="connsiteX24" fmla="*/ 72091 w 225461"/>
                  <a:gd name="connsiteY24" fmla="*/ 114543 h 291987"/>
                  <a:gd name="connsiteX25" fmla="*/ 183398 w 225461"/>
                  <a:gd name="connsiteY25" fmla="*/ 114543 h 291987"/>
                  <a:gd name="connsiteX26" fmla="*/ 195046 w 225461"/>
                  <a:gd name="connsiteY26" fmla="*/ 118426 h 291987"/>
                  <a:gd name="connsiteX27" fmla="*/ 200223 w 225461"/>
                  <a:gd name="connsiteY27" fmla="*/ 95129 h 291987"/>
                  <a:gd name="connsiteX28" fmla="*/ 200612 w 225461"/>
                  <a:gd name="connsiteY28" fmla="*/ 91893 h 291987"/>
                  <a:gd name="connsiteX29" fmla="*/ 200871 w 225461"/>
                  <a:gd name="connsiteY29" fmla="*/ 88657 h 291987"/>
                  <a:gd name="connsiteX30" fmla="*/ 159325 w 225461"/>
                  <a:gd name="connsiteY30" fmla="*/ 88657 h 291987"/>
                  <a:gd name="connsiteX31" fmla="*/ 139911 w 225461"/>
                  <a:gd name="connsiteY31" fmla="*/ 69243 h 291987"/>
                  <a:gd name="connsiteX32" fmla="*/ 139911 w 225461"/>
                  <a:gd name="connsiteY32" fmla="*/ 45299 h 291987"/>
                  <a:gd name="connsiteX33" fmla="*/ 159325 w 225461"/>
                  <a:gd name="connsiteY33" fmla="*/ 25885 h 291987"/>
                  <a:gd name="connsiteX34" fmla="*/ 185469 w 225461"/>
                  <a:gd name="connsiteY34" fmla="*/ 25885 h 291987"/>
                  <a:gd name="connsiteX35" fmla="*/ 164890 w 225461"/>
                  <a:gd name="connsiteY35" fmla="*/ 0 h 291987"/>
                  <a:gd name="connsiteX36" fmla="*/ 95905 w 225461"/>
                  <a:gd name="connsiteY36" fmla="*/ 0 h 291987"/>
                  <a:gd name="connsiteX37" fmla="*/ 96423 w 225461"/>
                  <a:gd name="connsiteY37" fmla="*/ 5177 h 291987"/>
                  <a:gd name="connsiteX38" fmla="*/ 96553 w 225461"/>
                  <a:gd name="connsiteY38" fmla="*/ 8024 h 291987"/>
                  <a:gd name="connsiteX39" fmla="*/ 96682 w 225461"/>
                  <a:gd name="connsiteY39" fmla="*/ 15661 h 291987"/>
                  <a:gd name="connsiteX40" fmla="*/ 96553 w 225461"/>
                  <a:gd name="connsiteY40" fmla="*/ 18637 h 291987"/>
                  <a:gd name="connsiteX41" fmla="*/ 96553 w 225461"/>
                  <a:gd name="connsiteY41" fmla="*/ 19285 h 291987"/>
                  <a:gd name="connsiteX42" fmla="*/ 96423 w 225461"/>
                  <a:gd name="connsiteY42" fmla="*/ 21097 h 291987"/>
                  <a:gd name="connsiteX43" fmla="*/ 96423 w 225461"/>
                  <a:gd name="connsiteY43" fmla="*/ 21226 h 291987"/>
                  <a:gd name="connsiteX44" fmla="*/ 96294 w 225461"/>
                  <a:gd name="connsiteY44" fmla="*/ 23685 h 291987"/>
                  <a:gd name="connsiteX45" fmla="*/ 96164 w 225461"/>
                  <a:gd name="connsiteY45" fmla="*/ 24979 h 291987"/>
                  <a:gd name="connsiteX46" fmla="*/ 96035 w 225461"/>
                  <a:gd name="connsiteY46" fmla="*/ 25885 h 291987"/>
                  <a:gd name="connsiteX47" fmla="*/ 113896 w 225461"/>
                  <a:gd name="connsiteY47" fmla="*/ 45170 h 291987"/>
                  <a:gd name="connsiteX48" fmla="*/ 113896 w 225461"/>
                  <a:gd name="connsiteY48" fmla="*/ 69243 h 291987"/>
                  <a:gd name="connsiteX49" fmla="*/ 94482 w 225461"/>
                  <a:gd name="connsiteY49" fmla="*/ 88657 h 291987"/>
                  <a:gd name="connsiteX50" fmla="*/ 64325 w 225461"/>
                  <a:gd name="connsiteY50" fmla="*/ 88657 h 291987"/>
                  <a:gd name="connsiteX51" fmla="*/ 57077 w 225461"/>
                  <a:gd name="connsiteY51" fmla="*/ 94741 h 291987"/>
                  <a:gd name="connsiteX52" fmla="*/ 57077 w 225461"/>
                  <a:gd name="connsiteY52" fmla="*/ 94741 h 291987"/>
                  <a:gd name="connsiteX53" fmla="*/ 25885 w 225461"/>
                  <a:gd name="connsiteY53" fmla="*/ 128262 h 291987"/>
                  <a:gd name="connsiteX54" fmla="*/ 26791 w 225461"/>
                  <a:gd name="connsiteY54" fmla="*/ 134086 h 291987"/>
                  <a:gd name="connsiteX55" fmla="*/ 26791 w 225461"/>
                  <a:gd name="connsiteY55" fmla="*/ 158030 h 291987"/>
                  <a:gd name="connsiteX56" fmla="*/ 7377 w 225461"/>
                  <a:gd name="connsiteY56" fmla="*/ 177444 h 291987"/>
                  <a:gd name="connsiteX57" fmla="*/ 4012 w 225461"/>
                  <a:gd name="connsiteY57" fmla="*/ 177444 h 291987"/>
                  <a:gd name="connsiteX58" fmla="*/ 1553 w 225461"/>
                  <a:gd name="connsiteY58" fmla="*/ 189222 h 291987"/>
                  <a:gd name="connsiteX59" fmla="*/ 647 w 225461"/>
                  <a:gd name="connsiteY59" fmla="*/ 196211 h 291987"/>
                  <a:gd name="connsiteX60" fmla="*/ 518 w 225461"/>
                  <a:gd name="connsiteY60" fmla="*/ 197635 h 291987"/>
                  <a:gd name="connsiteX61" fmla="*/ 0 w 225461"/>
                  <a:gd name="connsiteY61" fmla="*/ 203330 h 291987"/>
                  <a:gd name="connsiteX62" fmla="*/ 94611 w 225461"/>
                  <a:gd name="connsiteY62" fmla="*/ 203330 h 291987"/>
                  <a:gd name="connsiteX63" fmla="*/ 114025 w 225461"/>
                  <a:gd name="connsiteY63" fmla="*/ 222744 h 291987"/>
                  <a:gd name="connsiteX64" fmla="*/ 114025 w 225461"/>
                  <a:gd name="connsiteY64" fmla="*/ 246558 h 291987"/>
                  <a:gd name="connsiteX65" fmla="*/ 94611 w 225461"/>
                  <a:gd name="connsiteY65" fmla="*/ 265972 h 291987"/>
                  <a:gd name="connsiteX66" fmla="*/ 9189 w 225461"/>
                  <a:gd name="connsiteY66" fmla="*/ 265972 h 291987"/>
                  <a:gd name="connsiteX67" fmla="*/ 9707 w 225461"/>
                  <a:gd name="connsiteY67" fmla="*/ 267525 h 291987"/>
                  <a:gd name="connsiteX68" fmla="*/ 10484 w 225461"/>
                  <a:gd name="connsiteY68" fmla="*/ 269596 h 291987"/>
                  <a:gd name="connsiteX69" fmla="*/ 11648 w 225461"/>
                  <a:gd name="connsiteY69" fmla="*/ 272314 h 291987"/>
                  <a:gd name="connsiteX70" fmla="*/ 14496 w 225461"/>
                  <a:gd name="connsiteY70" fmla="*/ 278527 h 291987"/>
                  <a:gd name="connsiteX71" fmla="*/ 15790 w 225461"/>
                  <a:gd name="connsiteY71" fmla="*/ 281115 h 291987"/>
                  <a:gd name="connsiteX72" fmla="*/ 16049 w 225461"/>
                  <a:gd name="connsiteY72" fmla="*/ 281762 h 291987"/>
                  <a:gd name="connsiteX73" fmla="*/ 17473 w 225461"/>
                  <a:gd name="connsiteY73" fmla="*/ 284610 h 291987"/>
                  <a:gd name="connsiteX74" fmla="*/ 18767 w 225461"/>
                  <a:gd name="connsiteY74" fmla="*/ 287069 h 291987"/>
                  <a:gd name="connsiteX75" fmla="*/ 19414 w 225461"/>
                  <a:gd name="connsiteY75" fmla="*/ 288104 h 291987"/>
                  <a:gd name="connsiteX76" fmla="*/ 20579 w 225461"/>
                  <a:gd name="connsiteY76" fmla="*/ 290175 h 291987"/>
                  <a:gd name="connsiteX77" fmla="*/ 21614 w 225461"/>
                  <a:gd name="connsiteY77" fmla="*/ 291987 h 291987"/>
                  <a:gd name="connsiteX78" fmla="*/ 206048 w 225461"/>
                  <a:gd name="connsiteY78" fmla="*/ 291987 h 291987"/>
                  <a:gd name="connsiteX79" fmla="*/ 225462 w 225461"/>
                  <a:gd name="connsiteY79" fmla="*/ 272573 h 291987"/>
                  <a:gd name="connsiteX80" fmla="*/ 225462 w 225461"/>
                  <a:gd name="connsiteY80" fmla="*/ 266102 h 291987"/>
                  <a:gd name="connsiteX81" fmla="*/ 159195 w 225461"/>
                  <a:gd name="connsiteY81" fmla="*/ 266102 h 291987"/>
                  <a:gd name="connsiteX82" fmla="*/ 139781 w 225461"/>
                  <a:gd name="connsiteY82" fmla="*/ 246688 h 291987"/>
                  <a:gd name="connsiteX83" fmla="*/ 139781 w 225461"/>
                  <a:gd name="connsiteY83" fmla="*/ 222744 h 291987"/>
                  <a:gd name="connsiteX84" fmla="*/ 159195 w 225461"/>
                  <a:gd name="connsiteY84" fmla="*/ 203330 h 291987"/>
                  <a:gd name="connsiteX85" fmla="*/ 225462 w 225461"/>
                  <a:gd name="connsiteY85" fmla="*/ 203330 h 291987"/>
                  <a:gd name="connsiteX86" fmla="*/ 225462 w 225461"/>
                  <a:gd name="connsiteY86" fmla="*/ 119979 h 291987"/>
                  <a:gd name="connsiteX87" fmla="*/ 224297 w 225461"/>
                  <a:gd name="connsiteY87" fmla="*/ 121273 h 291987"/>
                  <a:gd name="connsiteX88" fmla="*/ 224426 w 225461"/>
                  <a:gd name="connsiteY88" fmla="*/ 121273 h 291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</a:cxnLst>
                <a:rect l="l" t="t" r="r" b="b"/>
                <a:pathLst>
                  <a:path w="225461" h="291987">
                    <a:moveTo>
                      <a:pt x="224426" y="121273"/>
                    </a:moveTo>
                    <a:cubicBezTo>
                      <a:pt x="224167" y="121532"/>
                      <a:pt x="223909" y="121920"/>
                      <a:pt x="223650" y="122179"/>
                    </a:cubicBezTo>
                    <a:cubicBezTo>
                      <a:pt x="223003" y="122826"/>
                      <a:pt x="222485" y="123473"/>
                      <a:pt x="221838" y="124120"/>
                    </a:cubicBezTo>
                    <a:cubicBezTo>
                      <a:pt x="221838" y="124120"/>
                      <a:pt x="221838" y="124120"/>
                      <a:pt x="221838" y="124120"/>
                    </a:cubicBezTo>
                    <a:cubicBezTo>
                      <a:pt x="221708" y="124250"/>
                      <a:pt x="221708" y="124250"/>
                      <a:pt x="221579" y="124379"/>
                    </a:cubicBezTo>
                    <a:cubicBezTo>
                      <a:pt x="221579" y="124379"/>
                      <a:pt x="221708" y="124250"/>
                      <a:pt x="221708" y="124250"/>
                    </a:cubicBezTo>
                    <a:cubicBezTo>
                      <a:pt x="220802" y="125285"/>
                      <a:pt x="219767" y="126191"/>
                      <a:pt x="218861" y="127097"/>
                    </a:cubicBezTo>
                    <a:cubicBezTo>
                      <a:pt x="218861" y="127097"/>
                      <a:pt x="218731" y="127227"/>
                      <a:pt x="218731" y="127227"/>
                    </a:cubicBezTo>
                    <a:cubicBezTo>
                      <a:pt x="218343" y="127615"/>
                      <a:pt x="217955" y="128003"/>
                      <a:pt x="217437" y="128392"/>
                    </a:cubicBezTo>
                    <a:cubicBezTo>
                      <a:pt x="217308" y="128521"/>
                      <a:pt x="217049" y="128780"/>
                      <a:pt x="216920" y="128909"/>
                    </a:cubicBezTo>
                    <a:cubicBezTo>
                      <a:pt x="216661" y="129168"/>
                      <a:pt x="216402" y="129298"/>
                      <a:pt x="216143" y="129556"/>
                    </a:cubicBezTo>
                    <a:cubicBezTo>
                      <a:pt x="215755" y="129815"/>
                      <a:pt x="215496" y="130074"/>
                      <a:pt x="215108" y="130462"/>
                    </a:cubicBezTo>
                    <a:cubicBezTo>
                      <a:pt x="214719" y="130851"/>
                      <a:pt x="214331" y="131109"/>
                      <a:pt x="213943" y="131498"/>
                    </a:cubicBezTo>
                    <a:cubicBezTo>
                      <a:pt x="213037" y="132274"/>
                      <a:pt x="212260" y="132921"/>
                      <a:pt x="211354" y="133698"/>
                    </a:cubicBezTo>
                    <a:cubicBezTo>
                      <a:pt x="210836" y="134216"/>
                      <a:pt x="210189" y="134604"/>
                      <a:pt x="209672" y="135122"/>
                    </a:cubicBezTo>
                    <a:cubicBezTo>
                      <a:pt x="208766" y="135769"/>
                      <a:pt x="207860" y="136545"/>
                      <a:pt x="206954" y="137193"/>
                    </a:cubicBezTo>
                    <a:cubicBezTo>
                      <a:pt x="206565" y="137581"/>
                      <a:pt x="206048" y="137840"/>
                      <a:pt x="205530" y="138099"/>
                    </a:cubicBezTo>
                    <a:cubicBezTo>
                      <a:pt x="205530" y="138099"/>
                      <a:pt x="205530" y="138099"/>
                      <a:pt x="205530" y="138099"/>
                    </a:cubicBezTo>
                    <a:cubicBezTo>
                      <a:pt x="204624" y="138746"/>
                      <a:pt x="203718" y="139393"/>
                      <a:pt x="202812" y="140040"/>
                    </a:cubicBezTo>
                    <a:lnTo>
                      <a:pt x="202812" y="158289"/>
                    </a:lnTo>
                    <a:cubicBezTo>
                      <a:pt x="202812" y="169032"/>
                      <a:pt x="194140" y="177703"/>
                      <a:pt x="183398" y="177703"/>
                    </a:cubicBezTo>
                    <a:lnTo>
                      <a:pt x="72091" y="177703"/>
                    </a:lnTo>
                    <a:cubicBezTo>
                      <a:pt x="61348" y="177703"/>
                      <a:pt x="52677" y="169032"/>
                      <a:pt x="52677" y="158289"/>
                    </a:cubicBezTo>
                    <a:lnTo>
                      <a:pt x="52677" y="133957"/>
                    </a:lnTo>
                    <a:cubicBezTo>
                      <a:pt x="52677" y="123214"/>
                      <a:pt x="61348" y="114543"/>
                      <a:pt x="72091" y="114543"/>
                    </a:cubicBezTo>
                    <a:lnTo>
                      <a:pt x="183398" y="114543"/>
                    </a:lnTo>
                    <a:cubicBezTo>
                      <a:pt x="187798" y="114543"/>
                      <a:pt x="191811" y="115966"/>
                      <a:pt x="195046" y="118426"/>
                    </a:cubicBezTo>
                    <a:cubicBezTo>
                      <a:pt x="197506" y="110919"/>
                      <a:pt x="199317" y="103153"/>
                      <a:pt x="200223" y="95129"/>
                    </a:cubicBezTo>
                    <a:cubicBezTo>
                      <a:pt x="200353" y="93964"/>
                      <a:pt x="200482" y="92929"/>
                      <a:pt x="200612" y="91893"/>
                    </a:cubicBezTo>
                    <a:cubicBezTo>
                      <a:pt x="200741" y="90858"/>
                      <a:pt x="200741" y="89693"/>
                      <a:pt x="200871" y="88657"/>
                    </a:cubicBezTo>
                    <a:lnTo>
                      <a:pt x="159325" y="88657"/>
                    </a:lnTo>
                    <a:cubicBezTo>
                      <a:pt x="148582" y="88657"/>
                      <a:pt x="139911" y="79986"/>
                      <a:pt x="139911" y="69243"/>
                    </a:cubicBezTo>
                    <a:lnTo>
                      <a:pt x="139911" y="45299"/>
                    </a:lnTo>
                    <a:cubicBezTo>
                      <a:pt x="139911" y="34557"/>
                      <a:pt x="148582" y="25885"/>
                      <a:pt x="159325" y="25885"/>
                    </a:cubicBezTo>
                    <a:lnTo>
                      <a:pt x="185469" y="25885"/>
                    </a:lnTo>
                    <a:cubicBezTo>
                      <a:pt x="179774" y="16567"/>
                      <a:pt x="172785" y="7895"/>
                      <a:pt x="164890" y="0"/>
                    </a:cubicBezTo>
                    <a:lnTo>
                      <a:pt x="95905" y="0"/>
                    </a:lnTo>
                    <a:cubicBezTo>
                      <a:pt x="96035" y="1683"/>
                      <a:pt x="96294" y="3365"/>
                      <a:pt x="96423" y="5177"/>
                    </a:cubicBezTo>
                    <a:cubicBezTo>
                      <a:pt x="96423" y="6083"/>
                      <a:pt x="96553" y="7118"/>
                      <a:pt x="96553" y="8024"/>
                    </a:cubicBezTo>
                    <a:cubicBezTo>
                      <a:pt x="96682" y="10484"/>
                      <a:pt x="96682" y="13072"/>
                      <a:pt x="96682" y="15661"/>
                    </a:cubicBezTo>
                    <a:cubicBezTo>
                      <a:pt x="96682" y="16696"/>
                      <a:pt x="96682" y="17602"/>
                      <a:pt x="96553" y="18637"/>
                    </a:cubicBezTo>
                    <a:cubicBezTo>
                      <a:pt x="96553" y="18896"/>
                      <a:pt x="96553" y="19026"/>
                      <a:pt x="96553" y="19285"/>
                    </a:cubicBezTo>
                    <a:cubicBezTo>
                      <a:pt x="96553" y="19932"/>
                      <a:pt x="96553" y="20449"/>
                      <a:pt x="96423" y="21097"/>
                    </a:cubicBezTo>
                    <a:cubicBezTo>
                      <a:pt x="96423" y="21226"/>
                      <a:pt x="96423" y="21226"/>
                      <a:pt x="96423" y="21226"/>
                    </a:cubicBezTo>
                    <a:cubicBezTo>
                      <a:pt x="96423" y="22003"/>
                      <a:pt x="96294" y="22909"/>
                      <a:pt x="96294" y="23685"/>
                    </a:cubicBezTo>
                    <a:cubicBezTo>
                      <a:pt x="96294" y="24073"/>
                      <a:pt x="96164" y="24462"/>
                      <a:pt x="96164" y="24979"/>
                    </a:cubicBezTo>
                    <a:cubicBezTo>
                      <a:pt x="96164" y="25238"/>
                      <a:pt x="96035" y="25627"/>
                      <a:pt x="96035" y="25885"/>
                    </a:cubicBezTo>
                    <a:cubicBezTo>
                      <a:pt x="106001" y="26662"/>
                      <a:pt x="113896" y="35075"/>
                      <a:pt x="113896" y="45170"/>
                    </a:cubicBezTo>
                    <a:lnTo>
                      <a:pt x="113896" y="69243"/>
                    </a:lnTo>
                    <a:cubicBezTo>
                      <a:pt x="113896" y="79986"/>
                      <a:pt x="105224" y="88657"/>
                      <a:pt x="94482" y="88657"/>
                    </a:cubicBezTo>
                    <a:lnTo>
                      <a:pt x="64325" y="88657"/>
                    </a:lnTo>
                    <a:cubicBezTo>
                      <a:pt x="60831" y="91764"/>
                      <a:pt x="57077" y="94741"/>
                      <a:pt x="57077" y="94741"/>
                    </a:cubicBezTo>
                    <a:lnTo>
                      <a:pt x="57077" y="94741"/>
                    </a:lnTo>
                    <a:cubicBezTo>
                      <a:pt x="45041" y="104189"/>
                      <a:pt x="34557" y="115578"/>
                      <a:pt x="25885" y="128262"/>
                    </a:cubicBezTo>
                    <a:cubicBezTo>
                      <a:pt x="26403" y="130074"/>
                      <a:pt x="26791" y="132015"/>
                      <a:pt x="26791" y="134086"/>
                    </a:cubicBezTo>
                    <a:lnTo>
                      <a:pt x="26791" y="158030"/>
                    </a:lnTo>
                    <a:cubicBezTo>
                      <a:pt x="26791" y="168773"/>
                      <a:pt x="18120" y="177444"/>
                      <a:pt x="7377" y="177444"/>
                    </a:cubicBezTo>
                    <a:lnTo>
                      <a:pt x="4012" y="177444"/>
                    </a:lnTo>
                    <a:cubicBezTo>
                      <a:pt x="3106" y="181327"/>
                      <a:pt x="2200" y="185339"/>
                      <a:pt x="1553" y="189222"/>
                    </a:cubicBezTo>
                    <a:cubicBezTo>
                      <a:pt x="1165" y="191552"/>
                      <a:pt x="906" y="193881"/>
                      <a:pt x="647" y="196211"/>
                    </a:cubicBezTo>
                    <a:cubicBezTo>
                      <a:pt x="647" y="196729"/>
                      <a:pt x="518" y="197117"/>
                      <a:pt x="518" y="197635"/>
                    </a:cubicBezTo>
                    <a:cubicBezTo>
                      <a:pt x="259" y="199447"/>
                      <a:pt x="129" y="201388"/>
                      <a:pt x="0" y="203330"/>
                    </a:cubicBezTo>
                    <a:lnTo>
                      <a:pt x="94611" y="203330"/>
                    </a:lnTo>
                    <a:cubicBezTo>
                      <a:pt x="105354" y="203330"/>
                      <a:pt x="114025" y="212001"/>
                      <a:pt x="114025" y="222744"/>
                    </a:cubicBezTo>
                    <a:lnTo>
                      <a:pt x="114025" y="246558"/>
                    </a:lnTo>
                    <a:cubicBezTo>
                      <a:pt x="114025" y="257301"/>
                      <a:pt x="105354" y="265972"/>
                      <a:pt x="94611" y="265972"/>
                    </a:cubicBezTo>
                    <a:lnTo>
                      <a:pt x="9189" y="265972"/>
                    </a:lnTo>
                    <a:cubicBezTo>
                      <a:pt x="9319" y="266490"/>
                      <a:pt x="9578" y="267008"/>
                      <a:pt x="9707" y="267525"/>
                    </a:cubicBezTo>
                    <a:cubicBezTo>
                      <a:pt x="9966" y="268173"/>
                      <a:pt x="10225" y="268949"/>
                      <a:pt x="10484" y="269596"/>
                    </a:cubicBezTo>
                    <a:cubicBezTo>
                      <a:pt x="10872" y="270502"/>
                      <a:pt x="11260" y="271408"/>
                      <a:pt x="11648" y="272314"/>
                    </a:cubicBezTo>
                    <a:cubicBezTo>
                      <a:pt x="12554" y="274385"/>
                      <a:pt x="13460" y="276456"/>
                      <a:pt x="14496" y="278527"/>
                    </a:cubicBezTo>
                    <a:cubicBezTo>
                      <a:pt x="14884" y="279433"/>
                      <a:pt x="15402" y="280339"/>
                      <a:pt x="15790" y="281115"/>
                    </a:cubicBezTo>
                    <a:cubicBezTo>
                      <a:pt x="15920" y="281374"/>
                      <a:pt x="16049" y="281504"/>
                      <a:pt x="16049" y="281762"/>
                    </a:cubicBezTo>
                    <a:cubicBezTo>
                      <a:pt x="16567" y="282668"/>
                      <a:pt x="17084" y="283574"/>
                      <a:pt x="17473" y="284610"/>
                    </a:cubicBezTo>
                    <a:cubicBezTo>
                      <a:pt x="17861" y="285386"/>
                      <a:pt x="18379" y="286292"/>
                      <a:pt x="18767" y="287069"/>
                    </a:cubicBezTo>
                    <a:cubicBezTo>
                      <a:pt x="18896" y="287457"/>
                      <a:pt x="19155" y="287845"/>
                      <a:pt x="19414" y="288104"/>
                    </a:cubicBezTo>
                    <a:cubicBezTo>
                      <a:pt x="19802" y="288751"/>
                      <a:pt x="20191" y="289399"/>
                      <a:pt x="20579" y="290175"/>
                    </a:cubicBezTo>
                    <a:cubicBezTo>
                      <a:pt x="20967" y="290822"/>
                      <a:pt x="21355" y="291340"/>
                      <a:pt x="21614" y="291987"/>
                    </a:cubicBezTo>
                    <a:lnTo>
                      <a:pt x="206048" y="291987"/>
                    </a:lnTo>
                    <a:cubicBezTo>
                      <a:pt x="216790" y="291987"/>
                      <a:pt x="225462" y="283316"/>
                      <a:pt x="225462" y="272573"/>
                    </a:cubicBezTo>
                    <a:lnTo>
                      <a:pt x="225462" y="266102"/>
                    </a:lnTo>
                    <a:lnTo>
                      <a:pt x="159195" y="266102"/>
                    </a:lnTo>
                    <a:cubicBezTo>
                      <a:pt x="148453" y="266102"/>
                      <a:pt x="139781" y="257430"/>
                      <a:pt x="139781" y="246688"/>
                    </a:cubicBezTo>
                    <a:lnTo>
                      <a:pt x="139781" y="222744"/>
                    </a:lnTo>
                    <a:cubicBezTo>
                      <a:pt x="139781" y="212001"/>
                      <a:pt x="148453" y="203330"/>
                      <a:pt x="159195" y="203330"/>
                    </a:cubicBezTo>
                    <a:lnTo>
                      <a:pt x="225462" y="203330"/>
                    </a:lnTo>
                    <a:lnTo>
                      <a:pt x="225462" y="119979"/>
                    </a:lnTo>
                    <a:cubicBezTo>
                      <a:pt x="225073" y="120367"/>
                      <a:pt x="224685" y="120885"/>
                      <a:pt x="224297" y="121273"/>
                    </a:cubicBezTo>
                    <a:cubicBezTo>
                      <a:pt x="224556" y="121144"/>
                      <a:pt x="224556" y="121273"/>
                      <a:pt x="224426" y="121273"/>
                    </a:cubicBezTo>
                    <a:close/>
                  </a:path>
                </a:pathLst>
              </a:custGeom>
              <a:solidFill>
                <a:srgbClr val="DADADA"/>
              </a:solidFill>
              <a:ln w="12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93" name="Graphic 30">
                <a:extLst>
                  <a:ext uri="{FF2B5EF4-FFF2-40B4-BE49-F238E27FC236}">
                    <a16:creationId xmlns:a16="http://schemas.microsoft.com/office/drawing/2014/main" id="{3B65FA4A-BF7F-E33C-27C2-1EB40B5BBC46}"/>
                  </a:ext>
                </a:extLst>
              </p:cNvPr>
              <p:cNvGrpSpPr/>
              <p:nvPr/>
            </p:nvGrpSpPr>
            <p:grpSpPr>
              <a:xfrm>
                <a:off x="279983" y="3703637"/>
                <a:ext cx="302212" cy="421155"/>
                <a:chOff x="279983" y="3703637"/>
                <a:chExt cx="302212" cy="421155"/>
              </a:xfrm>
            </p:grpSpPr>
            <p:grpSp>
              <p:nvGrpSpPr>
                <p:cNvPr id="94" name="Graphic 30">
                  <a:extLst>
                    <a:ext uri="{FF2B5EF4-FFF2-40B4-BE49-F238E27FC236}">
                      <a16:creationId xmlns:a16="http://schemas.microsoft.com/office/drawing/2014/main" id="{7FC8F1AD-9652-094A-21C6-E4350E7B637B}"/>
                    </a:ext>
                  </a:extLst>
                </p:cNvPr>
                <p:cNvGrpSpPr/>
                <p:nvPr/>
              </p:nvGrpSpPr>
              <p:grpSpPr>
                <a:xfrm>
                  <a:off x="279983" y="3703637"/>
                  <a:ext cx="301435" cy="406659"/>
                  <a:chOff x="279983" y="3703637"/>
                  <a:chExt cx="301435" cy="406659"/>
                </a:xfrm>
                <a:solidFill>
                  <a:srgbClr val="36A9E1"/>
                </a:solidFill>
              </p:grpSpPr>
              <p:sp>
                <p:nvSpPr>
                  <p:cNvPr id="95" name="Freeform: Shape 94">
                    <a:extLst>
                      <a:ext uri="{FF2B5EF4-FFF2-40B4-BE49-F238E27FC236}">
                        <a16:creationId xmlns:a16="http://schemas.microsoft.com/office/drawing/2014/main" id="{8D15364C-3571-7805-3F9B-53944E00F991}"/>
                      </a:ext>
                    </a:extLst>
                  </p:cNvPr>
                  <p:cNvSpPr/>
                  <p:nvPr/>
                </p:nvSpPr>
                <p:spPr>
                  <a:xfrm>
                    <a:off x="375888" y="3756961"/>
                    <a:ext cx="906" cy="8412"/>
                  </a:xfrm>
                  <a:custGeom>
                    <a:avLst/>
                    <a:gdLst>
                      <a:gd name="connsiteX0" fmla="*/ 906 w 906"/>
                      <a:gd name="connsiteY0" fmla="*/ 8413 h 8412"/>
                      <a:gd name="connsiteX1" fmla="*/ 0 w 906"/>
                      <a:gd name="connsiteY1" fmla="*/ 0 h 8412"/>
                      <a:gd name="connsiteX2" fmla="*/ 906 w 906"/>
                      <a:gd name="connsiteY2" fmla="*/ 8413 h 84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906" h="8412">
                        <a:moveTo>
                          <a:pt x="906" y="8413"/>
                        </a:moveTo>
                        <a:cubicBezTo>
                          <a:pt x="647" y="5565"/>
                          <a:pt x="388" y="2718"/>
                          <a:pt x="0" y="0"/>
                        </a:cubicBezTo>
                        <a:cubicBezTo>
                          <a:pt x="388" y="2718"/>
                          <a:pt x="647" y="5565"/>
                          <a:pt x="906" y="8413"/>
                        </a:cubicBezTo>
                        <a:close/>
                      </a:path>
                    </a:pathLst>
                  </a:custGeom>
                  <a:solidFill>
                    <a:srgbClr val="36A9E1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96" name="Freeform: Shape 95">
                    <a:extLst>
                      <a:ext uri="{FF2B5EF4-FFF2-40B4-BE49-F238E27FC236}">
                        <a16:creationId xmlns:a16="http://schemas.microsoft.com/office/drawing/2014/main" id="{EF8B8A31-884E-1DE9-2C8F-C4C89902244D}"/>
                      </a:ext>
                    </a:extLst>
                  </p:cNvPr>
                  <p:cNvSpPr/>
                  <p:nvPr/>
                </p:nvSpPr>
                <p:spPr>
                  <a:xfrm>
                    <a:off x="376924" y="3768221"/>
                    <a:ext cx="129" cy="7636"/>
                  </a:xfrm>
                  <a:custGeom>
                    <a:avLst/>
                    <a:gdLst>
                      <a:gd name="connsiteX0" fmla="*/ 0 w 129"/>
                      <a:gd name="connsiteY0" fmla="*/ 0 h 7636"/>
                      <a:gd name="connsiteX1" fmla="*/ 129 w 129"/>
                      <a:gd name="connsiteY1" fmla="*/ 7636 h 7636"/>
                      <a:gd name="connsiteX2" fmla="*/ 0 w 129"/>
                      <a:gd name="connsiteY2" fmla="*/ 0 h 76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9" h="7636">
                        <a:moveTo>
                          <a:pt x="0" y="0"/>
                        </a:moveTo>
                        <a:cubicBezTo>
                          <a:pt x="129" y="2459"/>
                          <a:pt x="129" y="5048"/>
                          <a:pt x="129" y="7636"/>
                        </a:cubicBezTo>
                        <a:cubicBezTo>
                          <a:pt x="129" y="5048"/>
                          <a:pt x="129" y="2459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6A9E1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97" name="Freeform: Shape 96">
                    <a:extLst>
                      <a:ext uri="{FF2B5EF4-FFF2-40B4-BE49-F238E27FC236}">
                        <a16:creationId xmlns:a16="http://schemas.microsoft.com/office/drawing/2014/main" id="{A8A9CFA2-0966-501B-6F84-DB711B2B5BAA}"/>
                      </a:ext>
                    </a:extLst>
                  </p:cNvPr>
                  <p:cNvSpPr/>
                  <p:nvPr/>
                </p:nvSpPr>
                <p:spPr>
                  <a:xfrm>
                    <a:off x="368252" y="3726804"/>
                    <a:ext cx="1682" cy="4918"/>
                  </a:xfrm>
                  <a:custGeom>
                    <a:avLst/>
                    <a:gdLst>
                      <a:gd name="connsiteX0" fmla="*/ 1683 w 1682"/>
                      <a:gd name="connsiteY0" fmla="*/ 4918 h 4918"/>
                      <a:gd name="connsiteX1" fmla="*/ 0 w 1682"/>
                      <a:gd name="connsiteY1" fmla="*/ 0 h 4918"/>
                      <a:gd name="connsiteX2" fmla="*/ 1683 w 1682"/>
                      <a:gd name="connsiteY2" fmla="*/ 4918 h 49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682" h="4918">
                        <a:moveTo>
                          <a:pt x="1683" y="4918"/>
                        </a:moveTo>
                        <a:cubicBezTo>
                          <a:pt x="1165" y="3236"/>
                          <a:pt x="518" y="1683"/>
                          <a:pt x="0" y="0"/>
                        </a:cubicBezTo>
                        <a:cubicBezTo>
                          <a:pt x="647" y="1683"/>
                          <a:pt x="1165" y="3236"/>
                          <a:pt x="1683" y="4918"/>
                        </a:cubicBezTo>
                        <a:close/>
                      </a:path>
                    </a:pathLst>
                  </a:custGeom>
                  <a:solidFill>
                    <a:srgbClr val="36A9E1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98" name="Freeform: Shape 97">
                    <a:extLst>
                      <a:ext uri="{FF2B5EF4-FFF2-40B4-BE49-F238E27FC236}">
                        <a16:creationId xmlns:a16="http://schemas.microsoft.com/office/drawing/2014/main" id="{A3F318DC-8350-7991-857C-B3705D68820B}"/>
                      </a:ext>
                    </a:extLst>
                  </p:cNvPr>
                  <p:cNvSpPr/>
                  <p:nvPr/>
                </p:nvSpPr>
                <p:spPr>
                  <a:xfrm>
                    <a:off x="487195" y="3881987"/>
                    <a:ext cx="16825" cy="15013"/>
                  </a:xfrm>
                  <a:custGeom>
                    <a:avLst/>
                    <a:gdLst>
                      <a:gd name="connsiteX0" fmla="*/ 2718 w 16825"/>
                      <a:gd name="connsiteY0" fmla="*/ 12943 h 15013"/>
                      <a:gd name="connsiteX1" fmla="*/ 0 w 16825"/>
                      <a:gd name="connsiteY1" fmla="*/ 15014 h 15013"/>
                      <a:gd name="connsiteX2" fmla="*/ 129 w 16825"/>
                      <a:gd name="connsiteY2" fmla="*/ 14884 h 15013"/>
                      <a:gd name="connsiteX3" fmla="*/ 2459 w 16825"/>
                      <a:gd name="connsiteY3" fmla="*/ 13202 h 15013"/>
                      <a:gd name="connsiteX4" fmla="*/ 3495 w 16825"/>
                      <a:gd name="connsiteY4" fmla="*/ 12425 h 15013"/>
                      <a:gd name="connsiteX5" fmla="*/ 3624 w 16825"/>
                      <a:gd name="connsiteY5" fmla="*/ 12296 h 15013"/>
                      <a:gd name="connsiteX6" fmla="*/ 4530 w 16825"/>
                      <a:gd name="connsiteY6" fmla="*/ 11519 h 15013"/>
                      <a:gd name="connsiteX7" fmla="*/ 6730 w 16825"/>
                      <a:gd name="connsiteY7" fmla="*/ 9707 h 15013"/>
                      <a:gd name="connsiteX8" fmla="*/ 6989 w 16825"/>
                      <a:gd name="connsiteY8" fmla="*/ 9578 h 15013"/>
                      <a:gd name="connsiteX9" fmla="*/ 8413 w 16825"/>
                      <a:gd name="connsiteY9" fmla="*/ 8283 h 15013"/>
                      <a:gd name="connsiteX10" fmla="*/ 10095 w 16825"/>
                      <a:gd name="connsiteY10" fmla="*/ 6730 h 15013"/>
                      <a:gd name="connsiteX11" fmla="*/ 12296 w 16825"/>
                      <a:gd name="connsiteY11" fmla="*/ 4659 h 15013"/>
                      <a:gd name="connsiteX12" fmla="*/ 14237 w 16825"/>
                      <a:gd name="connsiteY12" fmla="*/ 2718 h 15013"/>
                      <a:gd name="connsiteX13" fmla="*/ 16825 w 16825"/>
                      <a:gd name="connsiteY13" fmla="*/ 0 h 15013"/>
                      <a:gd name="connsiteX14" fmla="*/ 16178 w 16825"/>
                      <a:gd name="connsiteY14" fmla="*/ 777 h 15013"/>
                      <a:gd name="connsiteX15" fmla="*/ 14884 w 16825"/>
                      <a:gd name="connsiteY15" fmla="*/ 2071 h 15013"/>
                      <a:gd name="connsiteX16" fmla="*/ 11648 w 16825"/>
                      <a:gd name="connsiteY16" fmla="*/ 5177 h 15013"/>
                      <a:gd name="connsiteX17" fmla="*/ 11519 w 16825"/>
                      <a:gd name="connsiteY17" fmla="*/ 5307 h 15013"/>
                      <a:gd name="connsiteX18" fmla="*/ 10354 w 16825"/>
                      <a:gd name="connsiteY18" fmla="*/ 6471 h 15013"/>
                      <a:gd name="connsiteX19" fmla="*/ 9836 w 16825"/>
                      <a:gd name="connsiteY19" fmla="*/ 6989 h 15013"/>
                      <a:gd name="connsiteX20" fmla="*/ 9060 w 16825"/>
                      <a:gd name="connsiteY20" fmla="*/ 7636 h 15013"/>
                      <a:gd name="connsiteX21" fmla="*/ 9060 w 16825"/>
                      <a:gd name="connsiteY21" fmla="*/ 7636 h 15013"/>
                      <a:gd name="connsiteX22" fmla="*/ 6989 w 16825"/>
                      <a:gd name="connsiteY22" fmla="*/ 9578 h 15013"/>
                      <a:gd name="connsiteX23" fmla="*/ 4401 w 16825"/>
                      <a:gd name="connsiteY23" fmla="*/ 11778 h 15013"/>
                      <a:gd name="connsiteX24" fmla="*/ 2718 w 16825"/>
                      <a:gd name="connsiteY24" fmla="*/ 12943 h 150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16825" h="15013">
                        <a:moveTo>
                          <a:pt x="2718" y="12943"/>
                        </a:moveTo>
                        <a:cubicBezTo>
                          <a:pt x="1812" y="13590"/>
                          <a:pt x="906" y="14366"/>
                          <a:pt x="0" y="15014"/>
                        </a:cubicBezTo>
                        <a:cubicBezTo>
                          <a:pt x="0" y="15014"/>
                          <a:pt x="129" y="15014"/>
                          <a:pt x="129" y="14884"/>
                        </a:cubicBezTo>
                        <a:cubicBezTo>
                          <a:pt x="906" y="14366"/>
                          <a:pt x="1683" y="13719"/>
                          <a:pt x="2459" y="13202"/>
                        </a:cubicBezTo>
                        <a:cubicBezTo>
                          <a:pt x="2847" y="12943"/>
                          <a:pt x="3236" y="12684"/>
                          <a:pt x="3495" y="12425"/>
                        </a:cubicBezTo>
                        <a:cubicBezTo>
                          <a:pt x="3495" y="12425"/>
                          <a:pt x="3624" y="12296"/>
                          <a:pt x="3624" y="12296"/>
                        </a:cubicBezTo>
                        <a:cubicBezTo>
                          <a:pt x="4012" y="12037"/>
                          <a:pt x="4271" y="11778"/>
                          <a:pt x="4530" y="11519"/>
                        </a:cubicBezTo>
                        <a:cubicBezTo>
                          <a:pt x="5307" y="10872"/>
                          <a:pt x="5954" y="10354"/>
                          <a:pt x="6730" y="9707"/>
                        </a:cubicBezTo>
                        <a:cubicBezTo>
                          <a:pt x="6860" y="9707"/>
                          <a:pt x="6860" y="9578"/>
                          <a:pt x="6989" y="9578"/>
                        </a:cubicBezTo>
                        <a:cubicBezTo>
                          <a:pt x="7507" y="9189"/>
                          <a:pt x="7895" y="8801"/>
                          <a:pt x="8413" y="8283"/>
                        </a:cubicBezTo>
                        <a:cubicBezTo>
                          <a:pt x="8930" y="7766"/>
                          <a:pt x="9578" y="7248"/>
                          <a:pt x="10095" y="6730"/>
                        </a:cubicBezTo>
                        <a:cubicBezTo>
                          <a:pt x="10872" y="6083"/>
                          <a:pt x="11519" y="5307"/>
                          <a:pt x="12296" y="4659"/>
                        </a:cubicBezTo>
                        <a:cubicBezTo>
                          <a:pt x="12943" y="4012"/>
                          <a:pt x="13590" y="3365"/>
                          <a:pt x="14237" y="2718"/>
                        </a:cubicBezTo>
                        <a:cubicBezTo>
                          <a:pt x="15143" y="1812"/>
                          <a:pt x="15920" y="906"/>
                          <a:pt x="16825" y="0"/>
                        </a:cubicBezTo>
                        <a:cubicBezTo>
                          <a:pt x="16567" y="259"/>
                          <a:pt x="16308" y="518"/>
                          <a:pt x="16178" y="777"/>
                        </a:cubicBezTo>
                        <a:cubicBezTo>
                          <a:pt x="15790" y="1165"/>
                          <a:pt x="15402" y="1683"/>
                          <a:pt x="14884" y="2071"/>
                        </a:cubicBezTo>
                        <a:cubicBezTo>
                          <a:pt x="13849" y="3106"/>
                          <a:pt x="12813" y="4142"/>
                          <a:pt x="11648" y="5177"/>
                        </a:cubicBezTo>
                        <a:cubicBezTo>
                          <a:pt x="11648" y="5177"/>
                          <a:pt x="11519" y="5307"/>
                          <a:pt x="11519" y="5307"/>
                        </a:cubicBezTo>
                        <a:cubicBezTo>
                          <a:pt x="11131" y="5695"/>
                          <a:pt x="10742" y="6083"/>
                          <a:pt x="10354" y="6471"/>
                        </a:cubicBezTo>
                        <a:cubicBezTo>
                          <a:pt x="10225" y="6601"/>
                          <a:pt x="9966" y="6860"/>
                          <a:pt x="9836" y="6989"/>
                        </a:cubicBezTo>
                        <a:cubicBezTo>
                          <a:pt x="9578" y="7248"/>
                          <a:pt x="9319" y="7377"/>
                          <a:pt x="9060" y="7636"/>
                        </a:cubicBezTo>
                        <a:cubicBezTo>
                          <a:pt x="9060" y="7636"/>
                          <a:pt x="9060" y="7636"/>
                          <a:pt x="9060" y="7636"/>
                        </a:cubicBezTo>
                        <a:cubicBezTo>
                          <a:pt x="8413" y="8283"/>
                          <a:pt x="7636" y="8930"/>
                          <a:pt x="6989" y="9578"/>
                        </a:cubicBezTo>
                        <a:cubicBezTo>
                          <a:pt x="6083" y="10354"/>
                          <a:pt x="5307" y="11001"/>
                          <a:pt x="4401" y="11778"/>
                        </a:cubicBezTo>
                        <a:cubicBezTo>
                          <a:pt x="3883" y="12037"/>
                          <a:pt x="3365" y="12554"/>
                          <a:pt x="2718" y="12943"/>
                        </a:cubicBezTo>
                        <a:close/>
                      </a:path>
                    </a:pathLst>
                  </a:custGeom>
                  <a:solidFill>
                    <a:srgbClr val="36A9E1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99" name="Freeform: Shape 98">
                    <a:extLst>
                      <a:ext uri="{FF2B5EF4-FFF2-40B4-BE49-F238E27FC236}">
                        <a16:creationId xmlns:a16="http://schemas.microsoft.com/office/drawing/2014/main" id="{F40FFAEF-D5F0-A086-6AEC-BE00A74A3507}"/>
                      </a:ext>
                    </a:extLst>
                  </p:cNvPr>
                  <p:cNvSpPr/>
                  <p:nvPr/>
                </p:nvSpPr>
                <p:spPr>
                  <a:xfrm>
                    <a:off x="516316" y="3862444"/>
                    <a:ext cx="2329" cy="3753"/>
                  </a:xfrm>
                  <a:custGeom>
                    <a:avLst/>
                    <a:gdLst>
                      <a:gd name="connsiteX0" fmla="*/ 0 w 2329"/>
                      <a:gd name="connsiteY0" fmla="*/ 3753 h 3753"/>
                      <a:gd name="connsiteX1" fmla="*/ 2330 w 2329"/>
                      <a:gd name="connsiteY1" fmla="*/ 0 h 3753"/>
                      <a:gd name="connsiteX2" fmla="*/ 0 w 2329"/>
                      <a:gd name="connsiteY2" fmla="*/ 3753 h 37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329" h="3753">
                        <a:moveTo>
                          <a:pt x="0" y="3753"/>
                        </a:moveTo>
                        <a:cubicBezTo>
                          <a:pt x="777" y="2589"/>
                          <a:pt x="1553" y="1294"/>
                          <a:pt x="2330" y="0"/>
                        </a:cubicBezTo>
                        <a:cubicBezTo>
                          <a:pt x="1553" y="1294"/>
                          <a:pt x="777" y="2459"/>
                          <a:pt x="0" y="3753"/>
                        </a:cubicBezTo>
                        <a:close/>
                      </a:path>
                    </a:pathLst>
                  </a:custGeom>
                  <a:solidFill>
                    <a:srgbClr val="36A9E1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0" name="Freeform: Shape 99">
                    <a:extLst>
                      <a:ext uri="{FF2B5EF4-FFF2-40B4-BE49-F238E27FC236}">
                        <a16:creationId xmlns:a16="http://schemas.microsoft.com/office/drawing/2014/main" id="{48A5D2C2-D709-BC5F-CA10-0570AD8DC2E4}"/>
                      </a:ext>
                    </a:extLst>
                  </p:cNvPr>
                  <p:cNvSpPr/>
                  <p:nvPr/>
                </p:nvSpPr>
                <p:spPr>
                  <a:xfrm>
                    <a:off x="515411" y="3866197"/>
                    <a:ext cx="905" cy="1294"/>
                  </a:xfrm>
                  <a:custGeom>
                    <a:avLst/>
                    <a:gdLst>
                      <a:gd name="connsiteX0" fmla="*/ 0 w 905"/>
                      <a:gd name="connsiteY0" fmla="*/ 1294 h 1294"/>
                      <a:gd name="connsiteX1" fmla="*/ 906 w 905"/>
                      <a:gd name="connsiteY1" fmla="*/ 0 h 1294"/>
                      <a:gd name="connsiteX2" fmla="*/ 0 w 905"/>
                      <a:gd name="connsiteY2" fmla="*/ 1294 h 12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905" h="1294">
                        <a:moveTo>
                          <a:pt x="0" y="1294"/>
                        </a:moveTo>
                        <a:cubicBezTo>
                          <a:pt x="259" y="906"/>
                          <a:pt x="647" y="388"/>
                          <a:pt x="906" y="0"/>
                        </a:cubicBezTo>
                        <a:cubicBezTo>
                          <a:pt x="647" y="388"/>
                          <a:pt x="388" y="906"/>
                          <a:pt x="0" y="1294"/>
                        </a:cubicBezTo>
                        <a:close/>
                      </a:path>
                    </a:pathLst>
                  </a:custGeom>
                  <a:solidFill>
                    <a:srgbClr val="36A9E1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1" name="Freeform: Shape 100">
                    <a:extLst>
                      <a:ext uri="{FF2B5EF4-FFF2-40B4-BE49-F238E27FC236}">
                        <a16:creationId xmlns:a16="http://schemas.microsoft.com/office/drawing/2014/main" id="{140C6F2C-7862-67D7-E372-EE9AC86E76C1}"/>
                      </a:ext>
                    </a:extLst>
                  </p:cNvPr>
                  <p:cNvSpPr/>
                  <p:nvPr/>
                </p:nvSpPr>
                <p:spPr>
                  <a:xfrm>
                    <a:off x="508163" y="3873963"/>
                    <a:ext cx="2459" cy="3106"/>
                  </a:xfrm>
                  <a:custGeom>
                    <a:avLst/>
                    <a:gdLst>
                      <a:gd name="connsiteX0" fmla="*/ 1812 w 2459"/>
                      <a:gd name="connsiteY0" fmla="*/ 1035 h 3106"/>
                      <a:gd name="connsiteX1" fmla="*/ 1553 w 2459"/>
                      <a:gd name="connsiteY1" fmla="*/ 1294 h 3106"/>
                      <a:gd name="connsiteX2" fmla="*/ 1553 w 2459"/>
                      <a:gd name="connsiteY2" fmla="*/ 1294 h 3106"/>
                      <a:gd name="connsiteX3" fmla="*/ 518 w 2459"/>
                      <a:gd name="connsiteY3" fmla="*/ 2589 h 3106"/>
                      <a:gd name="connsiteX4" fmla="*/ 388 w 2459"/>
                      <a:gd name="connsiteY4" fmla="*/ 2718 h 3106"/>
                      <a:gd name="connsiteX5" fmla="*/ 0 w 2459"/>
                      <a:gd name="connsiteY5" fmla="*/ 3106 h 3106"/>
                      <a:gd name="connsiteX6" fmla="*/ 2459 w 2459"/>
                      <a:gd name="connsiteY6" fmla="*/ 0 h 3106"/>
                      <a:gd name="connsiteX7" fmla="*/ 1812 w 2459"/>
                      <a:gd name="connsiteY7" fmla="*/ 1035 h 31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459" h="3106">
                        <a:moveTo>
                          <a:pt x="1812" y="1035"/>
                        </a:moveTo>
                        <a:cubicBezTo>
                          <a:pt x="1683" y="1165"/>
                          <a:pt x="1683" y="1294"/>
                          <a:pt x="1553" y="1294"/>
                        </a:cubicBezTo>
                        <a:lnTo>
                          <a:pt x="1553" y="1294"/>
                        </a:lnTo>
                        <a:cubicBezTo>
                          <a:pt x="1165" y="1683"/>
                          <a:pt x="906" y="2200"/>
                          <a:pt x="518" y="2589"/>
                        </a:cubicBezTo>
                        <a:cubicBezTo>
                          <a:pt x="518" y="2589"/>
                          <a:pt x="388" y="2718"/>
                          <a:pt x="388" y="2718"/>
                        </a:cubicBezTo>
                        <a:cubicBezTo>
                          <a:pt x="259" y="2847"/>
                          <a:pt x="129" y="2977"/>
                          <a:pt x="0" y="3106"/>
                        </a:cubicBezTo>
                        <a:cubicBezTo>
                          <a:pt x="906" y="2071"/>
                          <a:pt x="1683" y="1035"/>
                          <a:pt x="2459" y="0"/>
                        </a:cubicBezTo>
                        <a:cubicBezTo>
                          <a:pt x="2330" y="388"/>
                          <a:pt x="2071" y="777"/>
                          <a:pt x="1812" y="1035"/>
                        </a:cubicBezTo>
                        <a:close/>
                      </a:path>
                    </a:pathLst>
                  </a:custGeom>
                  <a:solidFill>
                    <a:srgbClr val="36A9E1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2" name="Freeform: Shape 101">
                    <a:extLst>
                      <a:ext uri="{FF2B5EF4-FFF2-40B4-BE49-F238E27FC236}">
                        <a16:creationId xmlns:a16="http://schemas.microsoft.com/office/drawing/2014/main" id="{270A4C58-05FA-F497-5F83-05F52816BCB4}"/>
                      </a:ext>
                    </a:extLst>
                  </p:cNvPr>
                  <p:cNvSpPr/>
                  <p:nvPr/>
                </p:nvSpPr>
                <p:spPr>
                  <a:xfrm>
                    <a:off x="510751" y="3867491"/>
                    <a:ext cx="4659" cy="6471"/>
                  </a:xfrm>
                  <a:custGeom>
                    <a:avLst/>
                    <a:gdLst>
                      <a:gd name="connsiteX0" fmla="*/ 1294 w 4659"/>
                      <a:gd name="connsiteY0" fmla="*/ 4789 h 6471"/>
                      <a:gd name="connsiteX1" fmla="*/ 2330 w 4659"/>
                      <a:gd name="connsiteY1" fmla="*/ 3365 h 6471"/>
                      <a:gd name="connsiteX2" fmla="*/ 4271 w 4659"/>
                      <a:gd name="connsiteY2" fmla="*/ 518 h 6471"/>
                      <a:gd name="connsiteX3" fmla="*/ 4659 w 4659"/>
                      <a:gd name="connsiteY3" fmla="*/ 0 h 6471"/>
                      <a:gd name="connsiteX4" fmla="*/ 3753 w 4659"/>
                      <a:gd name="connsiteY4" fmla="*/ 1424 h 6471"/>
                      <a:gd name="connsiteX5" fmla="*/ 1165 w 4659"/>
                      <a:gd name="connsiteY5" fmla="*/ 5048 h 6471"/>
                      <a:gd name="connsiteX6" fmla="*/ 0 w 4659"/>
                      <a:gd name="connsiteY6" fmla="*/ 6471 h 6471"/>
                      <a:gd name="connsiteX7" fmla="*/ 906 w 4659"/>
                      <a:gd name="connsiteY7" fmla="*/ 5177 h 6471"/>
                      <a:gd name="connsiteX8" fmla="*/ 1294 w 4659"/>
                      <a:gd name="connsiteY8" fmla="*/ 4789 h 64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659" h="6471">
                        <a:moveTo>
                          <a:pt x="1294" y="4789"/>
                        </a:moveTo>
                        <a:cubicBezTo>
                          <a:pt x="1683" y="4271"/>
                          <a:pt x="2071" y="3883"/>
                          <a:pt x="2330" y="3365"/>
                        </a:cubicBezTo>
                        <a:cubicBezTo>
                          <a:pt x="2977" y="2459"/>
                          <a:pt x="3624" y="1553"/>
                          <a:pt x="4271" y="518"/>
                        </a:cubicBezTo>
                        <a:cubicBezTo>
                          <a:pt x="4401" y="388"/>
                          <a:pt x="4530" y="129"/>
                          <a:pt x="4659" y="0"/>
                        </a:cubicBezTo>
                        <a:cubicBezTo>
                          <a:pt x="4401" y="518"/>
                          <a:pt x="4012" y="906"/>
                          <a:pt x="3753" y="1424"/>
                        </a:cubicBezTo>
                        <a:cubicBezTo>
                          <a:pt x="2977" y="2589"/>
                          <a:pt x="2071" y="3883"/>
                          <a:pt x="1165" y="5048"/>
                        </a:cubicBezTo>
                        <a:cubicBezTo>
                          <a:pt x="777" y="5565"/>
                          <a:pt x="388" y="6083"/>
                          <a:pt x="0" y="6471"/>
                        </a:cubicBezTo>
                        <a:cubicBezTo>
                          <a:pt x="259" y="6083"/>
                          <a:pt x="647" y="5695"/>
                          <a:pt x="906" y="5177"/>
                        </a:cubicBezTo>
                        <a:cubicBezTo>
                          <a:pt x="1165" y="5177"/>
                          <a:pt x="1294" y="4918"/>
                          <a:pt x="1294" y="4789"/>
                        </a:cubicBezTo>
                        <a:close/>
                      </a:path>
                    </a:pathLst>
                  </a:custGeom>
                  <a:solidFill>
                    <a:srgbClr val="36A9E1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3" name="Freeform: Shape 102">
                    <a:extLst>
                      <a:ext uri="{FF2B5EF4-FFF2-40B4-BE49-F238E27FC236}">
                        <a16:creationId xmlns:a16="http://schemas.microsoft.com/office/drawing/2014/main" id="{7F44DCB2-69F4-5B22-42D5-D68C4E7068D2}"/>
                      </a:ext>
                    </a:extLst>
                  </p:cNvPr>
                  <p:cNvSpPr/>
                  <p:nvPr/>
                </p:nvSpPr>
                <p:spPr>
                  <a:xfrm>
                    <a:off x="504150" y="3877069"/>
                    <a:ext cx="4141" cy="4918"/>
                  </a:xfrm>
                  <a:custGeom>
                    <a:avLst/>
                    <a:gdLst>
                      <a:gd name="connsiteX0" fmla="*/ 1553 w 4141"/>
                      <a:gd name="connsiteY0" fmla="*/ 3106 h 4918"/>
                      <a:gd name="connsiteX1" fmla="*/ 3883 w 4141"/>
                      <a:gd name="connsiteY1" fmla="*/ 388 h 4918"/>
                      <a:gd name="connsiteX2" fmla="*/ 4012 w 4141"/>
                      <a:gd name="connsiteY2" fmla="*/ 129 h 4918"/>
                      <a:gd name="connsiteX3" fmla="*/ 4142 w 4141"/>
                      <a:gd name="connsiteY3" fmla="*/ 0 h 4918"/>
                      <a:gd name="connsiteX4" fmla="*/ 3883 w 4141"/>
                      <a:gd name="connsiteY4" fmla="*/ 259 h 4918"/>
                      <a:gd name="connsiteX5" fmla="*/ 3495 w 4141"/>
                      <a:gd name="connsiteY5" fmla="*/ 647 h 4918"/>
                      <a:gd name="connsiteX6" fmla="*/ 2847 w 4141"/>
                      <a:gd name="connsiteY6" fmla="*/ 1294 h 4918"/>
                      <a:gd name="connsiteX7" fmla="*/ 2459 w 4141"/>
                      <a:gd name="connsiteY7" fmla="*/ 1812 h 4918"/>
                      <a:gd name="connsiteX8" fmla="*/ 2459 w 4141"/>
                      <a:gd name="connsiteY8" fmla="*/ 1812 h 4918"/>
                      <a:gd name="connsiteX9" fmla="*/ 2071 w 4141"/>
                      <a:gd name="connsiteY9" fmla="*/ 2200 h 4918"/>
                      <a:gd name="connsiteX10" fmla="*/ 1553 w 4141"/>
                      <a:gd name="connsiteY10" fmla="*/ 3106 h 4918"/>
                      <a:gd name="connsiteX11" fmla="*/ 388 w 4141"/>
                      <a:gd name="connsiteY11" fmla="*/ 4401 h 4918"/>
                      <a:gd name="connsiteX12" fmla="*/ 388 w 4141"/>
                      <a:gd name="connsiteY12" fmla="*/ 4530 h 4918"/>
                      <a:gd name="connsiteX13" fmla="*/ 0 w 4141"/>
                      <a:gd name="connsiteY13" fmla="*/ 4918 h 4918"/>
                      <a:gd name="connsiteX14" fmla="*/ 259 w 4141"/>
                      <a:gd name="connsiteY14" fmla="*/ 4659 h 4918"/>
                      <a:gd name="connsiteX15" fmla="*/ 1553 w 4141"/>
                      <a:gd name="connsiteY15" fmla="*/ 3106 h 49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4141" h="4918">
                        <a:moveTo>
                          <a:pt x="1553" y="3106"/>
                        </a:moveTo>
                        <a:cubicBezTo>
                          <a:pt x="2330" y="2200"/>
                          <a:pt x="3106" y="1294"/>
                          <a:pt x="3883" y="388"/>
                        </a:cubicBezTo>
                        <a:cubicBezTo>
                          <a:pt x="3883" y="259"/>
                          <a:pt x="4012" y="259"/>
                          <a:pt x="4012" y="129"/>
                        </a:cubicBezTo>
                        <a:cubicBezTo>
                          <a:pt x="4012" y="129"/>
                          <a:pt x="4142" y="0"/>
                          <a:pt x="4142" y="0"/>
                        </a:cubicBezTo>
                        <a:cubicBezTo>
                          <a:pt x="4012" y="129"/>
                          <a:pt x="4012" y="129"/>
                          <a:pt x="3883" y="259"/>
                        </a:cubicBezTo>
                        <a:cubicBezTo>
                          <a:pt x="3753" y="388"/>
                          <a:pt x="3624" y="518"/>
                          <a:pt x="3495" y="647"/>
                        </a:cubicBezTo>
                        <a:cubicBezTo>
                          <a:pt x="3365" y="906"/>
                          <a:pt x="3106" y="1165"/>
                          <a:pt x="2847" y="1294"/>
                        </a:cubicBezTo>
                        <a:cubicBezTo>
                          <a:pt x="2718" y="1424"/>
                          <a:pt x="2589" y="1683"/>
                          <a:pt x="2459" y="1812"/>
                        </a:cubicBezTo>
                        <a:cubicBezTo>
                          <a:pt x="2459" y="1812"/>
                          <a:pt x="2459" y="1812"/>
                          <a:pt x="2459" y="1812"/>
                        </a:cubicBezTo>
                        <a:cubicBezTo>
                          <a:pt x="2330" y="1941"/>
                          <a:pt x="2200" y="2071"/>
                          <a:pt x="2071" y="2200"/>
                        </a:cubicBezTo>
                        <a:cubicBezTo>
                          <a:pt x="1941" y="2718"/>
                          <a:pt x="1683" y="2977"/>
                          <a:pt x="1553" y="3106"/>
                        </a:cubicBezTo>
                        <a:cubicBezTo>
                          <a:pt x="1165" y="3495"/>
                          <a:pt x="777" y="4012"/>
                          <a:pt x="388" y="4401"/>
                        </a:cubicBezTo>
                        <a:cubicBezTo>
                          <a:pt x="388" y="4401"/>
                          <a:pt x="388" y="4401"/>
                          <a:pt x="388" y="4530"/>
                        </a:cubicBezTo>
                        <a:cubicBezTo>
                          <a:pt x="259" y="4659"/>
                          <a:pt x="129" y="4789"/>
                          <a:pt x="0" y="4918"/>
                        </a:cubicBezTo>
                        <a:cubicBezTo>
                          <a:pt x="129" y="4789"/>
                          <a:pt x="129" y="4659"/>
                          <a:pt x="259" y="4659"/>
                        </a:cubicBezTo>
                        <a:cubicBezTo>
                          <a:pt x="777" y="4142"/>
                          <a:pt x="1165" y="3624"/>
                          <a:pt x="1553" y="3106"/>
                        </a:cubicBezTo>
                        <a:close/>
                      </a:path>
                    </a:pathLst>
                  </a:custGeom>
                  <a:solidFill>
                    <a:srgbClr val="36A9E1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4" name="Freeform: Shape 103">
                    <a:extLst>
                      <a:ext uri="{FF2B5EF4-FFF2-40B4-BE49-F238E27FC236}">
                        <a16:creationId xmlns:a16="http://schemas.microsoft.com/office/drawing/2014/main" id="{5520A56F-CDC0-DF44-EB4C-03528AEF2B7C}"/>
                      </a:ext>
                    </a:extLst>
                  </p:cNvPr>
                  <p:cNvSpPr/>
                  <p:nvPr/>
                </p:nvSpPr>
                <p:spPr>
                  <a:xfrm>
                    <a:off x="279983" y="3703637"/>
                    <a:ext cx="301435" cy="406659"/>
                  </a:xfrm>
                  <a:custGeom>
                    <a:avLst/>
                    <a:gdLst>
                      <a:gd name="connsiteX0" fmla="*/ 300788 w 301435"/>
                      <a:gd name="connsiteY0" fmla="*/ 257560 h 406659"/>
                      <a:gd name="connsiteX1" fmla="*/ 300400 w 301435"/>
                      <a:gd name="connsiteY1" fmla="*/ 253159 h 406659"/>
                      <a:gd name="connsiteX2" fmla="*/ 300400 w 301435"/>
                      <a:gd name="connsiteY2" fmla="*/ 253159 h 406659"/>
                      <a:gd name="connsiteX3" fmla="*/ 299882 w 301435"/>
                      <a:gd name="connsiteY3" fmla="*/ 249276 h 406659"/>
                      <a:gd name="connsiteX4" fmla="*/ 299364 w 301435"/>
                      <a:gd name="connsiteY4" fmla="*/ 245393 h 406659"/>
                      <a:gd name="connsiteX5" fmla="*/ 298717 w 301435"/>
                      <a:gd name="connsiteY5" fmla="*/ 241511 h 406659"/>
                      <a:gd name="connsiteX6" fmla="*/ 297552 w 301435"/>
                      <a:gd name="connsiteY6" fmla="*/ 236075 h 406659"/>
                      <a:gd name="connsiteX7" fmla="*/ 296905 w 301435"/>
                      <a:gd name="connsiteY7" fmla="*/ 233486 h 406659"/>
                      <a:gd name="connsiteX8" fmla="*/ 296646 w 301435"/>
                      <a:gd name="connsiteY8" fmla="*/ 232321 h 406659"/>
                      <a:gd name="connsiteX9" fmla="*/ 296129 w 301435"/>
                      <a:gd name="connsiteY9" fmla="*/ 230380 h 406659"/>
                      <a:gd name="connsiteX10" fmla="*/ 294964 w 301435"/>
                      <a:gd name="connsiteY10" fmla="*/ 226109 h 406659"/>
                      <a:gd name="connsiteX11" fmla="*/ 249923 w 301435"/>
                      <a:gd name="connsiteY11" fmla="*/ 155442 h 406659"/>
                      <a:gd name="connsiteX12" fmla="*/ 247723 w 301435"/>
                      <a:gd name="connsiteY12" fmla="*/ 153630 h 406659"/>
                      <a:gd name="connsiteX13" fmla="*/ 244876 w 301435"/>
                      <a:gd name="connsiteY13" fmla="*/ 151300 h 406659"/>
                      <a:gd name="connsiteX14" fmla="*/ 243711 w 301435"/>
                      <a:gd name="connsiteY14" fmla="*/ 150394 h 406659"/>
                      <a:gd name="connsiteX15" fmla="*/ 243193 w 301435"/>
                      <a:gd name="connsiteY15" fmla="*/ 150006 h 406659"/>
                      <a:gd name="connsiteX16" fmla="*/ 243193 w 301435"/>
                      <a:gd name="connsiteY16" fmla="*/ 150006 h 406659"/>
                      <a:gd name="connsiteX17" fmla="*/ 243064 w 301435"/>
                      <a:gd name="connsiteY17" fmla="*/ 150265 h 406659"/>
                      <a:gd name="connsiteX18" fmla="*/ 243064 w 301435"/>
                      <a:gd name="connsiteY18" fmla="*/ 150394 h 406659"/>
                      <a:gd name="connsiteX19" fmla="*/ 243064 w 301435"/>
                      <a:gd name="connsiteY19" fmla="*/ 155053 h 406659"/>
                      <a:gd name="connsiteX20" fmla="*/ 239828 w 301435"/>
                      <a:gd name="connsiteY20" fmla="*/ 178868 h 406659"/>
                      <a:gd name="connsiteX21" fmla="*/ 164113 w 301435"/>
                      <a:gd name="connsiteY21" fmla="*/ 260795 h 406659"/>
                      <a:gd name="connsiteX22" fmla="*/ 145605 w 301435"/>
                      <a:gd name="connsiteY22" fmla="*/ 267525 h 406659"/>
                      <a:gd name="connsiteX23" fmla="*/ 135898 w 301435"/>
                      <a:gd name="connsiteY23" fmla="*/ 267396 h 406659"/>
                      <a:gd name="connsiteX24" fmla="*/ 176927 w 301435"/>
                      <a:gd name="connsiteY24" fmla="*/ 209024 h 406659"/>
                      <a:gd name="connsiteX25" fmla="*/ 185469 w 301435"/>
                      <a:gd name="connsiteY25" fmla="*/ 196600 h 406659"/>
                      <a:gd name="connsiteX26" fmla="*/ 185339 w 301435"/>
                      <a:gd name="connsiteY26" fmla="*/ 196729 h 406659"/>
                      <a:gd name="connsiteX27" fmla="*/ 185469 w 301435"/>
                      <a:gd name="connsiteY27" fmla="*/ 196470 h 406659"/>
                      <a:gd name="connsiteX28" fmla="*/ 185469 w 301435"/>
                      <a:gd name="connsiteY28" fmla="*/ 196470 h 406659"/>
                      <a:gd name="connsiteX29" fmla="*/ 186375 w 301435"/>
                      <a:gd name="connsiteY29" fmla="*/ 194917 h 406659"/>
                      <a:gd name="connsiteX30" fmla="*/ 188187 w 301435"/>
                      <a:gd name="connsiteY30" fmla="*/ 191681 h 406659"/>
                      <a:gd name="connsiteX31" fmla="*/ 192199 w 301435"/>
                      <a:gd name="connsiteY31" fmla="*/ 183139 h 406659"/>
                      <a:gd name="connsiteX32" fmla="*/ 193623 w 301435"/>
                      <a:gd name="connsiteY32" fmla="*/ 179645 h 406659"/>
                      <a:gd name="connsiteX33" fmla="*/ 200612 w 301435"/>
                      <a:gd name="connsiteY33" fmla="*/ 151559 h 406659"/>
                      <a:gd name="connsiteX34" fmla="*/ 201000 w 301435"/>
                      <a:gd name="connsiteY34" fmla="*/ 148194 h 406659"/>
                      <a:gd name="connsiteX35" fmla="*/ 201388 w 301435"/>
                      <a:gd name="connsiteY35" fmla="*/ 138099 h 406659"/>
                      <a:gd name="connsiteX36" fmla="*/ 200871 w 301435"/>
                      <a:gd name="connsiteY36" fmla="*/ 126838 h 406659"/>
                      <a:gd name="connsiteX37" fmla="*/ 200871 w 301435"/>
                      <a:gd name="connsiteY37" fmla="*/ 126580 h 406659"/>
                      <a:gd name="connsiteX38" fmla="*/ 77786 w 301435"/>
                      <a:gd name="connsiteY38" fmla="*/ 0 h 406659"/>
                      <a:gd name="connsiteX39" fmla="*/ 121532 w 301435"/>
                      <a:gd name="connsiteY39" fmla="*/ 119979 h 406659"/>
                      <a:gd name="connsiteX40" fmla="*/ 121014 w 301435"/>
                      <a:gd name="connsiteY40" fmla="*/ 121532 h 406659"/>
                      <a:gd name="connsiteX41" fmla="*/ 121014 w 301435"/>
                      <a:gd name="connsiteY41" fmla="*/ 121661 h 406659"/>
                      <a:gd name="connsiteX42" fmla="*/ 119461 w 301435"/>
                      <a:gd name="connsiteY42" fmla="*/ 126191 h 406659"/>
                      <a:gd name="connsiteX43" fmla="*/ 18638 w 301435"/>
                      <a:gd name="connsiteY43" fmla="*/ 231674 h 406659"/>
                      <a:gd name="connsiteX44" fmla="*/ 4659 w 301435"/>
                      <a:gd name="connsiteY44" fmla="*/ 248111 h 406659"/>
                      <a:gd name="connsiteX45" fmla="*/ 4659 w 301435"/>
                      <a:gd name="connsiteY45" fmla="*/ 248111 h 406659"/>
                      <a:gd name="connsiteX46" fmla="*/ 2071 w 301435"/>
                      <a:gd name="connsiteY46" fmla="*/ 251735 h 406659"/>
                      <a:gd name="connsiteX47" fmla="*/ 2071 w 301435"/>
                      <a:gd name="connsiteY47" fmla="*/ 251735 h 406659"/>
                      <a:gd name="connsiteX48" fmla="*/ 777 w 301435"/>
                      <a:gd name="connsiteY48" fmla="*/ 253806 h 406659"/>
                      <a:gd name="connsiteX49" fmla="*/ 0 w 301435"/>
                      <a:gd name="connsiteY49" fmla="*/ 269596 h 406659"/>
                      <a:gd name="connsiteX50" fmla="*/ 0 w 301435"/>
                      <a:gd name="connsiteY50" fmla="*/ 271926 h 406659"/>
                      <a:gd name="connsiteX51" fmla="*/ 0 w 301435"/>
                      <a:gd name="connsiteY51" fmla="*/ 274256 h 406659"/>
                      <a:gd name="connsiteX52" fmla="*/ 129 w 301435"/>
                      <a:gd name="connsiteY52" fmla="*/ 276974 h 406659"/>
                      <a:gd name="connsiteX53" fmla="*/ 388 w 301435"/>
                      <a:gd name="connsiteY53" fmla="*/ 280339 h 406659"/>
                      <a:gd name="connsiteX54" fmla="*/ 647 w 301435"/>
                      <a:gd name="connsiteY54" fmla="*/ 283704 h 406659"/>
                      <a:gd name="connsiteX55" fmla="*/ 1035 w 301435"/>
                      <a:gd name="connsiteY55" fmla="*/ 286939 h 406659"/>
                      <a:gd name="connsiteX56" fmla="*/ 1424 w 301435"/>
                      <a:gd name="connsiteY56" fmla="*/ 290305 h 406659"/>
                      <a:gd name="connsiteX57" fmla="*/ 1812 w 301435"/>
                      <a:gd name="connsiteY57" fmla="*/ 292634 h 406659"/>
                      <a:gd name="connsiteX58" fmla="*/ 1812 w 301435"/>
                      <a:gd name="connsiteY58" fmla="*/ 293023 h 406659"/>
                      <a:gd name="connsiteX59" fmla="*/ 2071 w 301435"/>
                      <a:gd name="connsiteY59" fmla="*/ 294446 h 406659"/>
                      <a:gd name="connsiteX60" fmla="*/ 2071 w 301435"/>
                      <a:gd name="connsiteY60" fmla="*/ 294576 h 406659"/>
                      <a:gd name="connsiteX61" fmla="*/ 2200 w 301435"/>
                      <a:gd name="connsiteY61" fmla="*/ 295482 h 406659"/>
                      <a:gd name="connsiteX62" fmla="*/ 2459 w 301435"/>
                      <a:gd name="connsiteY62" fmla="*/ 297035 h 406659"/>
                      <a:gd name="connsiteX63" fmla="*/ 2977 w 301435"/>
                      <a:gd name="connsiteY63" fmla="*/ 300141 h 406659"/>
                      <a:gd name="connsiteX64" fmla="*/ 5306 w 301435"/>
                      <a:gd name="connsiteY64" fmla="*/ 309848 h 406659"/>
                      <a:gd name="connsiteX65" fmla="*/ 5954 w 301435"/>
                      <a:gd name="connsiteY65" fmla="*/ 312048 h 406659"/>
                      <a:gd name="connsiteX66" fmla="*/ 6471 w 301435"/>
                      <a:gd name="connsiteY66" fmla="*/ 313990 h 406659"/>
                      <a:gd name="connsiteX67" fmla="*/ 7118 w 301435"/>
                      <a:gd name="connsiteY67" fmla="*/ 315802 h 406659"/>
                      <a:gd name="connsiteX68" fmla="*/ 7636 w 301435"/>
                      <a:gd name="connsiteY68" fmla="*/ 317225 h 406659"/>
                      <a:gd name="connsiteX69" fmla="*/ 9189 w 301435"/>
                      <a:gd name="connsiteY69" fmla="*/ 321755 h 406659"/>
                      <a:gd name="connsiteX70" fmla="*/ 9966 w 301435"/>
                      <a:gd name="connsiteY70" fmla="*/ 323826 h 406659"/>
                      <a:gd name="connsiteX71" fmla="*/ 10742 w 301435"/>
                      <a:gd name="connsiteY71" fmla="*/ 325897 h 406659"/>
                      <a:gd name="connsiteX72" fmla="*/ 11907 w 301435"/>
                      <a:gd name="connsiteY72" fmla="*/ 328615 h 406659"/>
                      <a:gd name="connsiteX73" fmla="*/ 14755 w 301435"/>
                      <a:gd name="connsiteY73" fmla="*/ 334827 h 406659"/>
                      <a:gd name="connsiteX74" fmla="*/ 16049 w 301435"/>
                      <a:gd name="connsiteY74" fmla="*/ 337416 h 406659"/>
                      <a:gd name="connsiteX75" fmla="*/ 16308 w 301435"/>
                      <a:gd name="connsiteY75" fmla="*/ 338063 h 406659"/>
                      <a:gd name="connsiteX76" fmla="*/ 17732 w 301435"/>
                      <a:gd name="connsiteY76" fmla="*/ 340911 h 406659"/>
                      <a:gd name="connsiteX77" fmla="*/ 19026 w 301435"/>
                      <a:gd name="connsiteY77" fmla="*/ 343370 h 406659"/>
                      <a:gd name="connsiteX78" fmla="*/ 19673 w 301435"/>
                      <a:gd name="connsiteY78" fmla="*/ 344405 h 406659"/>
                      <a:gd name="connsiteX79" fmla="*/ 20838 w 301435"/>
                      <a:gd name="connsiteY79" fmla="*/ 346476 h 406659"/>
                      <a:gd name="connsiteX80" fmla="*/ 25756 w 301435"/>
                      <a:gd name="connsiteY80" fmla="*/ 354371 h 406659"/>
                      <a:gd name="connsiteX81" fmla="*/ 27568 w 301435"/>
                      <a:gd name="connsiteY81" fmla="*/ 357089 h 406659"/>
                      <a:gd name="connsiteX82" fmla="*/ 29509 w 301435"/>
                      <a:gd name="connsiteY82" fmla="*/ 359677 h 406659"/>
                      <a:gd name="connsiteX83" fmla="*/ 31451 w 301435"/>
                      <a:gd name="connsiteY83" fmla="*/ 362266 h 406659"/>
                      <a:gd name="connsiteX84" fmla="*/ 33522 w 301435"/>
                      <a:gd name="connsiteY84" fmla="*/ 364854 h 406659"/>
                      <a:gd name="connsiteX85" fmla="*/ 35592 w 301435"/>
                      <a:gd name="connsiteY85" fmla="*/ 367314 h 406659"/>
                      <a:gd name="connsiteX86" fmla="*/ 35592 w 301435"/>
                      <a:gd name="connsiteY86" fmla="*/ 367314 h 406659"/>
                      <a:gd name="connsiteX87" fmla="*/ 36110 w 301435"/>
                      <a:gd name="connsiteY87" fmla="*/ 367831 h 406659"/>
                      <a:gd name="connsiteX88" fmla="*/ 35334 w 301435"/>
                      <a:gd name="connsiteY88" fmla="*/ 364984 h 406659"/>
                      <a:gd name="connsiteX89" fmla="*/ 34428 w 301435"/>
                      <a:gd name="connsiteY89" fmla="*/ 361360 h 406659"/>
                      <a:gd name="connsiteX90" fmla="*/ 32227 w 301435"/>
                      <a:gd name="connsiteY90" fmla="*/ 335863 h 406659"/>
                      <a:gd name="connsiteX91" fmla="*/ 47111 w 301435"/>
                      <a:gd name="connsiteY91" fmla="*/ 281892 h 406659"/>
                      <a:gd name="connsiteX92" fmla="*/ 60960 w 301435"/>
                      <a:gd name="connsiteY92" fmla="*/ 263513 h 406659"/>
                      <a:gd name="connsiteX93" fmla="*/ 61219 w 301435"/>
                      <a:gd name="connsiteY93" fmla="*/ 263254 h 406659"/>
                      <a:gd name="connsiteX94" fmla="*/ 64066 w 301435"/>
                      <a:gd name="connsiteY94" fmla="*/ 260278 h 406659"/>
                      <a:gd name="connsiteX95" fmla="*/ 64455 w 301435"/>
                      <a:gd name="connsiteY95" fmla="*/ 259889 h 406659"/>
                      <a:gd name="connsiteX96" fmla="*/ 67302 w 301435"/>
                      <a:gd name="connsiteY96" fmla="*/ 257171 h 406659"/>
                      <a:gd name="connsiteX97" fmla="*/ 67820 w 301435"/>
                      <a:gd name="connsiteY97" fmla="*/ 256783 h 406659"/>
                      <a:gd name="connsiteX98" fmla="*/ 70926 w 301435"/>
                      <a:gd name="connsiteY98" fmla="*/ 254065 h 406659"/>
                      <a:gd name="connsiteX99" fmla="*/ 71185 w 301435"/>
                      <a:gd name="connsiteY99" fmla="*/ 253806 h 406659"/>
                      <a:gd name="connsiteX100" fmla="*/ 78562 w 301435"/>
                      <a:gd name="connsiteY100" fmla="*/ 248370 h 406659"/>
                      <a:gd name="connsiteX101" fmla="*/ 78821 w 301435"/>
                      <a:gd name="connsiteY101" fmla="*/ 248241 h 406659"/>
                      <a:gd name="connsiteX102" fmla="*/ 82186 w 301435"/>
                      <a:gd name="connsiteY102" fmla="*/ 246041 h 406659"/>
                      <a:gd name="connsiteX103" fmla="*/ 83092 w 301435"/>
                      <a:gd name="connsiteY103" fmla="*/ 245523 h 406659"/>
                      <a:gd name="connsiteX104" fmla="*/ 85292 w 301435"/>
                      <a:gd name="connsiteY104" fmla="*/ 244229 h 406659"/>
                      <a:gd name="connsiteX105" fmla="*/ 87234 w 301435"/>
                      <a:gd name="connsiteY105" fmla="*/ 243193 h 406659"/>
                      <a:gd name="connsiteX106" fmla="*/ 89822 w 301435"/>
                      <a:gd name="connsiteY106" fmla="*/ 241769 h 406659"/>
                      <a:gd name="connsiteX107" fmla="*/ 91246 w 301435"/>
                      <a:gd name="connsiteY107" fmla="*/ 240993 h 406659"/>
                      <a:gd name="connsiteX108" fmla="*/ 93835 w 301435"/>
                      <a:gd name="connsiteY108" fmla="*/ 239828 h 406659"/>
                      <a:gd name="connsiteX109" fmla="*/ 95258 w 301435"/>
                      <a:gd name="connsiteY109" fmla="*/ 239181 h 406659"/>
                      <a:gd name="connsiteX110" fmla="*/ 97458 w 301435"/>
                      <a:gd name="connsiteY110" fmla="*/ 238275 h 406659"/>
                      <a:gd name="connsiteX111" fmla="*/ 99400 w 301435"/>
                      <a:gd name="connsiteY111" fmla="*/ 237498 h 406659"/>
                      <a:gd name="connsiteX112" fmla="*/ 103542 w 301435"/>
                      <a:gd name="connsiteY112" fmla="*/ 235945 h 406659"/>
                      <a:gd name="connsiteX113" fmla="*/ 101212 w 301435"/>
                      <a:gd name="connsiteY113" fmla="*/ 239052 h 406659"/>
                      <a:gd name="connsiteX114" fmla="*/ 100565 w 301435"/>
                      <a:gd name="connsiteY114" fmla="*/ 239958 h 406659"/>
                      <a:gd name="connsiteX115" fmla="*/ 98882 w 301435"/>
                      <a:gd name="connsiteY115" fmla="*/ 242287 h 406659"/>
                      <a:gd name="connsiteX116" fmla="*/ 98235 w 301435"/>
                      <a:gd name="connsiteY116" fmla="*/ 243193 h 406659"/>
                      <a:gd name="connsiteX117" fmla="*/ 96164 w 301435"/>
                      <a:gd name="connsiteY117" fmla="*/ 246429 h 406659"/>
                      <a:gd name="connsiteX118" fmla="*/ 96164 w 301435"/>
                      <a:gd name="connsiteY118" fmla="*/ 246429 h 406659"/>
                      <a:gd name="connsiteX119" fmla="*/ 94223 w 301435"/>
                      <a:gd name="connsiteY119" fmla="*/ 249794 h 406659"/>
                      <a:gd name="connsiteX120" fmla="*/ 93705 w 301435"/>
                      <a:gd name="connsiteY120" fmla="*/ 250829 h 406659"/>
                      <a:gd name="connsiteX121" fmla="*/ 92411 w 301435"/>
                      <a:gd name="connsiteY121" fmla="*/ 253288 h 406659"/>
                      <a:gd name="connsiteX122" fmla="*/ 91893 w 301435"/>
                      <a:gd name="connsiteY122" fmla="*/ 254324 h 406659"/>
                      <a:gd name="connsiteX123" fmla="*/ 90340 w 301435"/>
                      <a:gd name="connsiteY123" fmla="*/ 257689 h 406659"/>
                      <a:gd name="connsiteX124" fmla="*/ 90340 w 301435"/>
                      <a:gd name="connsiteY124" fmla="*/ 257818 h 406659"/>
                      <a:gd name="connsiteX125" fmla="*/ 88787 w 301435"/>
                      <a:gd name="connsiteY125" fmla="*/ 261313 h 406659"/>
                      <a:gd name="connsiteX126" fmla="*/ 88399 w 301435"/>
                      <a:gd name="connsiteY126" fmla="*/ 262478 h 406659"/>
                      <a:gd name="connsiteX127" fmla="*/ 87363 w 301435"/>
                      <a:gd name="connsiteY127" fmla="*/ 265196 h 406659"/>
                      <a:gd name="connsiteX128" fmla="*/ 86975 w 301435"/>
                      <a:gd name="connsiteY128" fmla="*/ 266361 h 406659"/>
                      <a:gd name="connsiteX129" fmla="*/ 85810 w 301435"/>
                      <a:gd name="connsiteY129" fmla="*/ 269855 h 406659"/>
                      <a:gd name="connsiteX130" fmla="*/ 85681 w 301435"/>
                      <a:gd name="connsiteY130" fmla="*/ 270114 h 406659"/>
                      <a:gd name="connsiteX131" fmla="*/ 84645 w 301435"/>
                      <a:gd name="connsiteY131" fmla="*/ 273867 h 406659"/>
                      <a:gd name="connsiteX132" fmla="*/ 84386 w 301435"/>
                      <a:gd name="connsiteY132" fmla="*/ 275032 h 406659"/>
                      <a:gd name="connsiteX133" fmla="*/ 83739 w 301435"/>
                      <a:gd name="connsiteY133" fmla="*/ 277880 h 406659"/>
                      <a:gd name="connsiteX134" fmla="*/ 83480 w 301435"/>
                      <a:gd name="connsiteY134" fmla="*/ 279044 h 406659"/>
                      <a:gd name="connsiteX135" fmla="*/ 82833 w 301435"/>
                      <a:gd name="connsiteY135" fmla="*/ 282798 h 406659"/>
                      <a:gd name="connsiteX136" fmla="*/ 82833 w 301435"/>
                      <a:gd name="connsiteY136" fmla="*/ 283057 h 406659"/>
                      <a:gd name="connsiteX137" fmla="*/ 81280 w 301435"/>
                      <a:gd name="connsiteY137" fmla="*/ 301047 h 406659"/>
                      <a:gd name="connsiteX138" fmla="*/ 182104 w 301435"/>
                      <a:gd name="connsiteY138" fmla="*/ 406659 h 406659"/>
                      <a:gd name="connsiteX139" fmla="*/ 176538 w 301435"/>
                      <a:gd name="connsiteY139" fmla="*/ 403035 h 406659"/>
                      <a:gd name="connsiteX140" fmla="*/ 148712 w 301435"/>
                      <a:gd name="connsiteY140" fmla="*/ 320979 h 406659"/>
                      <a:gd name="connsiteX141" fmla="*/ 176797 w 301435"/>
                      <a:gd name="connsiteY141" fmla="*/ 360713 h 406659"/>
                      <a:gd name="connsiteX142" fmla="*/ 280986 w 301435"/>
                      <a:gd name="connsiteY142" fmla="*/ 343758 h 406659"/>
                      <a:gd name="connsiteX143" fmla="*/ 282410 w 301435"/>
                      <a:gd name="connsiteY143" fmla="*/ 341687 h 406659"/>
                      <a:gd name="connsiteX144" fmla="*/ 296129 w 301435"/>
                      <a:gd name="connsiteY144" fmla="*/ 308166 h 406659"/>
                      <a:gd name="connsiteX145" fmla="*/ 296129 w 301435"/>
                      <a:gd name="connsiteY145" fmla="*/ 308166 h 406659"/>
                      <a:gd name="connsiteX146" fmla="*/ 297294 w 301435"/>
                      <a:gd name="connsiteY146" fmla="*/ 303377 h 406659"/>
                      <a:gd name="connsiteX147" fmla="*/ 297682 w 301435"/>
                      <a:gd name="connsiteY147" fmla="*/ 301953 h 406659"/>
                      <a:gd name="connsiteX148" fmla="*/ 298458 w 301435"/>
                      <a:gd name="connsiteY148" fmla="*/ 298588 h 406659"/>
                      <a:gd name="connsiteX149" fmla="*/ 298458 w 301435"/>
                      <a:gd name="connsiteY149" fmla="*/ 298329 h 406659"/>
                      <a:gd name="connsiteX150" fmla="*/ 298458 w 301435"/>
                      <a:gd name="connsiteY150" fmla="*/ 298329 h 406659"/>
                      <a:gd name="connsiteX151" fmla="*/ 299235 w 301435"/>
                      <a:gd name="connsiteY151" fmla="*/ 293929 h 406659"/>
                      <a:gd name="connsiteX152" fmla="*/ 299235 w 301435"/>
                      <a:gd name="connsiteY152" fmla="*/ 293670 h 406659"/>
                      <a:gd name="connsiteX153" fmla="*/ 299623 w 301435"/>
                      <a:gd name="connsiteY153" fmla="*/ 290952 h 406659"/>
                      <a:gd name="connsiteX154" fmla="*/ 299882 w 301435"/>
                      <a:gd name="connsiteY154" fmla="*/ 289269 h 406659"/>
                      <a:gd name="connsiteX155" fmla="*/ 300012 w 301435"/>
                      <a:gd name="connsiteY155" fmla="*/ 287975 h 406659"/>
                      <a:gd name="connsiteX156" fmla="*/ 300012 w 301435"/>
                      <a:gd name="connsiteY156" fmla="*/ 287845 h 406659"/>
                      <a:gd name="connsiteX157" fmla="*/ 300529 w 301435"/>
                      <a:gd name="connsiteY157" fmla="*/ 283833 h 406659"/>
                      <a:gd name="connsiteX158" fmla="*/ 300529 w 301435"/>
                      <a:gd name="connsiteY158" fmla="*/ 283445 h 406659"/>
                      <a:gd name="connsiteX159" fmla="*/ 300788 w 301435"/>
                      <a:gd name="connsiteY159" fmla="*/ 281245 h 406659"/>
                      <a:gd name="connsiteX160" fmla="*/ 300918 w 301435"/>
                      <a:gd name="connsiteY160" fmla="*/ 279821 h 406659"/>
                      <a:gd name="connsiteX161" fmla="*/ 301176 w 301435"/>
                      <a:gd name="connsiteY161" fmla="*/ 276197 h 406659"/>
                      <a:gd name="connsiteX162" fmla="*/ 301176 w 301435"/>
                      <a:gd name="connsiteY162" fmla="*/ 275679 h 406659"/>
                      <a:gd name="connsiteX163" fmla="*/ 301306 w 301435"/>
                      <a:gd name="connsiteY163" fmla="*/ 273738 h 406659"/>
                      <a:gd name="connsiteX164" fmla="*/ 301306 w 301435"/>
                      <a:gd name="connsiteY164" fmla="*/ 273350 h 406659"/>
                      <a:gd name="connsiteX165" fmla="*/ 301435 w 301435"/>
                      <a:gd name="connsiteY165" fmla="*/ 268561 h 406659"/>
                      <a:gd name="connsiteX166" fmla="*/ 300788 w 301435"/>
                      <a:gd name="connsiteY166" fmla="*/ 257560 h 4066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  <a:cxn ang="0">
                        <a:pos x="connsiteX149" y="connsiteY149"/>
                      </a:cxn>
                      <a:cxn ang="0">
                        <a:pos x="connsiteX150" y="connsiteY150"/>
                      </a:cxn>
                      <a:cxn ang="0">
                        <a:pos x="connsiteX151" y="connsiteY151"/>
                      </a:cxn>
                      <a:cxn ang="0">
                        <a:pos x="connsiteX152" y="connsiteY152"/>
                      </a:cxn>
                      <a:cxn ang="0">
                        <a:pos x="connsiteX153" y="connsiteY153"/>
                      </a:cxn>
                      <a:cxn ang="0">
                        <a:pos x="connsiteX154" y="connsiteY154"/>
                      </a:cxn>
                      <a:cxn ang="0">
                        <a:pos x="connsiteX155" y="connsiteY155"/>
                      </a:cxn>
                      <a:cxn ang="0">
                        <a:pos x="connsiteX156" y="connsiteY156"/>
                      </a:cxn>
                      <a:cxn ang="0">
                        <a:pos x="connsiteX157" y="connsiteY157"/>
                      </a:cxn>
                      <a:cxn ang="0">
                        <a:pos x="connsiteX158" y="connsiteY158"/>
                      </a:cxn>
                      <a:cxn ang="0">
                        <a:pos x="connsiteX159" y="connsiteY159"/>
                      </a:cxn>
                      <a:cxn ang="0">
                        <a:pos x="connsiteX160" y="connsiteY160"/>
                      </a:cxn>
                      <a:cxn ang="0">
                        <a:pos x="connsiteX161" y="connsiteY161"/>
                      </a:cxn>
                      <a:cxn ang="0">
                        <a:pos x="connsiteX162" y="connsiteY162"/>
                      </a:cxn>
                      <a:cxn ang="0">
                        <a:pos x="connsiteX163" y="connsiteY163"/>
                      </a:cxn>
                      <a:cxn ang="0">
                        <a:pos x="connsiteX164" y="connsiteY164"/>
                      </a:cxn>
                      <a:cxn ang="0">
                        <a:pos x="connsiteX165" y="connsiteY165"/>
                      </a:cxn>
                      <a:cxn ang="0">
                        <a:pos x="connsiteX166" y="connsiteY166"/>
                      </a:cxn>
                    </a:cxnLst>
                    <a:rect l="l" t="t" r="r" b="b"/>
                    <a:pathLst>
                      <a:path w="301435" h="406659">
                        <a:moveTo>
                          <a:pt x="300788" y="257560"/>
                        </a:moveTo>
                        <a:cubicBezTo>
                          <a:pt x="300659" y="256136"/>
                          <a:pt x="300529" y="254583"/>
                          <a:pt x="300400" y="253159"/>
                        </a:cubicBezTo>
                        <a:cubicBezTo>
                          <a:pt x="300400" y="253159"/>
                          <a:pt x="300400" y="253159"/>
                          <a:pt x="300400" y="253159"/>
                        </a:cubicBezTo>
                        <a:cubicBezTo>
                          <a:pt x="300270" y="251865"/>
                          <a:pt x="300141" y="250571"/>
                          <a:pt x="299882" y="249276"/>
                        </a:cubicBezTo>
                        <a:cubicBezTo>
                          <a:pt x="299623" y="247982"/>
                          <a:pt x="299494" y="246688"/>
                          <a:pt x="299364" y="245393"/>
                        </a:cubicBezTo>
                        <a:cubicBezTo>
                          <a:pt x="299106" y="244099"/>
                          <a:pt x="298976" y="242805"/>
                          <a:pt x="298717" y="241511"/>
                        </a:cubicBezTo>
                        <a:cubicBezTo>
                          <a:pt x="298329" y="239699"/>
                          <a:pt x="297941" y="237887"/>
                          <a:pt x="297552" y="236075"/>
                        </a:cubicBezTo>
                        <a:cubicBezTo>
                          <a:pt x="297423" y="235169"/>
                          <a:pt x="297164" y="234392"/>
                          <a:pt x="296905" y="233486"/>
                        </a:cubicBezTo>
                        <a:cubicBezTo>
                          <a:pt x="296776" y="233098"/>
                          <a:pt x="296646" y="232710"/>
                          <a:pt x="296646" y="232321"/>
                        </a:cubicBezTo>
                        <a:cubicBezTo>
                          <a:pt x="296517" y="231674"/>
                          <a:pt x="296388" y="231027"/>
                          <a:pt x="296129" y="230380"/>
                        </a:cubicBezTo>
                        <a:cubicBezTo>
                          <a:pt x="295740" y="228956"/>
                          <a:pt x="295352" y="227532"/>
                          <a:pt x="294964" y="226109"/>
                        </a:cubicBezTo>
                        <a:cubicBezTo>
                          <a:pt x="286810" y="198411"/>
                          <a:pt x="271020" y="173950"/>
                          <a:pt x="249923" y="155442"/>
                        </a:cubicBezTo>
                        <a:cubicBezTo>
                          <a:pt x="249147" y="154795"/>
                          <a:pt x="248500" y="154147"/>
                          <a:pt x="247723" y="153630"/>
                        </a:cubicBezTo>
                        <a:cubicBezTo>
                          <a:pt x="246817" y="152853"/>
                          <a:pt x="245911" y="152077"/>
                          <a:pt x="244876" y="151300"/>
                        </a:cubicBezTo>
                        <a:cubicBezTo>
                          <a:pt x="244487" y="151041"/>
                          <a:pt x="244099" y="150653"/>
                          <a:pt x="243711" y="150394"/>
                        </a:cubicBezTo>
                        <a:cubicBezTo>
                          <a:pt x="243581" y="150265"/>
                          <a:pt x="243323" y="150135"/>
                          <a:pt x="243193" y="150006"/>
                        </a:cubicBezTo>
                        <a:lnTo>
                          <a:pt x="243193" y="150006"/>
                        </a:lnTo>
                        <a:cubicBezTo>
                          <a:pt x="243193" y="150135"/>
                          <a:pt x="243064" y="150135"/>
                          <a:pt x="243064" y="150265"/>
                        </a:cubicBezTo>
                        <a:cubicBezTo>
                          <a:pt x="243064" y="150265"/>
                          <a:pt x="243064" y="150265"/>
                          <a:pt x="243064" y="150394"/>
                        </a:cubicBezTo>
                        <a:cubicBezTo>
                          <a:pt x="242675" y="151429"/>
                          <a:pt x="243064" y="154018"/>
                          <a:pt x="243064" y="155053"/>
                        </a:cubicBezTo>
                        <a:cubicBezTo>
                          <a:pt x="242805" y="163078"/>
                          <a:pt x="241769" y="171102"/>
                          <a:pt x="239828" y="178868"/>
                        </a:cubicBezTo>
                        <a:cubicBezTo>
                          <a:pt x="230639" y="217049"/>
                          <a:pt x="199059" y="245393"/>
                          <a:pt x="164113" y="260795"/>
                        </a:cubicBezTo>
                        <a:cubicBezTo>
                          <a:pt x="158160" y="263384"/>
                          <a:pt x="151818" y="266102"/>
                          <a:pt x="145605" y="267525"/>
                        </a:cubicBezTo>
                        <a:cubicBezTo>
                          <a:pt x="144570" y="267784"/>
                          <a:pt x="135251" y="268431"/>
                          <a:pt x="135898" y="267396"/>
                        </a:cubicBezTo>
                        <a:cubicBezTo>
                          <a:pt x="135898" y="267396"/>
                          <a:pt x="176927" y="209024"/>
                          <a:pt x="176927" y="209024"/>
                        </a:cubicBezTo>
                        <a:lnTo>
                          <a:pt x="185469" y="196600"/>
                        </a:lnTo>
                        <a:cubicBezTo>
                          <a:pt x="185469" y="196600"/>
                          <a:pt x="185469" y="196729"/>
                          <a:pt x="185339" y="196729"/>
                        </a:cubicBezTo>
                        <a:cubicBezTo>
                          <a:pt x="185339" y="196600"/>
                          <a:pt x="185469" y="196600"/>
                          <a:pt x="185469" y="196470"/>
                        </a:cubicBezTo>
                        <a:cubicBezTo>
                          <a:pt x="185469" y="196470"/>
                          <a:pt x="185469" y="196470"/>
                          <a:pt x="185469" y="196470"/>
                        </a:cubicBezTo>
                        <a:cubicBezTo>
                          <a:pt x="185728" y="195952"/>
                          <a:pt x="186116" y="195435"/>
                          <a:pt x="186375" y="194917"/>
                        </a:cubicBezTo>
                        <a:cubicBezTo>
                          <a:pt x="187022" y="193881"/>
                          <a:pt x="187540" y="192846"/>
                          <a:pt x="188187" y="191681"/>
                        </a:cubicBezTo>
                        <a:cubicBezTo>
                          <a:pt x="189610" y="188963"/>
                          <a:pt x="191034" y="186116"/>
                          <a:pt x="192199" y="183139"/>
                        </a:cubicBezTo>
                        <a:cubicBezTo>
                          <a:pt x="192717" y="181974"/>
                          <a:pt x="193105" y="180809"/>
                          <a:pt x="193623" y="179645"/>
                        </a:cubicBezTo>
                        <a:cubicBezTo>
                          <a:pt x="197117" y="170714"/>
                          <a:pt x="199447" y="161266"/>
                          <a:pt x="200612" y="151559"/>
                        </a:cubicBezTo>
                        <a:cubicBezTo>
                          <a:pt x="200741" y="150394"/>
                          <a:pt x="200871" y="149359"/>
                          <a:pt x="201000" y="148194"/>
                        </a:cubicBezTo>
                        <a:cubicBezTo>
                          <a:pt x="201259" y="144829"/>
                          <a:pt x="201388" y="141593"/>
                          <a:pt x="201388" y="138099"/>
                        </a:cubicBezTo>
                        <a:cubicBezTo>
                          <a:pt x="201388" y="134216"/>
                          <a:pt x="201259" y="130592"/>
                          <a:pt x="200871" y="126838"/>
                        </a:cubicBezTo>
                        <a:cubicBezTo>
                          <a:pt x="200871" y="126709"/>
                          <a:pt x="200871" y="126709"/>
                          <a:pt x="200871" y="126580"/>
                        </a:cubicBezTo>
                        <a:cubicBezTo>
                          <a:pt x="194270" y="62384"/>
                          <a:pt x="132533" y="25627"/>
                          <a:pt x="77786" y="0"/>
                        </a:cubicBezTo>
                        <a:cubicBezTo>
                          <a:pt x="79598" y="1294"/>
                          <a:pt x="145217" y="48017"/>
                          <a:pt x="121532" y="119979"/>
                        </a:cubicBezTo>
                        <a:cubicBezTo>
                          <a:pt x="121402" y="120496"/>
                          <a:pt x="121144" y="121014"/>
                          <a:pt x="121014" y="121532"/>
                        </a:cubicBezTo>
                        <a:cubicBezTo>
                          <a:pt x="121014" y="121532"/>
                          <a:pt x="121014" y="121661"/>
                          <a:pt x="121014" y="121661"/>
                        </a:cubicBezTo>
                        <a:cubicBezTo>
                          <a:pt x="120496" y="123214"/>
                          <a:pt x="119979" y="124768"/>
                          <a:pt x="119461" y="126191"/>
                        </a:cubicBezTo>
                        <a:cubicBezTo>
                          <a:pt x="95776" y="192199"/>
                          <a:pt x="63937" y="182751"/>
                          <a:pt x="18638" y="231674"/>
                        </a:cubicBezTo>
                        <a:cubicBezTo>
                          <a:pt x="15013" y="235557"/>
                          <a:pt x="9319" y="241899"/>
                          <a:pt x="4659" y="248111"/>
                        </a:cubicBezTo>
                        <a:cubicBezTo>
                          <a:pt x="4659" y="248111"/>
                          <a:pt x="4659" y="248111"/>
                          <a:pt x="4659" y="248111"/>
                        </a:cubicBezTo>
                        <a:cubicBezTo>
                          <a:pt x="3753" y="249276"/>
                          <a:pt x="2847" y="250571"/>
                          <a:pt x="2071" y="251735"/>
                        </a:cubicBezTo>
                        <a:cubicBezTo>
                          <a:pt x="2071" y="251735"/>
                          <a:pt x="2071" y="251735"/>
                          <a:pt x="2071" y="251735"/>
                        </a:cubicBezTo>
                        <a:cubicBezTo>
                          <a:pt x="1553" y="252382"/>
                          <a:pt x="1165" y="253030"/>
                          <a:pt x="777" y="253806"/>
                        </a:cubicBezTo>
                        <a:cubicBezTo>
                          <a:pt x="259" y="258983"/>
                          <a:pt x="0" y="264290"/>
                          <a:pt x="0" y="269596"/>
                        </a:cubicBezTo>
                        <a:cubicBezTo>
                          <a:pt x="0" y="270373"/>
                          <a:pt x="0" y="271149"/>
                          <a:pt x="0" y="271926"/>
                        </a:cubicBezTo>
                        <a:cubicBezTo>
                          <a:pt x="0" y="272703"/>
                          <a:pt x="0" y="273479"/>
                          <a:pt x="0" y="274256"/>
                        </a:cubicBezTo>
                        <a:cubicBezTo>
                          <a:pt x="0" y="275162"/>
                          <a:pt x="0" y="276068"/>
                          <a:pt x="129" y="276974"/>
                        </a:cubicBezTo>
                        <a:cubicBezTo>
                          <a:pt x="129" y="278138"/>
                          <a:pt x="259" y="279174"/>
                          <a:pt x="388" y="280339"/>
                        </a:cubicBezTo>
                        <a:cubicBezTo>
                          <a:pt x="518" y="281504"/>
                          <a:pt x="518" y="282539"/>
                          <a:pt x="647" y="283704"/>
                        </a:cubicBezTo>
                        <a:cubicBezTo>
                          <a:pt x="777" y="284739"/>
                          <a:pt x="906" y="285904"/>
                          <a:pt x="1035" y="286939"/>
                        </a:cubicBezTo>
                        <a:cubicBezTo>
                          <a:pt x="1165" y="288104"/>
                          <a:pt x="1294" y="289269"/>
                          <a:pt x="1424" y="290305"/>
                        </a:cubicBezTo>
                        <a:cubicBezTo>
                          <a:pt x="1553" y="291081"/>
                          <a:pt x="1683" y="291858"/>
                          <a:pt x="1812" y="292634"/>
                        </a:cubicBezTo>
                        <a:cubicBezTo>
                          <a:pt x="1812" y="292764"/>
                          <a:pt x="1812" y="292893"/>
                          <a:pt x="1812" y="293023"/>
                        </a:cubicBezTo>
                        <a:cubicBezTo>
                          <a:pt x="1812" y="293540"/>
                          <a:pt x="1941" y="293929"/>
                          <a:pt x="2071" y="294446"/>
                        </a:cubicBezTo>
                        <a:cubicBezTo>
                          <a:pt x="2071" y="294576"/>
                          <a:pt x="2071" y="294576"/>
                          <a:pt x="2071" y="294576"/>
                        </a:cubicBezTo>
                        <a:cubicBezTo>
                          <a:pt x="2071" y="294834"/>
                          <a:pt x="2200" y="295223"/>
                          <a:pt x="2200" y="295482"/>
                        </a:cubicBezTo>
                        <a:cubicBezTo>
                          <a:pt x="2330" y="295999"/>
                          <a:pt x="2330" y="296517"/>
                          <a:pt x="2459" y="297035"/>
                        </a:cubicBezTo>
                        <a:cubicBezTo>
                          <a:pt x="2589" y="298070"/>
                          <a:pt x="2847" y="299106"/>
                          <a:pt x="2977" y="300141"/>
                        </a:cubicBezTo>
                        <a:cubicBezTo>
                          <a:pt x="3624" y="303377"/>
                          <a:pt x="4401" y="306612"/>
                          <a:pt x="5306" y="309848"/>
                        </a:cubicBezTo>
                        <a:cubicBezTo>
                          <a:pt x="5565" y="310625"/>
                          <a:pt x="5695" y="311272"/>
                          <a:pt x="5954" y="312048"/>
                        </a:cubicBezTo>
                        <a:cubicBezTo>
                          <a:pt x="6083" y="312695"/>
                          <a:pt x="6342" y="313343"/>
                          <a:pt x="6471" y="313990"/>
                        </a:cubicBezTo>
                        <a:cubicBezTo>
                          <a:pt x="6601" y="314637"/>
                          <a:pt x="6860" y="315284"/>
                          <a:pt x="7118" y="315802"/>
                        </a:cubicBezTo>
                        <a:cubicBezTo>
                          <a:pt x="7248" y="316319"/>
                          <a:pt x="7377" y="316708"/>
                          <a:pt x="7636" y="317225"/>
                        </a:cubicBezTo>
                        <a:cubicBezTo>
                          <a:pt x="8154" y="318778"/>
                          <a:pt x="8672" y="320202"/>
                          <a:pt x="9189" y="321755"/>
                        </a:cubicBezTo>
                        <a:cubicBezTo>
                          <a:pt x="9448" y="322402"/>
                          <a:pt x="9707" y="323179"/>
                          <a:pt x="9966" y="323826"/>
                        </a:cubicBezTo>
                        <a:cubicBezTo>
                          <a:pt x="10225" y="324473"/>
                          <a:pt x="10484" y="325250"/>
                          <a:pt x="10742" y="325897"/>
                        </a:cubicBezTo>
                        <a:cubicBezTo>
                          <a:pt x="11131" y="326803"/>
                          <a:pt x="11519" y="327709"/>
                          <a:pt x="11907" y="328615"/>
                        </a:cubicBezTo>
                        <a:cubicBezTo>
                          <a:pt x="12813" y="330686"/>
                          <a:pt x="13719" y="332757"/>
                          <a:pt x="14755" y="334827"/>
                        </a:cubicBezTo>
                        <a:cubicBezTo>
                          <a:pt x="15143" y="335733"/>
                          <a:pt x="15661" y="336639"/>
                          <a:pt x="16049" y="337416"/>
                        </a:cubicBezTo>
                        <a:cubicBezTo>
                          <a:pt x="16178" y="337675"/>
                          <a:pt x="16308" y="337804"/>
                          <a:pt x="16308" y="338063"/>
                        </a:cubicBezTo>
                        <a:cubicBezTo>
                          <a:pt x="16825" y="338969"/>
                          <a:pt x="17343" y="339875"/>
                          <a:pt x="17732" y="340911"/>
                        </a:cubicBezTo>
                        <a:cubicBezTo>
                          <a:pt x="18120" y="341687"/>
                          <a:pt x="18638" y="342593"/>
                          <a:pt x="19026" y="343370"/>
                        </a:cubicBezTo>
                        <a:cubicBezTo>
                          <a:pt x="19155" y="343758"/>
                          <a:pt x="19414" y="344146"/>
                          <a:pt x="19673" y="344405"/>
                        </a:cubicBezTo>
                        <a:cubicBezTo>
                          <a:pt x="20061" y="345052"/>
                          <a:pt x="20449" y="345699"/>
                          <a:pt x="20838" y="346476"/>
                        </a:cubicBezTo>
                        <a:cubicBezTo>
                          <a:pt x="22391" y="349194"/>
                          <a:pt x="24073" y="351782"/>
                          <a:pt x="25756" y="354371"/>
                        </a:cubicBezTo>
                        <a:cubicBezTo>
                          <a:pt x="26403" y="355277"/>
                          <a:pt x="27050" y="356183"/>
                          <a:pt x="27568" y="357089"/>
                        </a:cubicBezTo>
                        <a:cubicBezTo>
                          <a:pt x="28215" y="357995"/>
                          <a:pt x="28862" y="358901"/>
                          <a:pt x="29509" y="359677"/>
                        </a:cubicBezTo>
                        <a:cubicBezTo>
                          <a:pt x="30156" y="360583"/>
                          <a:pt x="30804" y="361360"/>
                          <a:pt x="31451" y="362266"/>
                        </a:cubicBezTo>
                        <a:cubicBezTo>
                          <a:pt x="32098" y="363172"/>
                          <a:pt x="32745" y="363948"/>
                          <a:pt x="33522" y="364854"/>
                        </a:cubicBezTo>
                        <a:cubicBezTo>
                          <a:pt x="34169" y="365631"/>
                          <a:pt x="34816" y="366537"/>
                          <a:pt x="35592" y="367314"/>
                        </a:cubicBezTo>
                        <a:cubicBezTo>
                          <a:pt x="35592" y="367314"/>
                          <a:pt x="35592" y="367314"/>
                          <a:pt x="35592" y="367314"/>
                        </a:cubicBezTo>
                        <a:cubicBezTo>
                          <a:pt x="35722" y="367572"/>
                          <a:pt x="35981" y="367702"/>
                          <a:pt x="36110" y="367831"/>
                        </a:cubicBezTo>
                        <a:cubicBezTo>
                          <a:pt x="35851" y="366925"/>
                          <a:pt x="35592" y="365890"/>
                          <a:pt x="35334" y="364984"/>
                        </a:cubicBezTo>
                        <a:cubicBezTo>
                          <a:pt x="34945" y="363431"/>
                          <a:pt x="34428" y="361878"/>
                          <a:pt x="34428" y="361360"/>
                        </a:cubicBezTo>
                        <a:cubicBezTo>
                          <a:pt x="32616" y="353206"/>
                          <a:pt x="32227" y="344405"/>
                          <a:pt x="32227" y="335863"/>
                        </a:cubicBezTo>
                        <a:cubicBezTo>
                          <a:pt x="32227" y="316190"/>
                          <a:pt x="37663" y="297682"/>
                          <a:pt x="47111" y="281892"/>
                        </a:cubicBezTo>
                        <a:cubicBezTo>
                          <a:pt x="50994" y="275291"/>
                          <a:pt x="55783" y="269079"/>
                          <a:pt x="60960" y="263513"/>
                        </a:cubicBezTo>
                        <a:cubicBezTo>
                          <a:pt x="61090" y="263384"/>
                          <a:pt x="61090" y="263384"/>
                          <a:pt x="61219" y="263254"/>
                        </a:cubicBezTo>
                        <a:cubicBezTo>
                          <a:pt x="62125" y="262219"/>
                          <a:pt x="63160" y="261313"/>
                          <a:pt x="64066" y="260278"/>
                        </a:cubicBezTo>
                        <a:lnTo>
                          <a:pt x="64455" y="259889"/>
                        </a:lnTo>
                        <a:cubicBezTo>
                          <a:pt x="65361" y="258983"/>
                          <a:pt x="66396" y="258077"/>
                          <a:pt x="67302" y="257171"/>
                        </a:cubicBezTo>
                        <a:cubicBezTo>
                          <a:pt x="67431" y="257042"/>
                          <a:pt x="67690" y="256912"/>
                          <a:pt x="67820" y="256783"/>
                        </a:cubicBezTo>
                        <a:cubicBezTo>
                          <a:pt x="68855" y="255877"/>
                          <a:pt x="69891" y="254971"/>
                          <a:pt x="70926" y="254065"/>
                        </a:cubicBezTo>
                        <a:cubicBezTo>
                          <a:pt x="71055" y="253936"/>
                          <a:pt x="71055" y="253936"/>
                          <a:pt x="71185" y="253806"/>
                        </a:cubicBezTo>
                        <a:cubicBezTo>
                          <a:pt x="73514" y="251865"/>
                          <a:pt x="75974" y="250053"/>
                          <a:pt x="78562" y="248370"/>
                        </a:cubicBezTo>
                        <a:cubicBezTo>
                          <a:pt x="78692" y="248370"/>
                          <a:pt x="78692" y="248241"/>
                          <a:pt x="78821" y="248241"/>
                        </a:cubicBezTo>
                        <a:cubicBezTo>
                          <a:pt x="79986" y="247464"/>
                          <a:pt x="81021" y="246817"/>
                          <a:pt x="82186" y="246041"/>
                        </a:cubicBezTo>
                        <a:cubicBezTo>
                          <a:pt x="82445" y="245911"/>
                          <a:pt x="82833" y="245652"/>
                          <a:pt x="83092" y="245523"/>
                        </a:cubicBezTo>
                        <a:cubicBezTo>
                          <a:pt x="83869" y="245135"/>
                          <a:pt x="84516" y="244617"/>
                          <a:pt x="85292" y="244229"/>
                        </a:cubicBezTo>
                        <a:cubicBezTo>
                          <a:pt x="85939" y="243840"/>
                          <a:pt x="86587" y="243452"/>
                          <a:pt x="87234" y="243193"/>
                        </a:cubicBezTo>
                        <a:cubicBezTo>
                          <a:pt x="88140" y="242675"/>
                          <a:pt x="88916" y="242287"/>
                          <a:pt x="89822" y="241769"/>
                        </a:cubicBezTo>
                        <a:cubicBezTo>
                          <a:pt x="90340" y="241511"/>
                          <a:pt x="90728" y="241252"/>
                          <a:pt x="91246" y="240993"/>
                        </a:cubicBezTo>
                        <a:cubicBezTo>
                          <a:pt x="92152" y="240605"/>
                          <a:pt x="92929" y="240216"/>
                          <a:pt x="93835" y="239828"/>
                        </a:cubicBezTo>
                        <a:cubicBezTo>
                          <a:pt x="94352" y="239569"/>
                          <a:pt x="94741" y="239440"/>
                          <a:pt x="95258" y="239181"/>
                        </a:cubicBezTo>
                        <a:cubicBezTo>
                          <a:pt x="96035" y="238793"/>
                          <a:pt x="96682" y="238534"/>
                          <a:pt x="97458" y="238275"/>
                        </a:cubicBezTo>
                        <a:cubicBezTo>
                          <a:pt x="98106" y="238016"/>
                          <a:pt x="98753" y="237757"/>
                          <a:pt x="99400" y="237498"/>
                        </a:cubicBezTo>
                        <a:cubicBezTo>
                          <a:pt x="100824" y="236981"/>
                          <a:pt x="102118" y="236463"/>
                          <a:pt x="103542" y="235945"/>
                        </a:cubicBezTo>
                        <a:cubicBezTo>
                          <a:pt x="102765" y="236981"/>
                          <a:pt x="101988" y="238016"/>
                          <a:pt x="101212" y="239052"/>
                        </a:cubicBezTo>
                        <a:cubicBezTo>
                          <a:pt x="100953" y="239310"/>
                          <a:pt x="100824" y="239699"/>
                          <a:pt x="100565" y="239958"/>
                        </a:cubicBezTo>
                        <a:cubicBezTo>
                          <a:pt x="100047" y="240734"/>
                          <a:pt x="99529" y="241511"/>
                          <a:pt x="98882" y="242287"/>
                        </a:cubicBezTo>
                        <a:cubicBezTo>
                          <a:pt x="98623" y="242546"/>
                          <a:pt x="98494" y="242934"/>
                          <a:pt x="98235" y="243193"/>
                        </a:cubicBezTo>
                        <a:cubicBezTo>
                          <a:pt x="97588" y="244229"/>
                          <a:pt x="96811" y="245393"/>
                          <a:pt x="96164" y="246429"/>
                        </a:cubicBezTo>
                        <a:cubicBezTo>
                          <a:pt x="96164" y="246429"/>
                          <a:pt x="96164" y="246429"/>
                          <a:pt x="96164" y="246429"/>
                        </a:cubicBezTo>
                        <a:cubicBezTo>
                          <a:pt x="95517" y="247594"/>
                          <a:pt x="94870" y="248629"/>
                          <a:pt x="94223" y="249794"/>
                        </a:cubicBezTo>
                        <a:cubicBezTo>
                          <a:pt x="94093" y="250182"/>
                          <a:pt x="93835" y="250441"/>
                          <a:pt x="93705" y="250829"/>
                        </a:cubicBezTo>
                        <a:cubicBezTo>
                          <a:pt x="93187" y="251606"/>
                          <a:pt x="92799" y="252512"/>
                          <a:pt x="92411" y="253288"/>
                        </a:cubicBezTo>
                        <a:cubicBezTo>
                          <a:pt x="92281" y="253677"/>
                          <a:pt x="92022" y="253936"/>
                          <a:pt x="91893" y="254324"/>
                        </a:cubicBezTo>
                        <a:cubicBezTo>
                          <a:pt x="91375" y="255489"/>
                          <a:pt x="90858" y="256524"/>
                          <a:pt x="90340" y="257689"/>
                        </a:cubicBezTo>
                        <a:cubicBezTo>
                          <a:pt x="90340" y="257689"/>
                          <a:pt x="90340" y="257818"/>
                          <a:pt x="90340" y="257818"/>
                        </a:cubicBezTo>
                        <a:cubicBezTo>
                          <a:pt x="89822" y="258983"/>
                          <a:pt x="89305" y="260148"/>
                          <a:pt x="88787" y="261313"/>
                        </a:cubicBezTo>
                        <a:cubicBezTo>
                          <a:pt x="88657" y="261701"/>
                          <a:pt x="88528" y="262089"/>
                          <a:pt x="88399" y="262478"/>
                        </a:cubicBezTo>
                        <a:cubicBezTo>
                          <a:pt x="88010" y="263384"/>
                          <a:pt x="87751" y="264290"/>
                          <a:pt x="87363" y="265196"/>
                        </a:cubicBezTo>
                        <a:cubicBezTo>
                          <a:pt x="87234" y="265584"/>
                          <a:pt x="87104" y="265972"/>
                          <a:pt x="86975" y="266361"/>
                        </a:cubicBezTo>
                        <a:cubicBezTo>
                          <a:pt x="86587" y="267525"/>
                          <a:pt x="86198" y="268690"/>
                          <a:pt x="85810" y="269855"/>
                        </a:cubicBezTo>
                        <a:cubicBezTo>
                          <a:pt x="85810" y="269985"/>
                          <a:pt x="85810" y="269985"/>
                          <a:pt x="85681" y="270114"/>
                        </a:cubicBezTo>
                        <a:cubicBezTo>
                          <a:pt x="85292" y="271408"/>
                          <a:pt x="84904" y="272573"/>
                          <a:pt x="84645" y="273867"/>
                        </a:cubicBezTo>
                        <a:cubicBezTo>
                          <a:pt x="84516" y="274256"/>
                          <a:pt x="84386" y="274644"/>
                          <a:pt x="84386" y="275032"/>
                        </a:cubicBezTo>
                        <a:cubicBezTo>
                          <a:pt x="84127" y="275938"/>
                          <a:pt x="83869" y="276844"/>
                          <a:pt x="83739" y="277880"/>
                        </a:cubicBezTo>
                        <a:cubicBezTo>
                          <a:pt x="83610" y="278268"/>
                          <a:pt x="83610" y="278656"/>
                          <a:pt x="83480" y="279044"/>
                        </a:cubicBezTo>
                        <a:cubicBezTo>
                          <a:pt x="83221" y="280339"/>
                          <a:pt x="82963" y="281504"/>
                          <a:pt x="82833" y="282798"/>
                        </a:cubicBezTo>
                        <a:cubicBezTo>
                          <a:pt x="82833" y="282798"/>
                          <a:pt x="82833" y="282927"/>
                          <a:pt x="82833" y="283057"/>
                        </a:cubicBezTo>
                        <a:cubicBezTo>
                          <a:pt x="81798" y="288881"/>
                          <a:pt x="81280" y="294964"/>
                          <a:pt x="81280" y="301047"/>
                        </a:cubicBezTo>
                        <a:cubicBezTo>
                          <a:pt x="81280" y="357736"/>
                          <a:pt x="125932" y="404071"/>
                          <a:pt x="182104" y="406659"/>
                        </a:cubicBezTo>
                        <a:cubicBezTo>
                          <a:pt x="180162" y="405494"/>
                          <a:pt x="178350" y="404330"/>
                          <a:pt x="176538" y="403035"/>
                        </a:cubicBezTo>
                        <a:cubicBezTo>
                          <a:pt x="150006" y="383880"/>
                          <a:pt x="139781" y="350618"/>
                          <a:pt x="148712" y="320979"/>
                        </a:cubicBezTo>
                        <a:cubicBezTo>
                          <a:pt x="153241" y="336510"/>
                          <a:pt x="162690" y="350618"/>
                          <a:pt x="176797" y="360713"/>
                        </a:cubicBezTo>
                        <a:cubicBezTo>
                          <a:pt x="210189" y="384786"/>
                          <a:pt x="256912" y="377150"/>
                          <a:pt x="280986" y="343758"/>
                        </a:cubicBezTo>
                        <a:cubicBezTo>
                          <a:pt x="281504" y="343111"/>
                          <a:pt x="281892" y="342334"/>
                          <a:pt x="282410" y="341687"/>
                        </a:cubicBezTo>
                        <a:cubicBezTo>
                          <a:pt x="288234" y="331203"/>
                          <a:pt x="292893" y="319943"/>
                          <a:pt x="296129" y="308166"/>
                        </a:cubicBezTo>
                        <a:cubicBezTo>
                          <a:pt x="296129" y="308166"/>
                          <a:pt x="296129" y="308166"/>
                          <a:pt x="296129" y="308166"/>
                        </a:cubicBezTo>
                        <a:cubicBezTo>
                          <a:pt x="296517" y="306612"/>
                          <a:pt x="297035" y="305059"/>
                          <a:pt x="297294" y="303377"/>
                        </a:cubicBezTo>
                        <a:cubicBezTo>
                          <a:pt x="297423" y="302859"/>
                          <a:pt x="297552" y="302471"/>
                          <a:pt x="297682" y="301953"/>
                        </a:cubicBezTo>
                        <a:cubicBezTo>
                          <a:pt x="297941" y="300788"/>
                          <a:pt x="298200" y="299623"/>
                          <a:pt x="298458" y="298588"/>
                        </a:cubicBezTo>
                        <a:cubicBezTo>
                          <a:pt x="298458" y="298458"/>
                          <a:pt x="298458" y="298458"/>
                          <a:pt x="298458" y="298329"/>
                        </a:cubicBezTo>
                        <a:lnTo>
                          <a:pt x="298458" y="298329"/>
                        </a:lnTo>
                        <a:cubicBezTo>
                          <a:pt x="298717" y="296905"/>
                          <a:pt x="298976" y="295482"/>
                          <a:pt x="299235" y="293929"/>
                        </a:cubicBezTo>
                        <a:cubicBezTo>
                          <a:pt x="299235" y="293799"/>
                          <a:pt x="299235" y="293799"/>
                          <a:pt x="299235" y="293670"/>
                        </a:cubicBezTo>
                        <a:cubicBezTo>
                          <a:pt x="299364" y="292764"/>
                          <a:pt x="299494" y="291858"/>
                          <a:pt x="299623" y="290952"/>
                        </a:cubicBezTo>
                        <a:cubicBezTo>
                          <a:pt x="299753" y="290434"/>
                          <a:pt x="299753" y="289916"/>
                          <a:pt x="299882" y="289269"/>
                        </a:cubicBezTo>
                        <a:cubicBezTo>
                          <a:pt x="299882" y="288881"/>
                          <a:pt x="300012" y="288363"/>
                          <a:pt x="300012" y="287975"/>
                        </a:cubicBezTo>
                        <a:cubicBezTo>
                          <a:pt x="300012" y="287975"/>
                          <a:pt x="300012" y="287845"/>
                          <a:pt x="300012" y="287845"/>
                        </a:cubicBezTo>
                        <a:cubicBezTo>
                          <a:pt x="300141" y="286551"/>
                          <a:pt x="300270" y="285257"/>
                          <a:pt x="300529" y="283833"/>
                        </a:cubicBezTo>
                        <a:cubicBezTo>
                          <a:pt x="300529" y="283704"/>
                          <a:pt x="300529" y="283574"/>
                          <a:pt x="300529" y="283445"/>
                        </a:cubicBezTo>
                        <a:cubicBezTo>
                          <a:pt x="300659" y="282668"/>
                          <a:pt x="300659" y="281892"/>
                          <a:pt x="300788" y="281245"/>
                        </a:cubicBezTo>
                        <a:cubicBezTo>
                          <a:pt x="300788" y="280727"/>
                          <a:pt x="300918" y="280339"/>
                          <a:pt x="300918" y="279821"/>
                        </a:cubicBezTo>
                        <a:cubicBezTo>
                          <a:pt x="301047" y="278656"/>
                          <a:pt x="301047" y="277362"/>
                          <a:pt x="301176" y="276197"/>
                        </a:cubicBezTo>
                        <a:cubicBezTo>
                          <a:pt x="301176" y="275938"/>
                          <a:pt x="301176" y="275809"/>
                          <a:pt x="301176" y="275679"/>
                        </a:cubicBezTo>
                        <a:cubicBezTo>
                          <a:pt x="301176" y="275032"/>
                          <a:pt x="301176" y="274385"/>
                          <a:pt x="301306" y="273738"/>
                        </a:cubicBezTo>
                        <a:cubicBezTo>
                          <a:pt x="301306" y="273609"/>
                          <a:pt x="301306" y="273479"/>
                          <a:pt x="301306" y="273350"/>
                        </a:cubicBezTo>
                        <a:cubicBezTo>
                          <a:pt x="301306" y="271797"/>
                          <a:pt x="301435" y="270243"/>
                          <a:pt x="301435" y="268561"/>
                        </a:cubicBezTo>
                        <a:cubicBezTo>
                          <a:pt x="301176" y="264937"/>
                          <a:pt x="301047" y="261183"/>
                          <a:pt x="300788" y="257560"/>
                        </a:cubicBezTo>
                        <a:close/>
                      </a:path>
                    </a:pathLst>
                  </a:custGeom>
                  <a:solidFill>
                    <a:srgbClr val="36A9E1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5" name="Freeform: Shape 104">
                    <a:extLst>
                      <a:ext uri="{FF2B5EF4-FFF2-40B4-BE49-F238E27FC236}">
                        <a16:creationId xmlns:a16="http://schemas.microsoft.com/office/drawing/2014/main" id="{D59426FF-215A-765B-C933-2EE267B7DF43}"/>
                      </a:ext>
                    </a:extLst>
                  </p:cNvPr>
                  <p:cNvSpPr/>
                  <p:nvPr/>
                </p:nvSpPr>
                <p:spPr>
                  <a:xfrm>
                    <a:off x="486031" y="3897001"/>
                    <a:ext cx="1294" cy="906"/>
                  </a:xfrm>
                  <a:custGeom>
                    <a:avLst/>
                    <a:gdLst>
                      <a:gd name="connsiteX0" fmla="*/ 1294 w 1294"/>
                      <a:gd name="connsiteY0" fmla="*/ 0 h 906"/>
                      <a:gd name="connsiteX1" fmla="*/ 0 w 1294"/>
                      <a:gd name="connsiteY1" fmla="*/ 906 h 906"/>
                      <a:gd name="connsiteX2" fmla="*/ 1294 w 1294"/>
                      <a:gd name="connsiteY2" fmla="*/ 0 h 9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94" h="906">
                        <a:moveTo>
                          <a:pt x="1294" y="0"/>
                        </a:moveTo>
                        <a:cubicBezTo>
                          <a:pt x="906" y="388"/>
                          <a:pt x="388" y="647"/>
                          <a:pt x="0" y="906"/>
                        </a:cubicBezTo>
                        <a:cubicBezTo>
                          <a:pt x="388" y="647"/>
                          <a:pt x="777" y="388"/>
                          <a:pt x="1294" y="0"/>
                        </a:cubicBezTo>
                        <a:close/>
                      </a:path>
                    </a:pathLst>
                  </a:custGeom>
                  <a:solidFill>
                    <a:srgbClr val="36A9E1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6" name="Freeform: Shape 105">
                    <a:extLst>
                      <a:ext uri="{FF2B5EF4-FFF2-40B4-BE49-F238E27FC236}">
                        <a16:creationId xmlns:a16="http://schemas.microsoft.com/office/drawing/2014/main" id="{EB02F00D-3DE2-6C7E-943A-0FF207D30D4D}"/>
                      </a:ext>
                    </a:extLst>
                  </p:cNvPr>
                  <p:cNvSpPr/>
                  <p:nvPr/>
                </p:nvSpPr>
                <p:spPr>
                  <a:xfrm>
                    <a:off x="482665" y="3897907"/>
                    <a:ext cx="3235" cy="2200"/>
                  </a:xfrm>
                  <a:custGeom>
                    <a:avLst/>
                    <a:gdLst>
                      <a:gd name="connsiteX0" fmla="*/ 2330 w 3235"/>
                      <a:gd name="connsiteY0" fmla="*/ 647 h 2200"/>
                      <a:gd name="connsiteX1" fmla="*/ 3236 w 3235"/>
                      <a:gd name="connsiteY1" fmla="*/ 0 h 2200"/>
                      <a:gd name="connsiteX2" fmla="*/ 0 w 3235"/>
                      <a:gd name="connsiteY2" fmla="*/ 2200 h 2200"/>
                      <a:gd name="connsiteX3" fmla="*/ 2330 w 3235"/>
                      <a:gd name="connsiteY3" fmla="*/ 647 h 22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235" h="2200">
                        <a:moveTo>
                          <a:pt x="2330" y="647"/>
                        </a:moveTo>
                        <a:cubicBezTo>
                          <a:pt x="2589" y="388"/>
                          <a:pt x="2977" y="259"/>
                          <a:pt x="3236" y="0"/>
                        </a:cubicBezTo>
                        <a:cubicBezTo>
                          <a:pt x="2200" y="777"/>
                          <a:pt x="1035" y="1553"/>
                          <a:pt x="0" y="2200"/>
                        </a:cubicBezTo>
                        <a:cubicBezTo>
                          <a:pt x="777" y="1812"/>
                          <a:pt x="1553" y="1294"/>
                          <a:pt x="2330" y="647"/>
                        </a:cubicBezTo>
                        <a:close/>
                      </a:path>
                    </a:pathLst>
                  </a:custGeom>
                  <a:solidFill>
                    <a:srgbClr val="36A9E1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7" name="Graphic 30">
                  <a:extLst>
                    <a:ext uri="{FF2B5EF4-FFF2-40B4-BE49-F238E27FC236}">
                      <a16:creationId xmlns:a16="http://schemas.microsoft.com/office/drawing/2014/main" id="{320AC605-4076-87B4-FFB0-DA83765D0746}"/>
                    </a:ext>
                  </a:extLst>
                </p:cNvPr>
                <p:cNvGrpSpPr/>
                <p:nvPr/>
              </p:nvGrpSpPr>
              <p:grpSpPr>
                <a:xfrm>
                  <a:off x="280889" y="3703896"/>
                  <a:ext cx="301306" cy="420896"/>
                  <a:chOff x="280889" y="3703896"/>
                  <a:chExt cx="301306" cy="420896"/>
                </a:xfrm>
                <a:solidFill>
                  <a:srgbClr val="0091C5"/>
                </a:solidFill>
              </p:grpSpPr>
              <p:sp>
                <p:nvSpPr>
                  <p:cNvPr id="108" name="Freeform: Shape 107">
                    <a:extLst>
                      <a:ext uri="{FF2B5EF4-FFF2-40B4-BE49-F238E27FC236}">
                        <a16:creationId xmlns:a16="http://schemas.microsoft.com/office/drawing/2014/main" id="{7061F86B-0149-C63B-05CD-D56B4900A80A}"/>
                      </a:ext>
                    </a:extLst>
                  </p:cNvPr>
                  <p:cNvSpPr/>
                  <p:nvPr/>
                </p:nvSpPr>
                <p:spPr>
                  <a:xfrm>
                    <a:off x="311951" y="3859208"/>
                    <a:ext cx="270243" cy="265584"/>
                  </a:xfrm>
                  <a:custGeom>
                    <a:avLst/>
                    <a:gdLst>
                      <a:gd name="connsiteX0" fmla="*/ 217955 w 270243"/>
                      <a:gd name="connsiteY0" fmla="*/ 0 h 265584"/>
                      <a:gd name="connsiteX1" fmla="*/ 262995 w 270243"/>
                      <a:gd name="connsiteY1" fmla="*/ 70667 h 265584"/>
                      <a:gd name="connsiteX2" fmla="*/ 264160 w 270243"/>
                      <a:gd name="connsiteY2" fmla="*/ 74938 h 265584"/>
                      <a:gd name="connsiteX3" fmla="*/ 264678 w 270243"/>
                      <a:gd name="connsiteY3" fmla="*/ 76880 h 265584"/>
                      <a:gd name="connsiteX4" fmla="*/ 264937 w 270243"/>
                      <a:gd name="connsiteY4" fmla="*/ 78044 h 265584"/>
                      <a:gd name="connsiteX5" fmla="*/ 265584 w 270243"/>
                      <a:gd name="connsiteY5" fmla="*/ 80633 h 265584"/>
                      <a:gd name="connsiteX6" fmla="*/ 266749 w 270243"/>
                      <a:gd name="connsiteY6" fmla="*/ 86069 h 265584"/>
                      <a:gd name="connsiteX7" fmla="*/ 267396 w 270243"/>
                      <a:gd name="connsiteY7" fmla="*/ 89952 h 265584"/>
                      <a:gd name="connsiteX8" fmla="*/ 267914 w 270243"/>
                      <a:gd name="connsiteY8" fmla="*/ 93835 h 265584"/>
                      <a:gd name="connsiteX9" fmla="*/ 268431 w 270243"/>
                      <a:gd name="connsiteY9" fmla="*/ 97717 h 265584"/>
                      <a:gd name="connsiteX10" fmla="*/ 268431 w 270243"/>
                      <a:gd name="connsiteY10" fmla="*/ 97717 h 265584"/>
                      <a:gd name="connsiteX11" fmla="*/ 268820 w 270243"/>
                      <a:gd name="connsiteY11" fmla="*/ 102118 h 265584"/>
                      <a:gd name="connsiteX12" fmla="*/ 269208 w 270243"/>
                      <a:gd name="connsiteY12" fmla="*/ 113249 h 265584"/>
                      <a:gd name="connsiteX13" fmla="*/ 269078 w 270243"/>
                      <a:gd name="connsiteY13" fmla="*/ 118037 h 265584"/>
                      <a:gd name="connsiteX14" fmla="*/ 269078 w 270243"/>
                      <a:gd name="connsiteY14" fmla="*/ 118426 h 265584"/>
                      <a:gd name="connsiteX15" fmla="*/ 268949 w 270243"/>
                      <a:gd name="connsiteY15" fmla="*/ 120367 h 265584"/>
                      <a:gd name="connsiteX16" fmla="*/ 268949 w 270243"/>
                      <a:gd name="connsiteY16" fmla="*/ 120885 h 265584"/>
                      <a:gd name="connsiteX17" fmla="*/ 268690 w 270243"/>
                      <a:gd name="connsiteY17" fmla="*/ 124509 h 265584"/>
                      <a:gd name="connsiteX18" fmla="*/ 268561 w 270243"/>
                      <a:gd name="connsiteY18" fmla="*/ 125932 h 265584"/>
                      <a:gd name="connsiteX19" fmla="*/ 268302 w 270243"/>
                      <a:gd name="connsiteY19" fmla="*/ 128133 h 265584"/>
                      <a:gd name="connsiteX20" fmla="*/ 268302 w 270243"/>
                      <a:gd name="connsiteY20" fmla="*/ 128521 h 265584"/>
                      <a:gd name="connsiteX21" fmla="*/ 267784 w 270243"/>
                      <a:gd name="connsiteY21" fmla="*/ 132533 h 265584"/>
                      <a:gd name="connsiteX22" fmla="*/ 267784 w 270243"/>
                      <a:gd name="connsiteY22" fmla="*/ 132663 h 265584"/>
                      <a:gd name="connsiteX23" fmla="*/ 267655 w 270243"/>
                      <a:gd name="connsiteY23" fmla="*/ 133957 h 265584"/>
                      <a:gd name="connsiteX24" fmla="*/ 267396 w 270243"/>
                      <a:gd name="connsiteY24" fmla="*/ 135639 h 265584"/>
                      <a:gd name="connsiteX25" fmla="*/ 267008 w 270243"/>
                      <a:gd name="connsiteY25" fmla="*/ 138357 h 265584"/>
                      <a:gd name="connsiteX26" fmla="*/ 267008 w 270243"/>
                      <a:gd name="connsiteY26" fmla="*/ 138616 h 265584"/>
                      <a:gd name="connsiteX27" fmla="*/ 266231 w 270243"/>
                      <a:gd name="connsiteY27" fmla="*/ 143017 h 265584"/>
                      <a:gd name="connsiteX28" fmla="*/ 266231 w 270243"/>
                      <a:gd name="connsiteY28" fmla="*/ 143017 h 265584"/>
                      <a:gd name="connsiteX29" fmla="*/ 266231 w 270243"/>
                      <a:gd name="connsiteY29" fmla="*/ 143276 h 265584"/>
                      <a:gd name="connsiteX30" fmla="*/ 265455 w 270243"/>
                      <a:gd name="connsiteY30" fmla="*/ 146641 h 265584"/>
                      <a:gd name="connsiteX31" fmla="*/ 265066 w 270243"/>
                      <a:gd name="connsiteY31" fmla="*/ 148064 h 265584"/>
                      <a:gd name="connsiteX32" fmla="*/ 263901 w 270243"/>
                      <a:gd name="connsiteY32" fmla="*/ 152853 h 265584"/>
                      <a:gd name="connsiteX33" fmla="*/ 263901 w 270243"/>
                      <a:gd name="connsiteY33" fmla="*/ 152853 h 265584"/>
                      <a:gd name="connsiteX34" fmla="*/ 250182 w 270243"/>
                      <a:gd name="connsiteY34" fmla="*/ 186375 h 265584"/>
                      <a:gd name="connsiteX35" fmla="*/ 248759 w 270243"/>
                      <a:gd name="connsiteY35" fmla="*/ 188446 h 265584"/>
                      <a:gd name="connsiteX36" fmla="*/ 144570 w 270243"/>
                      <a:gd name="connsiteY36" fmla="*/ 205401 h 265584"/>
                      <a:gd name="connsiteX37" fmla="*/ 116484 w 270243"/>
                      <a:gd name="connsiteY37" fmla="*/ 165666 h 265584"/>
                      <a:gd name="connsiteX38" fmla="*/ 144311 w 270243"/>
                      <a:gd name="connsiteY38" fmla="*/ 247723 h 265584"/>
                      <a:gd name="connsiteX39" fmla="*/ 149876 w 270243"/>
                      <a:gd name="connsiteY39" fmla="*/ 251347 h 265584"/>
                      <a:gd name="connsiteX40" fmla="*/ 49053 w 270243"/>
                      <a:gd name="connsiteY40" fmla="*/ 145735 h 265584"/>
                      <a:gd name="connsiteX41" fmla="*/ 50606 w 270243"/>
                      <a:gd name="connsiteY41" fmla="*/ 127744 h 265584"/>
                      <a:gd name="connsiteX42" fmla="*/ 50606 w 270243"/>
                      <a:gd name="connsiteY42" fmla="*/ 127486 h 265584"/>
                      <a:gd name="connsiteX43" fmla="*/ 51253 w 270243"/>
                      <a:gd name="connsiteY43" fmla="*/ 123732 h 265584"/>
                      <a:gd name="connsiteX44" fmla="*/ 51512 w 270243"/>
                      <a:gd name="connsiteY44" fmla="*/ 122567 h 265584"/>
                      <a:gd name="connsiteX45" fmla="*/ 52159 w 270243"/>
                      <a:gd name="connsiteY45" fmla="*/ 119720 h 265584"/>
                      <a:gd name="connsiteX46" fmla="*/ 52418 w 270243"/>
                      <a:gd name="connsiteY46" fmla="*/ 118555 h 265584"/>
                      <a:gd name="connsiteX47" fmla="*/ 53453 w 270243"/>
                      <a:gd name="connsiteY47" fmla="*/ 114802 h 265584"/>
                      <a:gd name="connsiteX48" fmla="*/ 53583 w 270243"/>
                      <a:gd name="connsiteY48" fmla="*/ 114543 h 265584"/>
                      <a:gd name="connsiteX49" fmla="*/ 54748 w 270243"/>
                      <a:gd name="connsiteY49" fmla="*/ 111048 h 265584"/>
                      <a:gd name="connsiteX50" fmla="*/ 55136 w 270243"/>
                      <a:gd name="connsiteY50" fmla="*/ 109883 h 265584"/>
                      <a:gd name="connsiteX51" fmla="*/ 56171 w 270243"/>
                      <a:gd name="connsiteY51" fmla="*/ 107165 h 265584"/>
                      <a:gd name="connsiteX52" fmla="*/ 56560 w 270243"/>
                      <a:gd name="connsiteY52" fmla="*/ 106001 h 265584"/>
                      <a:gd name="connsiteX53" fmla="*/ 58113 w 270243"/>
                      <a:gd name="connsiteY53" fmla="*/ 102506 h 265584"/>
                      <a:gd name="connsiteX54" fmla="*/ 58113 w 270243"/>
                      <a:gd name="connsiteY54" fmla="*/ 102377 h 265584"/>
                      <a:gd name="connsiteX55" fmla="*/ 59666 w 270243"/>
                      <a:gd name="connsiteY55" fmla="*/ 99012 h 265584"/>
                      <a:gd name="connsiteX56" fmla="*/ 60184 w 270243"/>
                      <a:gd name="connsiteY56" fmla="*/ 97976 h 265584"/>
                      <a:gd name="connsiteX57" fmla="*/ 61478 w 270243"/>
                      <a:gd name="connsiteY57" fmla="*/ 95517 h 265584"/>
                      <a:gd name="connsiteX58" fmla="*/ 61995 w 270243"/>
                      <a:gd name="connsiteY58" fmla="*/ 94482 h 265584"/>
                      <a:gd name="connsiteX59" fmla="*/ 63937 w 270243"/>
                      <a:gd name="connsiteY59" fmla="*/ 91117 h 265584"/>
                      <a:gd name="connsiteX60" fmla="*/ 63937 w 270243"/>
                      <a:gd name="connsiteY60" fmla="*/ 91117 h 265584"/>
                      <a:gd name="connsiteX61" fmla="*/ 66008 w 270243"/>
                      <a:gd name="connsiteY61" fmla="*/ 87881 h 265584"/>
                      <a:gd name="connsiteX62" fmla="*/ 66655 w 270243"/>
                      <a:gd name="connsiteY62" fmla="*/ 86975 h 265584"/>
                      <a:gd name="connsiteX63" fmla="*/ 68337 w 270243"/>
                      <a:gd name="connsiteY63" fmla="*/ 84645 h 265584"/>
                      <a:gd name="connsiteX64" fmla="*/ 68985 w 270243"/>
                      <a:gd name="connsiteY64" fmla="*/ 83739 h 265584"/>
                      <a:gd name="connsiteX65" fmla="*/ 71314 w 270243"/>
                      <a:gd name="connsiteY65" fmla="*/ 80633 h 265584"/>
                      <a:gd name="connsiteX66" fmla="*/ 67173 w 270243"/>
                      <a:gd name="connsiteY66" fmla="*/ 82186 h 265584"/>
                      <a:gd name="connsiteX67" fmla="*/ 65231 w 270243"/>
                      <a:gd name="connsiteY67" fmla="*/ 82963 h 265584"/>
                      <a:gd name="connsiteX68" fmla="*/ 63031 w 270243"/>
                      <a:gd name="connsiteY68" fmla="*/ 83869 h 265584"/>
                      <a:gd name="connsiteX69" fmla="*/ 61607 w 270243"/>
                      <a:gd name="connsiteY69" fmla="*/ 84516 h 265584"/>
                      <a:gd name="connsiteX70" fmla="*/ 59019 w 270243"/>
                      <a:gd name="connsiteY70" fmla="*/ 85681 h 265584"/>
                      <a:gd name="connsiteX71" fmla="*/ 57595 w 270243"/>
                      <a:gd name="connsiteY71" fmla="*/ 86457 h 265584"/>
                      <a:gd name="connsiteX72" fmla="*/ 55006 w 270243"/>
                      <a:gd name="connsiteY72" fmla="*/ 87881 h 265584"/>
                      <a:gd name="connsiteX73" fmla="*/ 53065 w 270243"/>
                      <a:gd name="connsiteY73" fmla="*/ 88916 h 265584"/>
                      <a:gd name="connsiteX74" fmla="*/ 50865 w 270243"/>
                      <a:gd name="connsiteY74" fmla="*/ 90211 h 265584"/>
                      <a:gd name="connsiteX75" fmla="*/ 49959 w 270243"/>
                      <a:gd name="connsiteY75" fmla="*/ 90728 h 265584"/>
                      <a:gd name="connsiteX76" fmla="*/ 46594 w 270243"/>
                      <a:gd name="connsiteY76" fmla="*/ 92929 h 265584"/>
                      <a:gd name="connsiteX77" fmla="*/ 46335 w 270243"/>
                      <a:gd name="connsiteY77" fmla="*/ 93058 h 265584"/>
                      <a:gd name="connsiteX78" fmla="*/ 38957 w 270243"/>
                      <a:gd name="connsiteY78" fmla="*/ 98494 h 265584"/>
                      <a:gd name="connsiteX79" fmla="*/ 38699 w 270243"/>
                      <a:gd name="connsiteY79" fmla="*/ 98753 h 265584"/>
                      <a:gd name="connsiteX80" fmla="*/ 35592 w 270243"/>
                      <a:gd name="connsiteY80" fmla="*/ 101471 h 265584"/>
                      <a:gd name="connsiteX81" fmla="*/ 35075 w 270243"/>
                      <a:gd name="connsiteY81" fmla="*/ 101859 h 265584"/>
                      <a:gd name="connsiteX82" fmla="*/ 32227 w 270243"/>
                      <a:gd name="connsiteY82" fmla="*/ 104577 h 265584"/>
                      <a:gd name="connsiteX83" fmla="*/ 31839 w 270243"/>
                      <a:gd name="connsiteY83" fmla="*/ 104965 h 265584"/>
                      <a:gd name="connsiteX84" fmla="*/ 28992 w 270243"/>
                      <a:gd name="connsiteY84" fmla="*/ 107942 h 265584"/>
                      <a:gd name="connsiteX85" fmla="*/ 28733 w 270243"/>
                      <a:gd name="connsiteY85" fmla="*/ 108201 h 265584"/>
                      <a:gd name="connsiteX86" fmla="*/ 14884 w 270243"/>
                      <a:gd name="connsiteY86" fmla="*/ 126579 h 265584"/>
                      <a:gd name="connsiteX87" fmla="*/ 0 w 270243"/>
                      <a:gd name="connsiteY87" fmla="*/ 180551 h 265584"/>
                      <a:gd name="connsiteX88" fmla="*/ 2200 w 270243"/>
                      <a:gd name="connsiteY88" fmla="*/ 206048 h 265584"/>
                      <a:gd name="connsiteX89" fmla="*/ 3106 w 270243"/>
                      <a:gd name="connsiteY89" fmla="*/ 209672 h 265584"/>
                      <a:gd name="connsiteX90" fmla="*/ 3883 w 270243"/>
                      <a:gd name="connsiteY90" fmla="*/ 212519 h 265584"/>
                      <a:gd name="connsiteX91" fmla="*/ 3365 w 270243"/>
                      <a:gd name="connsiteY91" fmla="*/ 212001 h 265584"/>
                      <a:gd name="connsiteX92" fmla="*/ 3365 w 270243"/>
                      <a:gd name="connsiteY92" fmla="*/ 212131 h 265584"/>
                      <a:gd name="connsiteX93" fmla="*/ 14755 w 270243"/>
                      <a:gd name="connsiteY93" fmla="*/ 224167 h 265584"/>
                      <a:gd name="connsiteX94" fmla="*/ 15661 w 270243"/>
                      <a:gd name="connsiteY94" fmla="*/ 224944 h 265584"/>
                      <a:gd name="connsiteX95" fmla="*/ 24850 w 270243"/>
                      <a:gd name="connsiteY95" fmla="*/ 232839 h 265584"/>
                      <a:gd name="connsiteX96" fmla="*/ 118814 w 270243"/>
                      <a:gd name="connsiteY96" fmla="*/ 265584 h 265584"/>
                      <a:gd name="connsiteX97" fmla="*/ 249276 w 270243"/>
                      <a:gd name="connsiteY97" fmla="*/ 190905 h 265584"/>
                      <a:gd name="connsiteX98" fmla="*/ 250312 w 270243"/>
                      <a:gd name="connsiteY98" fmla="*/ 189222 h 265584"/>
                      <a:gd name="connsiteX99" fmla="*/ 251865 w 270243"/>
                      <a:gd name="connsiteY99" fmla="*/ 186504 h 265584"/>
                      <a:gd name="connsiteX100" fmla="*/ 252641 w 270243"/>
                      <a:gd name="connsiteY100" fmla="*/ 185080 h 265584"/>
                      <a:gd name="connsiteX101" fmla="*/ 260795 w 270243"/>
                      <a:gd name="connsiteY101" fmla="*/ 166961 h 265584"/>
                      <a:gd name="connsiteX102" fmla="*/ 260795 w 270243"/>
                      <a:gd name="connsiteY102" fmla="*/ 166961 h 265584"/>
                      <a:gd name="connsiteX103" fmla="*/ 260925 w 270243"/>
                      <a:gd name="connsiteY103" fmla="*/ 166702 h 265584"/>
                      <a:gd name="connsiteX104" fmla="*/ 266749 w 270243"/>
                      <a:gd name="connsiteY104" fmla="*/ 146641 h 265584"/>
                      <a:gd name="connsiteX105" fmla="*/ 270243 w 270243"/>
                      <a:gd name="connsiteY105" fmla="*/ 114413 h 265584"/>
                      <a:gd name="connsiteX106" fmla="*/ 217955 w 270243"/>
                      <a:gd name="connsiteY106" fmla="*/ 0 h 2655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</a:cxnLst>
                    <a:rect l="l" t="t" r="r" b="b"/>
                    <a:pathLst>
                      <a:path w="270243" h="265584">
                        <a:moveTo>
                          <a:pt x="217955" y="0"/>
                        </a:moveTo>
                        <a:cubicBezTo>
                          <a:pt x="239052" y="18508"/>
                          <a:pt x="254971" y="42970"/>
                          <a:pt x="262995" y="70667"/>
                        </a:cubicBezTo>
                        <a:cubicBezTo>
                          <a:pt x="263384" y="72091"/>
                          <a:pt x="263772" y="73514"/>
                          <a:pt x="264160" y="74938"/>
                        </a:cubicBezTo>
                        <a:cubicBezTo>
                          <a:pt x="264290" y="75585"/>
                          <a:pt x="264549" y="76232"/>
                          <a:pt x="264678" y="76880"/>
                        </a:cubicBezTo>
                        <a:cubicBezTo>
                          <a:pt x="264807" y="77268"/>
                          <a:pt x="264937" y="77656"/>
                          <a:pt x="264937" y="78044"/>
                        </a:cubicBezTo>
                        <a:cubicBezTo>
                          <a:pt x="265196" y="78821"/>
                          <a:pt x="265325" y="79727"/>
                          <a:pt x="265584" y="80633"/>
                        </a:cubicBezTo>
                        <a:cubicBezTo>
                          <a:pt x="265972" y="82445"/>
                          <a:pt x="266361" y="84257"/>
                          <a:pt x="266749" y="86069"/>
                        </a:cubicBezTo>
                        <a:cubicBezTo>
                          <a:pt x="267008" y="87363"/>
                          <a:pt x="267137" y="88657"/>
                          <a:pt x="267396" y="89952"/>
                        </a:cubicBezTo>
                        <a:cubicBezTo>
                          <a:pt x="267655" y="91246"/>
                          <a:pt x="267784" y="92540"/>
                          <a:pt x="267914" y="93835"/>
                        </a:cubicBezTo>
                        <a:cubicBezTo>
                          <a:pt x="268043" y="95129"/>
                          <a:pt x="268302" y="96423"/>
                          <a:pt x="268431" y="97717"/>
                        </a:cubicBezTo>
                        <a:cubicBezTo>
                          <a:pt x="268431" y="97717"/>
                          <a:pt x="268431" y="97717"/>
                          <a:pt x="268431" y="97717"/>
                        </a:cubicBezTo>
                        <a:cubicBezTo>
                          <a:pt x="268561" y="99141"/>
                          <a:pt x="268690" y="100694"/>
                          <a:pt x="268820" y="102118"/>
                        </a:cubicBezTo>
                        <a:cubicBezTo>
                          <a:pt x="269078" y="105742"/>
                          <a:pt x="269208" y="109495"/>
                          <a:pt x="269208" y="113249"/>
                        </a:cubicBezTo>
                        <a:cubicBezTo>
                          <a:pt x="269208" y="114802"/>
                          <a:pt x="269208" y="116484"/>
                          <a:pt x="269078" y="118037"/>
                        </a:cubicBezTo>
                        <a:cubicBezTo>
                          <a:pt x="269078" y="118167"/>
                          <a:pt x="269078" y="118296"/>
                          <a:pt x="269078" y="118426"/>
                        </a:cubicBezTo>
                        <a:cubicBezTo>
                          <a:pt x="269078" y="119073"/>
                          <a:pt x="269078" y="119720"/>
                          <a:pt x="268949" y="120367"/>
                        </a:cubicBezTo>
                        <a:cubicBezTo>
                          <a:pt x="268949" y="120496"/>
                          <a:pt x="268949" y="120755"/>
                          <a:pt x="268949" y="120885"/>
                        </a:cubicBezTo>
                        <a:cubicBezTo>
                          <a:pt x="268820" y="122050"/>
                          <a:pt x="268820" y="123344"/>
                          <a:pt x="268690" y="124509"/>
                        </a:cubicBezTo>
                        <a:cubicBezTo>
                          <a:pt x="268690" y="125026"/>
                          <a:pt x="268690" y="125415"/>
                          <a:pt x="268561" y="125932"/>
                        </a:cubicBezTo>
                        <a:cubicBezTo>
                          <a:pt x="268431" y="126709"/>
                          <a:pt x="268431" y="127486"/>
                          <a:pt x="268302" y="128133"/>
                        </a:cubicBezTo>
                        <a:cubicBezTo>
                          <a:pt x="268302" y="128262"/>
                          <a:pt x="268302" y="128392"/>
                          <a:pt x="268302" y="128521"/>
                        </a:cubicBezTo>
                        <a:cubicBezTo>
                          <a:pt x="268173" y="129815"/>
                          <a:pt x="268043" y="131239"/>
                          <a:pt x="267784" y="132533"/>
                        </a:cubicBezTo>
                        <a:cubicBezTo>
                          <a:pt x="267784" y="132533"/>
                          <a:pt x="267784" y="132663"/>
                          <a:pt x="267784" y="132663"/>
                        </a:cubicBezTo>
                        <a:cubicBezTo>
                          <a:pt x="267784" y="133051"/>
                          <a:pt x="267655" y="133569"/>
                          <a:pt x="267655" y="133957"/>
                        </a:cubicBezTo>
                        <a:cubicBezTo>
                          <a:pt x="267525" y="134475"/>
                          <a:pt x="267525" y="135122"/>
                          <a:pt x="267396" y="135639"/>
                        </a:cubicBezTo>
                        <a:cubicBezTo>
                          <a:pt x="267267" y="136545"/>
                          <a:pt x="267137" y="137451"/>
                          <a:pt x="267008" y="138357"/>
                        </a:cubicBezTo>
                        <a:cubicBezTo>
                          <a:pt x="267008" y="138487"/>
                          <a:pt x="267008" y="138487"/>
                          <a:pt x="267008" y="138616"/>
                        </a:cubicBezTo>
                        <a:cubicBezTo>
                          <a:pt x="266749" y="140040"/>
                          <a:pt x="266490" y="141593"/>
                          <a:pt x="266231" y="143017"/>
                        </a:cubicBezTo>
                        <a:lnTo>
                          <a:pt x="266231" y="143017"/>
                        </a:lnTo>
                        <a:cubicBezTo>
                          <a:pt x="266231" y="143146"/>
                          <a:pt x="266231" y="143146"/>
                          <a:pt x="266231" y="143276"/>
                        </a:cubicBezTo>
                        <a:cubicBezTo>
                          <a:pt x="265972" y="144440"/>
                          <a:pt x="265713" y="145605"/>
                          <a:pt x="265455" y="146641"/>
                        </a:cubicBezTo>
                        <a:cubicBezTo>
                          <a:pt x="265325" y="147158"/>
                          <a:pt x="265196" y="147547"/>
                          <a:pt x="265066" y="148064"/>
                        </a:cubicBezTo>
                        <a:cubicBezTo>
                          <a:pt x="264678" y="149617"/>
                          <a:pt x="264290" y="151300"/>
                          <a:pt x="263901" y="152853"/>
                        </a:cubicBezTo>
                        <a:cubicBezTo>
                          <a:pt x="263901" y="152853"/>
                          <a:pt x="263901" y="152853"/>
                          <a:pt x="263901" y="152853"/>
                        </a:cubicBezTo>
                        <a:cubicBezTo>
                          <a:pt x="260666" y="164631"/>
                          <a:pt x="256006" y="175891"/>
                          <a:pt x="250182" y="186375"/>
                        </a:cubicBezTo>
                        <a:cubicBezTo>
                          <a:pt x="249664" y="187022"/>
                          <a:pt x="249276" y="187798"/>
                          <a:pt x="248759" y="188446"/>
                        </a:cubicBezTo>
                        <a:cubicBezTo>
                          <a:pt x="224685" y="221838"/>
                          <a:pt x="178091" y="229474"/>
                          <a:pt x="144570" y="205401"/>
                        </a:cubicBezTo>
                        <a:cubicBezTo>
                          <a:pt x="130462" y="195305"/>
                          <a:pt x="121014" y="181068"/>
                          <a:pt x="116484" y="165666"/>
                        </a:cubicBezTo>
                        <a:cubicBezTo>
                          <a:pt x="107554" y="195305"/>
                          <a:pt x="117778" y="228697"/>
                          <a:pt x="144311" y="247723"/>
                        </a:cubicBezTo>
                        <a:cubicBezTo>
                          <a:pt x="146123" y="249017"/>
                          <a:pt x="147935" y="250182"/>
                          <a:pt x="149876" y="251347"/>
                        </a:cubicBezTo>
                        <a:cubicBezTo>
                          <a:pt x="93835" y="248759"/>
                          <a:pt x="49053" y="202424"/>
                          <a:pt x="49053" y="145735"/>
                        </a:cubicBezTo>
                        <a:cubicBezTo>
                          <a:pt x="49053" y="139522"/>
                          <a:pt x="49570" y="133569"/>
                          <a:pt x="50606" y="127744"/>
                        </a:cubicBezTo>
                        <a:cubicBezTo>
                          <a:pt x="50606" y="127615"/>
                          <a:pt x="50606" y="127615"/>
                          <a:pt x="50606" y="127486"/>
                        </a:cubicBezTo>
                        <a:cubicBezTo>
                          <a:pt x="50865" y="126191"/>
                          <a:pt x="51124" y="125026"/>
                          <a:pt x="51253" y="123732"/>
                        </a:cubicBezTo>
                        <a:cubicBezTo>
                          <a:pt x="51382" y="123344"/>
                          <a:pt x="51382" y="122956"/>
                          <a:pt x="51512" y="122567"/>
                        </a:cubicBezTo>
                        <a:cubicBezTo>
                          <a:pt x="51771" y="121661"/>
                          <a:pt x="51900" y="120755"/>
                          <a:pt x="52159" y="119720"/>
                        </a:cubicBezTo>
                        <a:cubicBezTo>
                          <a:pt x="52288" y="119332"/>
                          <a:pt x="52418" y="118943"/>
                          <a:pt x="52418" y="118555"/>
                        </a:cubicBezTo>
                        <a:cubicBezTo>
                          <a:pt x="52806" y="117261"/>
                          <a:pt x="53065" y="116096"/>
                          <a:pt x="53453" y="114802"/>
                        </a:cubicBezTo>
                        <a:cubicBezTo>
                          <a:pt x="53453" y="114672"/>
                          <a:pt x="53453" y="114672"/>
                          <a:pt x="53583" y="114543"/>
                        </a:cubicBezTo>
                        <a:cubicBezTo>
                          <a:pt x="53971" y="113378"/>
                          <a:pt x="54359" y="112213"/>
                          <a:pt x="54748" y="111048"/>
                        </a:cubicBezTo>
                        <a:cubicBezTo>
                          <a:pt x="54877" y="110660"/>
                          <a:pt x="55006" y="110272"/>
                          <a:pt x="55136" y="109883"/>
                        </a:cubicBezTo>
                        <a:cubicBezTo>
                          <a:pt x="55395" y="108977"/>
                          <a:pt x="55783" y="108071"/>
                          <a:pt x="56171" y="107165"/>
                        </a:cubicBezTo>
                        <a:cubicBezTo>
                          <a:pt x="56301" y="106777"/>
                          <a:pt x="56430" y="106389"/>
                          <a:pt x="56560" y="106001"/>
                        </a:cubicBezTo>
                        <a:cubicBezTo>
                          <a:pt x="57077" y="104836"/>
                          <a:pt x="57595" y="103671"/>
                          <a:pt x="58113" y="102506"/>
                        </a:cubicBezTo>
                        <a:cubicBezTo>
                          <a:pt x="58113" y="102506"/>
                          <a:pt x="58113" y="102377"/>
                          <a:pt x="58113" y="102377"/>
                        </a:cubicBezTo>
                        <a:cubicBezTo>
                          <a:pt x="58630" y="101212"/>
                          <a:pt x="59148" y="100047"/>
                          <a:pt x="59666" y="99012"/>
                        </a:cubicBezTo>
                        <a:cubicBezTo>
                          <a:pt x="59795" y="98623"/>
                          <a:pt x="60054" y="98364"/>
                          <a:pt x="60184" y="97976"/>
                        </a:cubicBezTo>
                        <a:cubicBezTo>
                          <a:pt x="60572" y="97070"/>
                          <a:pt x="61090" y="96294"/>
                          <a:pt x="61478" y="95517"/>
                        </a:cubicBezTo>
                        <a:cubicBezTo>
                          <a:pt x="61607" y="95129"/>
                          <a:pt x="61866" y="94870"/>
                          <a:pt x="61995" y="94482"/>
                        </a:cubicBezTo>
                        <a:cubicBezTo>
                          <a:pt x="62643" y="93317"/>
                          <a:pt x="63290" y="92281"/>
                          <a:pt x="63937" y="91117"/>
                        </a:cubicBezTo>
                        <a:cubicBezTo>
                          <a:pt x="63937" y="91117"/>
                          <a:pt x="63937" y="91117"/>
                          <a:pt x="63937" y="91117"/>
                        </a:cubicBezTo>
                        <a:cubicBezTo>
                          <a:pt x="64584" y="90081"/>
                          <a:pt x="65231" y="88916"/>
                          <a:pt x="66008" y="87881"/>
                        </a:cubicBezTo>
                        <a:cubicBezTo>
                          <a:pt x="66267" y="87493"/>
                          <a:pt x="66396" y="87234"/>
                          <a:pt x="66655" y="86975"/>
                        </a:cubicBezTo>
                        <a:cubicBezTo>
                          <a:pt x="67173" y="86198"/>
                          <a:pt x="67690" y="85422"/>
                          <a:pt x="68337" y="84645"/>
                        </a:cubicBezTo>
                        <a:cubicBezTo>
                          <a:pt x="68596" y="84386"/>
                          <a:pt x="68726" y="83998"/>
                          <a:pt x="68985" y="83739"/>
                        </a:cubicBezTo>
                        <a:cubicBezTo>
                          <a:pt x="69761" y="82704"/>
                          <a:pt x="70538" y="81668"/>
                          <a:pt x="71314" y="80633"/>
                        </a:cubicBezTo>
                        <a:cubicBezTo>
                          <a:pt x="69891" y="81151"/>
                          <a:pt x="68467" y="81668"/>
                          <a:pt x="67173" y="82186"/>
                        </a:cubicBezTo>
                        <a:cubicBezTo>
                          <a:pt x="66525" y="82445"/>
                          <a:pt x="65878" y="82704"/>
                          <a:pt x="65231" y="82963"/>
                        </a:cubicBezTo>
                        <a:cubicBezTo>
                          <a:pt x="64455" y="83221"/>
                          <a:pt x="63807" y="83610"/>
                          <a:pt x="63031" y="83869"/>
                        </a:cubicBezTo>
                        <a:cubicBezTo>
                          <a:pt x="62513" y="84127"/>
                          <a:pt x="62125" y="84257"/>
                          <a:pt x="61607" y="84516"/>
                        </a:cubicBezTo>
                        <a:cubicBezTo>
                          <a:pt x="60701" y="84904"/>
                          <a:pt x="59925" y="85292"/>
                          <a:pt x="59019" y="85681"/>
                        </a:cubicBezTo>
                        <a:cubicBezTo>
                          <a:pt x="58501" y="85939"/>
                          <a:pt x="57983" y="86198"/>
                          <a:pt x="57595" y="86457"/>
                        </a:cubicBezTo>
                        <a:cubicBezTo>
                          <a:pt x="56689" y="86845"/>
                          <a:pt x="55912" y="87363"/>
                          <a:pt x="55006" y="87881"/>
                        </a:cubicBezTo>
                        <a:cubicBezTo>
                          <a:pt x="54359" y="88269"/>
                          <a:pt x="53712" y="88657"/>
                          <a:pt x="53065" y="88916"/>
                        </a:cubicBezTo>
                        <a:cubicBezTo>
                          <a:pt x="52288" y="89305"/>
                          <a:pt x="51641" y="89822"/>
                          <a:pt x="50865" y="90211"/>
                        </a:cubicBezTo>
                        <a:cubicBezTo>
                          <a:pt x="50606" y="90340"/>
                          <a:pt x="50218" y="90599"/>
                          <a:pt x="49959" y="90728"/>
                        </a:cubicBezTo>
                        <a:cubicBezTo>
                          <a:pt x="48794" y="91375"/>
                          <a:pt x="47629" y="92152"/>
                          <a:pt x="46594" y="92929"/>
                        </a:cubicBezTo>
                        <a:cubicBezTo>
                          <a:pt x="46464" y="92929"/>
                          <a:pt x="46464" y="93058"/>
                          <a:pt x="46335" y="93058"/>
                        </a:cubicBezTo>
                        <a:cubicBezTo>
                          <a:pt x="43876" y="94741"/>
                          <a:pt x="41417" y="96552"/>
                          <a:pt x="38957" y="98494"/>
                        </a:cubicBezTo>
                        <a:cubicBezTo>
                          <a:pt x="38828" y="98623"/>
                          <a:pt x="38699" y="98623"/>
                          <a:pt x="38699" y="98753"/>
                        </a:cubicBezTo>
                        <a:cubicBezTo>
                          <a:pt x="37663" y="99659"/>
                          <a:pt x="36628" y="100565"/>
                          <a:pt x="35592" y="101471"/>
                        </a:cubicBezTo>
                        <a:cubicBezTo>
                          <a:pt x="35463" y="101600"/>
                          <a:pt x="35204" y="101730"/>
                          <a:pt x="35075" y="101859"/>
                        </a:cubicBezTo>
                        <a:cubicBezTo>
                          <a:pt x="34039" y="102765"/>
                          <a:pt x="33133" y="103671"/>
                          <a:pt x="32227" y="104577"/>
                        </a:cubicBezTo>
                        <a:lnTo>
                          <a:pt x="31839" y="104965"/>
                        </a:lnTo>
                        <a:cubicBezTo>
                          <a:pt x="30804" y="105871"/>
                          <a:pt x="29898" y="106907"/>
                          <a:pt x="28992" y="107942"/>
                        </a:cubicBezTo>
                        <a:cubicBezTo>
                          <a:pt x="28862" y="108071"/>
                          <a:pt x="28862" y="108071"/>
                          <a:pt x="28733" y="108201"/>
                        </a:cubicBezTo>
                        <a:cubicBezTo>
                          <a:pt x="23426" y="113766"/>
                          <a:pt x="18767" y="119979"/>
                          <a:pt x="14884" y="126579"/>
                        </a:cubicBezTo>
                        <a:cubicBezTo>
                          <a:pt x="5436" y="142370"/>
                          <a:pt x="0" y="160878"/>
                          <a:pt x="0" y="180551"/>
                        </a:cubicBezTo>
                        <a:cubicBezTo>
                          <a:pt x="0" y="189093"/>
                          <a:pt x="388" y="197894"/>
                          <a:pt x="2200" y="206048"/>
                        </a:cubicBezTo>
                        <a:cubicBezTo>
                          <a:pt x="2330" y="206565"/>
                          <a:pt x="2718" y="208118"/>
                          <a:pt x="3106" y="209672"/>
                        </a:cubicBezTo>
                        <a:cubicBezTo>
                          <a:pt x="3365" y="210707"/>
                          <a:pt x="3624" y="211742"/>
                          <a:pt x="3883" y="212519"/>
                        </a:cubicBezTo>
                        <a:cubicBezTo>
                          <a:pt x="3753" y="212260"/>
                          <a:pt x="3495" y="212131"/>
                          <a:pt x="3365" y="212001"/>
                        </a:cubicBezTo>
                        <a:cubicBezTo>
                          <a:pt x="3365" y="212001"/>
                          <a:pt x="3365" y="212131"/>
                          <a:pt x="3365" y="212131"/>
                        </a:cubicBezTo>
                        <a:cubicBezTo>
                          <a:pt x="6989" y="216531"/>
                          <a:pt x="10742" y="220543"/>
                          <a:pt x="14755" y="224167"/>
                        </a:cubicBezTo>
                        <a:cubicBezTo>
                          <a:pt x="15013" y="224426"/>
                          <a:pt x="15272" y="224685"/>
                          <a:pt x="15661" y="224944"/>
                        </a:cubicBezTo>
                        <a:cubicBezTo>
                          <a:pt x="18637" y="227662"/>
                          <a:pt x="21744" y="230380"/>
                          <a:pt x="24850" y="232839"/>
                        </a:cubicBezTo>
                        <a:cubicBezTo>
                          <a:pt x="50606" y="253288"/>
                          <a:pt x="83351" y="265584"/>
                          <a:pt x="118814" y="265584"/>
                        </a:cubicBezTo>
                        <a:cubicBezTo>
                          <a:pt x="174338" y="265584"/>
                          <a:pt x="223003" y="235557"/>
                          <a:pt x="249276" y="190905"/>
                        </a:cubicBezTo>
                        <a:cubicBezTo>
                          <a:pt x="249664" y="190387"/>
                          <a:pt x="249923" y="189740"/>
                          <a:pt x="250312" y="189222"/>
                        </a:cubicBezTo>
                        <a:cubicBezTo>
                          <a:pt x="250829" y="188316"/>
                          <a:pt x="251347" y="187410"/>
                          <a:pt x="251865" y="186504"/>
                        </a:cubicBezTo>
                        <a:cubicBezTo>
                          <a:pt x="252124" y="185986"/>
                          <a:pt x="252382" y="185598"/>
                          <a:pt x="252641" y="185080"/>
                        </a:cubicBezTo>
                        <a:cubicBezTo>
                          <a:pt x="255748" y="179256"/>
                          <a:pt x="258466" y="173173"/>
                          <a:pt x="260795" y="166961"/>
                        </a:cubicBezTo>
                        <a:cubicBezTo>
                          <a:pt x="260795" y="166961"/>
                          <a:pt x="260795" y="166961"/>
                          <a:pt x="260795" y="166961"/>
                        </a:cubicBezTo>
                        <a:cubicBezTo>
                          <a:pt x="260795" y="166831"/>
                          <a:pt x="260795" y="166831"/>
                          <a:pt x="260925" y="166702"/>
                        </a:cubicBezTo>
                        <a:cubicBezTo>
                          <a:pt x="263384" y="160230"/>
                          <a:pt x="265325" y="153500"/>
                          <a:pt x="266749" y="146641"/>
                        </a:cubicBezTo>
                        <a:cubicBezTo>
                          <a:pt x="269078" y="136287"/>
                          <a:pt x="270243" y="125544"/>
                          <a:pt x="270243" y="114413"/>
                        </a:cubicBezTo>
                        <a:cubicBezTo>
                          <a:pt x="270373" y="68596"/>
                          <a:pt x="250053" y="27697"/>
                          <a:pt x="217955" y="0"/>
                        </a:cubicBezTo>
                        <a:close/>
                      </a:path>
                    </a:pathLst>
                  </a:custGeom>
                  <a:solidFill>
                    <a:srgbClr val="0091C5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9" name="Freeform: Shape 108">
                    <a:extLst>
                      <a:ext uri="{FF2B5EF4-FFF2-40B4-BE49-F238E27FC236}">
                        <a16:creationId xmlns:a16="http://schemas.microsoft.com/office/drawing/2014/main" id="{0D2117DF-A7A4-8ECD-4B16-704F24A62072}"/>
                      </a:ext>
                    </a:extLst>
                  </p:cNvPr>
                  <p:cNvSpPr/>
                  <p:nvPr/>
                </p:nvSpPr>
                <p:spPr>
                  <a:xfrm>
                    <a:off x="505703" y="3879010"/>
                    <a:ext cx="1035" cy="1164"/>
                  </a:xfrm>
                  <a:custGeom>
                    <a:avLst/>
                    <a:gdLst>
                      <a:gd name="connsiteX0" fmla="*/ 1035 w 1035"/>
                      <a:gd name="connsiteY0" fmla="*/ 0 h 1164"/>
                      <a:gd name="connsiteX1" fmla="*/ 0 w 1035"/>
                      <a:gd name="connsiteY1" fmla="*/ 1165 h 1164"/>
                      <a:gd name="connsiteX2" fmla="*/ 777 w 1035"/>
                      <a:gd name="connsiteY2" fmla="*/ 388 h 1164"/>
                      <a:gd name="connsiteX3" fmla="*/ 1035 w 1035"/>
                      <a:gd name="connsiteY3" fmla="*/ 0 h 11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35" h="1164">
                        <a:moveTo>
                          <a:pt x="1035" y="0"/>
                        </a:moveTo>
                        <a:cubicBezTo>
                          <a:pt x="647" y="388"/>
                          <a:pt x="259" y="777"/>
                          <a:pt x="0" y="1165"/>
                        </a:cubicBezTo>
                        <a:cubicBezTo>
                          <a:pt x="259" y="906"/>
                          <a:pt x="518" y="647"/>
                          <a:pt x="777" y="388"/>
                        </a:cubicBezTo>
                        <a:cubicBezTo>
                          <a:pt x="777" y="259"/>
                          <a:pt x="906" y="129"/>
                          <a:pt x="1035" y="0"/>
                        </a:cubicBezTo>
                        <a:close/>
                      </a:path>
                    </a:pathLst>
                  </a:custGeom>
                  <a:solidFill>
                    <a:srgbClr val="0091C5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0" name="Freeform: Shape 109">
                    <a:extLst>
                      <a:ext uri="{FF2B5EF4-FFF2-40B4-BE49-F238E27FC236}">
                        <a16:creationId xmlns:a16="http://schemas.microsoft.com/office/drawing/2014/main" id="{05C05280-68E4-D8E2-BC6A-EDA86FCEEE4F}"/>
                      </a:ext>
                    </a:extLst>
                  </p:cNvPr>
                  <p:cNvSpPr/>
                  <p:nvPr/>
                </p:nvSpPr>
                <p:spPr>
                  <a:xfrm>
                    <a:off x="506739" y="3878493"/>
                    <a:ext cx="388" cy="517"/>
                  </a:xfrm>
                  <a:custGeom>
                    <a:avLst/>
                    <a:gdLst>
                      <a:gd name="connsiteX0" fmla="*/ 388 w 388"/>
                      <a:gd name="connsiteY0" fmla="*/ 0 h 517"/>
                      <a:gd name="connsiteX1" fmla="*/ 0 w 388"/>
                      <a:gd name="connsiteY1" fmla="*/ 518 h 517"/>
                      <a:gd name="connsiteX2" fmla="*/ 0 w 388"/>
                      <a:gd name="connsiteY2" fmla="*/ 518 h 517"/>
                      <a:gd name="connsiteX3" fmla="*/ 388 w 388"/>
                      <a:gd name="connsiteY3" fmla="*/ 0 h 5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88" h="517">
                        <a:moveTo>
                          <a:pt x="388" y="0"/>
                        </a:moveTo>
                        <a:cubicBezTo>
                          <a:pt x="259" y="129"/>
                          <a:pt x="129" y="388"/>
                          <a:pt x="0" y="518"/>
                        </a:cubicBezTo>
                        <a:cubicBezTo>
                          <a:pt x="0" y="518"/>
                          <a:pt x="0" y="518"/>
                          <a:pt x="0" y="518"/>
                        </a:cubicBezTo>
                        <a:cubicBezTo>
                          <a:pt x="129" y="388"/>
                          <a:pt x="259" y="129"/>
                          <a:pt x="388" y="0"/>
                        </a:cubicBezTo>
                        <a:close/>
                      </a:path>
                    </a:pathLst>
                  </a:custGeom>
                  <a:solidFill>
                    <a:srgbClr val="0091C5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1" name="Freeform: Shape 110">
                    <a:extLst>
                      <a:ext uri="{FF2B5EF4-FFF2-40B4-BE49-F238E27FC236}">
                        <a16:creationId xmlns:a16="http://schemas.microsoft.com/office/drawing/2014/main" id="{89682DE8-AD0C-E695-7AD8-176A24D3A894}"/>
                      </a:ext>
                    </a:extLst>
                  </p:cNvPr>
                  <p:cNvSpPr/>
                  <p:nvPr/>
                </p:nvSpPr>
                <p:spPr>
                  <a:xfrm>
                    <a:off x="457039" y="3900495"/>
                    <a:ext cx="8542" cy="12424"/>
                  </a:xfrm>
                  <a:custGeom>
                    <a:avLst/>
                    <a:gdLst>
                      <a:gd name="connsiteX0" fmla="*/ 5436 w 8542"/>
                      <a:gd name="connsiteY0" fmla="*/ 4789 h 12424"/>
                      <a:gd name="connsiteX1" fmla="*/ 5565 w 8542"/>
                      <a:gd name="connsiteY1" fmla="*/ 4659 h 12424"/>
                      <a:gd name="connsiteX2" fmla="*/ 6860 w 8542"/>
                      <a:gd name="connsiteY2" fmla="*/ 2718 h 12424"/>
                      <a:gd name="connsiteX3" fmla="*/ 7377 w 8542"/>
                      <a:gd name="connsiteY3" fmla="*/ 1941 h 12424"/>
                      <a:gd name="connsiteX4" fmla="*/ 7766 w 8542"/>
                      <a:gd name="connsiteY4" fmla="*/ 1294 h 12424"/>
                      <a:gd name="connsiteX5" fmla="*/ 8413 w 8542"/>
                      <a:gd name="connsiteY5" fmla="*/ 129 h 12424"/>
                      <a:gd name="connsiteX6" fmla="*/ 8542 w 8542"/>
                      <a:gd name="connsiteY6" fmla="*/ 0 h 12424"/>
                      <a:gd name="connsiteX7" fmla="*/ 0 w 8542"/>
                      <a:gd name="connsiteY7" fmla="*/ 12425 h 12424"/>
                      <a:gd name="connsiteX8" fmla="*/ 3495 w 8542"/>
                      <a:gd name="connsiteY8" fmla="*/ 7636 h 12424"/>
                      <a:gd name="connsiteX9" fmla="*/ 5436 w 8542"/>
                      <a:gd name="connsiteY9" fmla="*/ 4789 h 124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542" h="12424">
                        <a:moveTo>
                          <a:pt x="5436" y="4789"/>
                        </a:moveTo>
                        <a:cubicBezTo>
                          <a:pt x="5436" y="4789"/>
                          <a:pt x="5565" y="4659"/>
                          <a:pt x="5565" y="4659"/>
                        </a:cubicBezTo>
                        <a:cubicBezTo>
                          <a:pt x="5954" y="4012"/>
                          <a:pt x="6342" y="3365"/>
                          <a:pt x="6860" y="2718"/>
                        </a:cubicBezTo>
                        <a:cubicBezTo>
                          <a:pt x="6989" y="2459"/>
                          <a:pt x="7248" y="2200"/>
                          <a:pt x="7377" y="1941"/>
                        </a:cubicBezTo>
                        <a:cubicBezTo>
                          <a:pt x="7507" y="1683"/>
                          <a:pt x="7636" y="1424"/>
                          <a:pt x="7766" y="1294"/>
                        </a:cubicBezTo>
                        <a:lnTo>
                          <a:pt x="8413" y="129"/>
                        </a:lnTo>
                        <a:cubicBezTo>
                          <a:pt x="8413" y="129"/>
                          <a:pt x="8413" y="0"/>
                          <a:pt x="8542" y="0"/>
                        </a:cubicBezTo>
                        <a:lnTo>
                          <a:pt x="0" y="12425"/>
                        </a:lnTo>
                        <a:cubicBezTo>
                          <a:pt x="1165" y="10872"/>
                          <a:pt x="2330" y="9319"/>
                          <a:pt x="3495" y="7636"/>
                        </a:cubicBezTo>
                        <a:cubicBezTo>
                          <a:pt x="4142" y="6601"/>
                          <a:pt x="4789" y="5695"/>
                          <a:pt x="5436" y="4789"/>
                        </a:cubicBezTo>
                        <a:close/>
                      </a:path>
                    </a:pathLst>
                  </a:custGeom>
                  <a:solidFill>
                    <a:srgbClr val="0091C5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2" name="Freeform: Shape 111">
                    <a:extLst>
                      <a:ext uri="{FF2B5EF4-FFF2-40B4-BE49-F238E27FC236}">
                        <a16:creationId xmlns:a16="http://schemas.microsoft.com/office/drawing/2014/main" id="{44F4DBBA-EC20-1351-80D3-A4A39AAB330F}"/>
                      </a:ext>
                    </a:extLst>
                  </p:cNvPr>
                  <p:cNvSpPr/>
                  <p:nvPr/>
                </p:nvSpPr>
                <p:spPr>
                  <a:xfrm>
                    <a:off x="415860" y="3854031"/>
                    <a:ext cx="107315" cy="117674"/>
                  </a:xfrm>
                  <a:custGeom>
                    <a:avLst/>
                    <a:gdLst>
                      <a:gd name="connsiteX0" fmla="*/ 9857 w 107315"/>
                      <a:gd name="connsiteY0" fmla="*/ 117261 h 117674"/>
                      <a:gd name="connsiteX1" fmla="*/ 28366 w 107315"/>
                      <a:gd name="connsiteY1" fmla="*/ 110531 h 117674"/>
                      <a:gd name="connsiteX2" fmla="*/ 104080 w 107315"/>
                      <a:gd name="connsiteY2" fmla="*/ 28603 h 117674"/>
                      <a:gd name="connsiteX3" fmla="*/ 107316 w 107315"/>
                      <a:gd name="connsiteY3" fmla="*/ 4789 h 117674"/>
                      <a:gd name="connsiteX4" fmla="*/ 107316 w 107315"/>
                      <a:gd name="connsiteY4" fmla="*/ 129 h 117674"/>
                      <a:gd name="connsiteX5" fmla="*/ 107316 w 107315"/>
                      <a:gd name="connsiteY5" fmla="*/ 0 h 117674"/>
                      <a:gd name="connsiteX6" fmla="*/ 107316 w 107315"/>
                      <a:gd name="connsiteY6" fmla="*/ 0 h 117674"/>
                      <a:gd name="connsiteX7" fmla="*/ 106281 w 107315"/>
                      <a:gd name="connsiteY7" fmla="*/ 2200 h 117674"/>
                      <a:gd name="connsiteX8" fmla="*/ 102786 w 107315"/>
                      <a:gd name="connsiteY8" fmla="*/ 8542 h 117674"/>
                      <a:gd name="connsiteX9" fmla="*/ 95020 w 107315"/>
                      <a:gd name="connsiteY9" fmla="*/ 19932 h 117674"/>
                      <a:gd name="connsiteX10" fmla="*/ 94891 w 107315"/>
                      <a:gd name="connsiteY10" fmla="*/ 20061 h 117674"/>
                      <a:gd name="connsiteX11" fmla="*/ 94114 w 107315"/>
                      <a:gd name="connsiteY11" fmla="*/ 21097 h 117674"/>
                      <a:gd name="connsiteX12" fmla="*/ 93856 w 107315"/>
                      <a:gd name="connsiteY12" fmla="*/ 21355 h 117674"/>
                      <a:gd name="connsiteX13" fmla="*/ 93856 w 107315"/>
                      <a:gd name="connsiteY13" fmla="*/ 21355 h 117674"/>
                      <a:gd name="connsiteX14" fmla="*/ 94114 w 107315"/>
                      <a:gd name="connsiteY14" fmla="*/ 21097 h 117674"/>
                      <a:gd name="connsiteX15" fmla="*/ 94891 w 107315"/>
                      <a:gd name="connsiteY15" fmla="*/ 20061 h 117674"/>
                      <a:gd name="connsiteX16" fmla="*/ 92432 w 107315"/>
                      <a:gd name="connsiteY16" fmla="*/ 23167 h 117674"/>
                      <a:gd name="connsiteX17" fmla="*/ 92820 w 107315"/>
                      <a:gd name="connsiteY17" fmla="*/ 22779 h 117674"/>
                      <a:gd name="connsiteX18" fmla="*/ 91914 w 107315"/>
                      <a:gd name="connsiteY18" fmla="*/ 23815 h 117674"/>
                      <a:gd name="connsiteX19" fmla="*/ 92302 w 107315"/>
                      <a:gd name="connsiteY19" fmla="*/ 23426 h 117674"/>
                      <a:gd name="connsiteX20" fmla="*/ 88678 w 107315"/>
                      <a:gd name="connsiteY20" fmla="*/ 27568 h 117674"/>
                      <a:gd name="connsiteX21" fmla="*/ 88678 w 107315"/>
                      <a:gd name="connsiteY21" fmla="*/ 27439 h 117674"/>
                      <a:gd name="connsiteX22" fmla="*/ 87514 w 107315"/>
                      <a:gd name="connsiteY22" fmla="*/ 28603 h 117674"/>
                      <a:gd name="connsiteX23" fmla="*/ 88161 w 107315"/>
                      <a:gd name="connsiteY23" fmla="*/ 27827 h 117674"/>
                      <a:gd name="connsiteX24" fmla="*/ 78324 w 107315"/>
                      <a:gd name="connsiteY24" fmla="*/ 37404 h 117674"/>
                      <a:gd name="connsiteX25" fmla="*/ 80395 w 107315"/>
                      <a:gd name="connsiteY25" fmla="*/ 35463 h 117674"/>
                      <a:gd name="connsiteX26" fmla="*/ 80395 w 107315"/>
                      <a:gd name="connsiteY26" fmla="*/ 35463 h 117674"/>
                      <a:gd name="connsiteX27" fmla="*/ 78324 w 107315"/>
                      <a:gd name="connsiteY27" fmla="*/ 37404 h 117674"/>
                      <a:gd name="connsiteX28" fmla="*/ 74959 w 107315"/>
                      <a:gd name="connsiteY28" fmla="*/ 40122 h 117674"/>
                      <a:gd name="connsiteX29" fmla="*/ 74830 w 107315"/>
                      <a:gd name="connsiteY29" fmla="*/ 40252 h 117674"/>
                      <a:gd name="connsiteX30" fmla="*/ 66676 w 107315"/>
                      <a:gd name="connsiteY30" fmla="*/ 46076 h 117674"/>
                      <a:gd name="connsiteX31" fmla="*/ 54121 w 107315"/>
                      <a:gd name="connsiteY31" fmla="*/ 53194 h 117674"/>
                      <a:gd name="connsiteX32" fmla="*/ 47780 w 107315"/>
                      <a:gd name="connsiteY32" fmla="*/ 56042 h 117674"/>
                      <a:gd name="connsiteX33" fmla="*/ 47521 w 107315"/>
                      <a:gd name="connsiteY33" fmla="*/ 56171 h 117674"/>
                      <a:gd name="connsiteX34" fmla="*/ 44803 w 107315"/>
                      <a:gd name="connsiteY34" fmla="*/ 57207 h 117674"/>
                      <a:gd name="connsiteX35" fmla="*/ 44156 w 107315"/>
                      <a:gd name="connsiteY35" fmla="*/ 57466 h 117674"/>
                      <a:gd name="connsiteX36" fmla="*/ 41049 w 107315"/>
                      <a:gd name="connsiteY36" fmla="*/ 58630 h 117674"/>
                      <a:gd name="connsiteX37" fmla="*/ 21 w 107315"/>
                      <a:gd name="connsiteY37" fmla="*/ 117002 h 117674"/>
                      <a:gd name="connsiteX38" fmla="*/ 9857 w 107315"/>
                      <a:gd name="connsiteY38" fmla="*/ 117261 h 1176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</a:cxnLst>
                    <a:rect l="l" t="t" r="r" b="b"/>
                    <a:pathLst>
                      <a:path w="107315" h="117674">
                        <a:moveTo>
                          <a:pt x="9857" y="117261"/>
                        </a:moveTo>
                        <a:cubicBezTo>
                          <a:pt x="16199" y="115837"/>
                          <a:pt x="22541" y="112990"/>
                          <a:pt x="28366" y="110531"/>
                        </a:cubicBezTo>
                        <a:cubicBezTo>
                          <a:pt x="63311" y="95258"/>
                          <a:pt x="94891" y="66914"/>
                          <a:pt x="104080" y="28603"/>
                        </a:cubicBezTo>
                        <a:cubicBezTo>
                          <a:pt x="106022" y="20838"/>
                          <a:pt x="107057" y="12813"/>
                          <a:pt x="107316" y="4789"/>
                        </a:cubicBezTo>
                        <a:cubicBezTo>
                          <a:pt x="107316" y="3753"/>
                          <a:pt x="106928" y="1294"/>
                          <a:pt x="107316" y="129"/>
                        </a:cubicBezTo>
                        <a:cubicBezTo>
                          <a:pt x="107316" y="129"/>
                          <a:pt x="107316" y="0"/>
                          <a:pt x="107316" y="0"/>
                        </a:cubicBezTo>
                        <a:lnTo>
                          <a:pt x="107316" y="0"/>
                        </a:lnTo>
                        <a:cubicBezTo>
                          <a:pt x="106928" y="777"/>
                          <a:pt x="106669" y="1424"/>
                          <a:pt x="106281" y="2200"/>
                        </a:cubicBezTo>
                        <a:cubicBezTo>
                          <a:pt x="105245" y="4401"/>
                          <a:pt x="104080" y="6471"/>
                          <a:pt x="102786" y="8542"/>
                        </a:cubicBezTo>
                        <a:cubicBezTo>
                          <a:pt x="100456" y="12554"/>
                          <a:pt x="97868" y="16308"/>
                          <a:pt x="95020" y="19932"/>
                        </a:cubicBezTo>
                        <a:cubicBezTo>
                          <a:pt x="95020" y="19932"/>
                          <a:pt x="95020" y="20061"/>
                          <a:pt x="94891" y="20061"/>
                        </a:cubicBezTo>
                        <a:cubicBezTo>
                          <a:pt x="94632" y="20449"/>
                          <a:pt x="94373" y="20708"/>
                          <a:pt x="94114" y="21097"/>
                        </a:cubicBezTo>
                        <a:cubicBezTo>
                          <a:pt x="93985" y="21226"/>
                          <a:pt x="93985" y="21226"/>
                          <a:pt x="93856" y="21355"/>
                        </a:cubicBezTo>
                        <a:lnTo>
                          <a:pt x="93856" y="21355"/>
                        </a:lnTo>
                        <a:cubicBezTo>
                          <a:pt x="93856" y="21226"/>
                          <a:pt x="93985" y="21226"/>
                          <a:pt x="94114" y="21097"/>
                        </a:cubicBezTo>
                        <a:cubicBezTo>
                          <a:pt x="94373" y="20708"/>
                          <a:pt x="94632" y="20449"/>
                          <a:pt x="94891" y="20061"/>
                        </a:cubicBezTo>
                        <a:cubicBezTo>
                          <a:pt x="94114" y="21097"/>
                          <a:pt x="93208" y="22132"/>
                          <a:pt x="92432" y="23167"/>
                        </a:cubicBezTo>
                        <a:cubicBezTo>
                          <a:pt x="92561" y="23038"/>
                          <a:pt x="92691" y="22909"/>
                          <a:pt x="92820" y="22779"/>
                        </a:cubicBezTo>
                        <a:cubicBezTo>
                          <a:pt x="92561" y="23167"/>
                          <a:pt x="92173" y="23556"/>
                          <a:pt x="91914" y="23815"/>
                        </a:cubicBezTo>
                        <a:cubicBezTo>
                          <a:pt x="92044" y="23685"/>
                          <a:pt x="92173" y="23556"/>
                          <a:pt x="92302" y="23426"/>
                        </a:cubicBezTo>
                        <a:cubicBezTo>
                          <a:pt x="91138" y="24850"/>
                          <a:pt x="89973" y="26144"/>
                          <a:pt x="88678" y="27568"/>
                        </a:cubicBezTo>
                        <a:cubicBezTo>
                          <a:pt x="88678" y="27568"/>
                          <a:pt x="88678" y="27568"/>
                          <a:pt x="88678" y="27439"/>
                        </a:cubicBezTo>
                        <a:cubicBezTo>
                          <a:pt x="88290" y="27827"/>
                          <a:pt x="87902" y="28215"/>
                          <a:pt x="87514" y="28603"/>
                        </a:cubicBezTo>
                        <a:cubicBezTo>
                          <a:pt x="87772" y="28345"/>
                          <a:pt x="88031" y="28086"/>
                          <a:pt x="88161" y="27827"/>
                        </a:cubicBezTo>
                        <a:cubicBezTo>
                          <a:pt x="85055" y="31192"/>
                          <a:pt x="81819" y="34428"/>
                          <a:pt x="78324" y="37404"/>
                        </a:cubicBezTo>
                        <a:cubicBezTo>
                          <a:pt x="79101" y="36757"/>
                          <a:pt x="79748" y="36110"/>
                          <a:pt x="80395" y="35463"/>
                        </a:cubicBezTo>
                        <a:cubicBezTo>
                          <a:pt x="80395" y="35463"/>
                          <a:pt x="80395" y="35463"/>
                          <a:pt x="80395" y="35463"/>
                        </a:cubicBezTo>
                        <a:cubicBezTo>
                          <a:pt x="79748" y="36110"/>
                          <a:pt x="78971" y="36757"/>
                          <a:pt x="78324" y="37404"/>
                        </a:cubicBezTo>
                        <a:cubicBezTo>
                          <a:pt x="77289" y="38310"/>
                          <a:pt x="76124" y="39216"/>
                          <a:pt x="74959" y="40122"/>
                        </a:cubicBezTo>
                        <a:cubicBezTo>
                          <a:pt x="74959" y="40122"/>
                          <a:pt x="74830" y="40252"/>
                          <a:pt x="74830" y="40252"/>
                        </a:cubicBezTo>
                        <a:cubicBezTo>
                          <a:pt x="72241" y="42323"/>
                          <a:pt x="69523" y="44264"/>
                          <a:pt x="66676" y="46076"/>
                        </a:cubicBezTo>
                        <a:cubicBezTo>
                          <a:pt x="62664" y="48664"/>
                          <a:pt x="58522" y="51124"/>
                          <a:pt x="54121" y="53194"/>
                        </a:cubicBezTo>
                        <a:cubicBezTo>
                          <a:pt x="52051" y="54230"/>
                          <a:pt x="49980" y="55136"/>
                          <a:pt x="47780" y="56042"/>
                        </a:cubicBezTo>
                        <a:cubicBezTo>
                          <a:pt x="47650" y="56042"/>
                          <a:pt x="47521" y="56171"/>
                          <a:pt x="47521" y="56171"/>
                        </a:cubicBezTo>
                        <a:cubicBezTo>
                          <a:pt x="46615" y="56560"/>
                          <a:pt x="45709" y="56948"/>
                          <a:pt x="44803" y="57207"/>
                        </a:cubicBezTo>
                        <a:cubicBezTo>
                          <a:pt x="44544" y="57336"/>
                          <a:pt x="44414" y="57336"/>
                          <a:pt x="44156" y="57466"/>
                        </a:cubicBezTo>
                        <a:cubicBezTo>
                          <a:pt x="43120" y="57854"/>
                          <a:pt x="42085" y="58242"/>
                          <a:pt x="41049" y="58630"/>
                        </a:cubicBezTo>
                        <a:cubicBezTo>
                          <a:pt x="41049" y="58630"/>
                          <a:pt x="150" y="117002"/>
                          <a:pt x="21" y="117002"/>
                        </a:cubicBezTo>
                        <a:cubicBezTo>
                          <a:pt x="-497" y="118167"/>
                          <a:pt x="8693" y="117520"/>
                          <a:pt x="9857" y="117261"/>
                        </a:cubicBezTo>
                        <a:close/>
                      </a:path>
                    </a:pathLst>
                  </a:custGeom>
                  <a:solidFill>
                    <a:srgbClr val="0091C5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3" name="Freeform: Shape 112">
                    <a:extLst>
                      <a:ext uri="{FF2B5EF4-FFF2-40B4-BE49-F238E27FC236}">
                        <a16:creationId xmlns:a16="http://schemas.microsoft.com/office/drawing/2014/main" id="{95700957-DB10-D991-EA87-A65FFBA27EE8}"/>
                      </a:ext>
                    </a:extLst>
                  </p:cNvPr>
                  <p:cNvSpPr/>
                  <p:nvPr/>
                </p:nvSpPr>
                <p:spPr>
                  <a:xfrm>
                    <a:off x="280889" y="3703896"/>
                    <a:ext cx="125766" cy="253806"/>
                  </a:xfrm>
                  <a:custGeom>
                    <a:avLst/>
                    <a:gdLst>
                      <a:gd name="connsiteX0" fmla="*/ 118555 w 125766"/>
                      <a:gd name="connsiteY0" fmla="*/ 126191 h 253806"/>
                      <a:gd name="connsiteX1" fmla="*/ 120108 w 125766"/>
                      <a:gd name="connsiteY1" fmla="*/ 121661 h 253806"/>
                      <a:gd name="connsiteX2" fmla="*/ 120108 w 125766"/>
                      <a:gd name="connsiteY2" fmla="*/ 121532 h 253806"/>
                      <a:gd name="connsiteX3" fmla="*/ 120626 w 125766"/>
                      <a:gd name="connsiteY3" fmla="*/ 119979 h 253806"/>
                      <a:gd name="connsiteX4" fmla="*/ 76880 w 125766"/>
                      <a:gd name="connsiteY4" fmla="*/ 0 h 253806"/>
                      <a:gd name="connsiteX5" fmla="*/ 76880 w 125766"/>
                      <a:gd name="connsiteY5" fmla="*/ 0 h 253806"/>
                      <a:gd name="connsiteX6" fmla="*/ 76880 w 125766"/>
                      <a:gd name="connsiteY6" fmla="*/ 129 h 253806"/>
                      <a:gd name="connsiteX7" fmla="*/ 77009 w 125766"/>
                      <a:gd name="connsiteY7" fmla="*/ 388 h 253806"/>
                      <a:gd name="connsiteX8" fmla="*/ 80504 w 125766"/>
                      <a:gd name="connsiteY8" fmla="*/ 6989 h 253806"/>
                      <a:gd name="connsiteX9" fmla="*/ 80892 w 125766"/>
                      <a:gd name="connsiteY9" fmla="*/ 7766 h 253806"/>
                      <a:gd name="connsiteX10" fmla="*/ 82445 w 125766"/>
                      <a:gd name="connsiteY10" fmla="*/ 11131 h 253806"/>
                      <a:gd name="connsiteX11" fmla="*/ 83092 w 125766"/>
                      <a:gd name="connsiteY11" fmla="*/ 12554 h 253806"/>
                      <a:gd name="connsiteX12" fmla="*/ 83739 w 125766"/>
                      <a:gd name="connsiteY12" fmla="*/ 13978 h 253806"/>
                      <a:gd name="connsiteX13" fmla="*/ 87363 w 125766"/>
                      <a:gd name="connsiteY13" fmla="*/ 23038 h 253806"/>
                      <a:gd name="connsiteX14" fmla="*/ 89046 w 125766"/>
                      <a:gd name="connsiteY14" fmla="*/ 27956 h 253806"/>
                      <a:gd name="connsiteX15" fmla="*/ 89563 w 125766"/>
                      <a:gd name="connsiteY15" fmla="*/ 29639 h 253806"/>
                      <a:gd name="connsiteX16" fmla="*/ 89952 w 125766"/>
                      <a:gd name="connsiteY16" fmla="*/ 31062 h 253806"/>
                      <a:gd name="connsiteX17" fmla="*/ 91116 w 125766"/>
                      <a:gd name="connsiteY17" fmla="*/ 34945 h 253806"/>
                      <a:gd name="connsiteX18" fmla="*/ 91764 w 125766"/>
                      <a:gd name="connsiteY18" fmla="*/ 37146 h 253806"/>
                      <a:gd name="connsiteX19" fmla="*/ 92281 w 125766"/>
                      <a:gd name="connsiteY19" fmla="*/ 39087 h 253806"/>
                      <a:gd name="connsiteX20" fmla="*/ 92799 w 125766"/>
                      <a:gd name="connsiteY20" fmla="*/ 41158 h 253806"/>
                      <a:gd name="connsiteX21" fmla="*/ 93317 w 125766"/>
                      <a:gd name="connsiteY21" fmla="*/ 43358 h 253806"/>
                      <a:gd name="connsiteX22" fmla="*/ 93705 w 125766"/>
                      <a:gd name="connsiteY22" fmla="*/ 45429 h 253806"/>
                      <a:gd name="connsiteX23" fmla="*/ 94093 w 125766"/>
                      <a:gd name="connsiteY23" fmla="*/ 47759 h 253806"/>
                      <a:gd name="connsiteX24" fmla="*/ 94611 w 125766"/>
                      <a:gd name="connsiteY24" fmla="*/ 50476 h 253806"/>
                      <a:gd name="connsiteX25" fmla="*/ 94999 w 125766"/>
                      <a:gd name="connsiteY25" fmla="*/ 53194 h 253806"/>
                      <a:gd name="connsiteX26" fmla="*/ 95905 w 125766"/>
                      <a:gd name="connsiteY26" fmla="*/ 61607 h 253806"/>
                      <a:gd name="connsiteX27" fmla="*/ 96035 w 125766"/>
                      <a:gd name="connsiteY27" fmla="*/ 64455 h 253806"/>
                      <a:gd name="connsiteX28" fmla="*/ 96164 w 125766"/>
                      <a:gd name="connsiteY28" fmla="*/ 72091 h 253806"/>
                      <a:gd name="connsiteX29" fmla="*/ 96035 w 125766"/>
                      <a:gd name="connsiteY29" fmla="*/ 75068 h 253806"/>
                      <a:gd name="connsiteX30" fmla="*/ 96035 w 125766"/>
                      <a:gd name="connsiteY30" fmla="*/ 75715 h 253806"/>
                      <a:gd name="connsiteX31" fmla="*/ 95905 w 125766"/>
                      <a:gd name="connsiteY31" fmla="*/ 77527 h 253806"/>
                      <a:gd name="connsiteX32" fmla="*/ 95905 w 125766"/>
                      <a:gd name="connsiteY32" fmla="*/ 77656 h 253806"/>
                      <a:gd name="connsiteX33" fmla="*/ 95776 w 125766"/>
                      <a:gd name="connsiteY33" fmla="*/ 80115 h 253806"/>
                      <a:gd name="connsiteX34" fmla="*/ 95646 w 125766"/>
                      <a:gd name="connsiteY34" fmla="*/ 81410 h 253806"/>
                      <a:gd name="connsiteX35" fmla="*/ 95388 w 125766"/>
                      <a:gd name="connsiteY35" fmla="*/ 83610 h 253806"/>
                      <a:gd name="connsiteX36" fmla="*/ 94999 w 125766"/>
                      <a:gd name="connsiteY36" fmla="*/ 86069 h 253806"/>
                      <a:gd name="connsiteX37" fmla="*/ 94870 w 125766"/>
                      <a:gd name="connsiteY37" fmla="*/ 86845 h 253806"/>
                      <a:gd name="connsiteX38" fmla="*/ 94482 w 125766"/>
                      <a:gd name="connsiteY38" fmla="*/ 89434 h 253806"/>
                      <a:gd name="connsiteX39" fmla="*/ 94223 w 125766"/>
                      <a:gd name="connsiteY39" fmla="*/ 91117 h 253806"/>
                      <a:gd name="connsiteX40" fmla="*/ 94223 w 125766"/>
                      <a:gd name="connsiteY40" fmla="*/ 91246 h 253806"/>
                      <a:gd name="connsiteX41" fmla="*/ 93705 w 125766"/>
                      <a:gd name="connsiteY41" fmla="*/ 93705 h 253806"/>
                      <a:gd name="connsiteX42" fmla="*/ 93058 w 125766"/>
                      <a:gd name="connsiteY42" fmla="*/ 96164 h 253806"/>
                      <a:gd name="connsiteX43" fmla="*/ 92411 w 125766"/>
                      <a:gd name="connsiteY43" fmla="*/ 98623 h 253806"/>
                      <a:gd name="connsiteX44" fmla="*/ 89563 w 125766"/>
                      <a:gd name="connsiteY44" fmla="*/ 107424 h 253806"/>
                      <a:gd name="connsiteX45" fmla="*/ 88787 w 125766"/>
                      <a:gd name="connsiteY45" fmla="*/ 109495 h 253806"/>
                      <a:gd name="connsiteX46" fmla="*/ 88399 w 125766"/>
                      <a:gd name="connsiteY46" fmla="*/ 110531 h 253806"/>
                      <a:gd name="connsiteX47" fmla="*/ 87493 w 125766"/>
                      <a:gd name="connsiteY47" fmla="*/ 112601 h 253806"/>
                      <a:gd name="connsiteX48" fmla="*/ 86716 w 125766"/>
                      <a:gd name="connsiteY48" fmla="*/ 114155 h 253806"/>
                      <a:gd name="connsiteX49" fmla="*/ 85810 w 125766"/>
                      <a:gd name="connsiteY49" fmla="*/ 115967 h 253806"/>
                      <a:gd name="connsiteX50" fmla="*/ 82574 w 125766"/>
                      <a:gd name="connsiteY50" fmla="*/ 122050 h 253806"/>
                      <a:gd name="connsiteX51" fmla="*/ 81668 w 125766"/>
                      <a:gd name="connsiteY51" fmla="*/ 123603 h 253806"/>
                      <a:gd name="connsiteX52" fmla="*/ 72091 w 125766"/>
                      <a:gd name="connsiteY52" fmla="*/ 136804 h 253806"/>
                      <a:gd name="connsiteX53" fmla="*/ 69761 w 125766"/>
                      <a:gd name="connsiteY53" fmla="*/ 139393 h 253806"/>
                      <a:gd name="connsiteX54" fmla="*/ 68079 w 125766"/>
                      <a:gd name="connsiteY54" fmla="*/ 141205 h 253806"/>
                      <a:gd name="connsiteX55" fmla="*/ 56689 w 125766"/>
                      <a:gd name="connsiteY55" fmla="*/ 150912 h 253806"/>
                      <a:gd name="connsiteX56" fmla="*/ 56689 w 125766"/>
                      <a:gd name="connsiteY56" fmla="*/ 150912 h 253806"/>
                      <a:gd name="connsiteX57" fmla="*/ 1035 w 125766"/>
                      <a:gd name="connsiteY57" fmla="*/ 245393 h 253806"/>
                      <a:gd name="connsiteX58" fmla="*/ 129 w 125766"/>
                      <a:gd name="connsiteY58" fmla="*/ 252382 h 253806"/>
                      <a:gd name="connsiteX59" fmla="*/ 0 w 125766"/>
                      <a:gd name="connsiteY59" fmla="*/ 253806 h 253806"/>
                      <a:gd name="connsiteX60" fmla="*/ 1294 w 125766"/>
                      <a:gd name="connsiteY60" fmla="*/ 251735 h 253806"/>
                      <a:gd name="connsiteX61" fmla="*/ 1294 w 125766"/>
                      <a:gd name="connsiteY61" fmla="*/ 251735 h 253806"/>
                      <a:gd name="connsiteX62" fmla="*/ 3883 w 125766"/>
                      <a:gd name="connsiteY62" fmla="*/ 248111 h 253806"/>
                      <a:gd name="connsiteX63" fmla="*/ 3883 w 125766"/>
                      <a:gd name="connsiteY63" fmla="*/ 248111 h 253806"/>
                      <a:gd name="connsiteX64" fmla="*/ 17861 w 125766"/>
                      <a:gd name="connsiteY64" fmla="*/ 231674 h 253806"/>
                      <a:gd name="connsiteX65" fmla="*/ 118555 w 125766"/>
                      <a:gd name="connsiteY65" fmla="*/ 126191 h 2538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</a:cxnLst>
                    <a:rect l="l" t="t" r="r" b="b"/>
                    <a:pathLst>
                      <a:path w="125766" h="253806">
                        <a:moveTo>
                          <a:pt x="118555" y="126191"/>
                        </a:moveTo>
                        <a:cubicBezTo>
                          <a:pt x="119073" y="124768"/>
                          <a:pt x="119590" y="123214"/>
                          <a:pt x="120108" y="121661"/>
                        </a:cubicBezTo>
                        <a:cubicBezTo>
                          <a:pt x="120108" y="121661"/>
                          <a:pt x="120108" y="121532"/>
                          <a:pt x="120108" y="121532"/>
                        </a:cubicBezTo>
                        <a:cubicBezTo>
                          <a:pt x="120238" y="121014"/>
                          <a:pt x="120496" y="120496"/>
                          <a:pt x="120626" y="119979"/>
                        </a:cubicBezTo>
                        <a:cubicBezTo>
                          <a:pt x="144311" y="48017"/>
                          <a:pt x="78562" y="1165"/>
                          <a:pt x="76880" y="0"/>
                        </a:cubicBezTo>
                        <a:cubicBezTo>
                          <a:pt x="76880" y="0"/>
                          <a:pt x="76880" y="0"/>
                          <a:pt x="76880" y="0"/>
                        </a:cubicBezTo>
                        <a:cubicBezTo>
                          <a:pt x="76880" y="0"/>
                          <a:pt x="76880" y="0"/>
                          <a:pt x="76880" y="129"/>
                        </a:cubicBezTo>
                        <a:cubicBezTo>
                          <a:pt x="76880" y="129"/>
                          <a:pt x="77009" y="259"/>
                          <a:pt x="77009" y="388"/>
                        </a:cubicBezTo>
                        <a:cubicBezTo>
                          <a:pt x="77527" y="1165"/>
                          <a:pt x="78821" y="3495"/>
                          <a:pt x="80504" y="6989"/>
                        </a:cubicBezTo>
                        <a:cubicBezTo>
                          <a:pt x="80633" y="7248"/>
                          <a:pt x="80762" y="7507"/>
                          <a:pt x="80892" y="7766"/>
                        </a:cubicBezTo>
                        <a:cubicBezTo>
                          <a:pt x="81409" y="8801"/>
                          <a:pt x="81927" y="9966"/>
                          <a:pt x="82445" y="11131"/>
                        </a:cubicBezTo>
                        <a:cubicBezTo>
                          <a:pt x="82704" y="11519"/>
                          <a:pt x="82833" y="12037"/>
                          <a:pt x="83092" y="12554"/>
                        </a:cubicBezTo>
                        <a:cubicBezTo>
                          <a:pt x="83351" y="13072"/>
                          <a:pt x="83480" y="13590"/>
                          <a:pt x="83739" y="13978"/>
                        </a:cubicBezTo>
                        <a:cubicBezTo>
                          <a:pt x="84904" y="16696"/>
                          <a:pt x="86069" y="19673"/>
                          <a:pt x="87363" y="23038"/>
                        </a:cubicBezTo>
                        <a:cubicBezTo>
                          <a:pt x="87881" y="24591"/>
                          <a:pt x="88528" y="26274"/>
                          <a:pt x="89046" y="27956"/>
                        </a:cubicBezTo>
                        <a:cubicBezTo>
                          <a:pt x="89175" y="28474"/>
                          <a:pt x="89434" y="29121"/>
                          <a:pt x="89563" y="29639"/>
                        </a:cubicBezTo>
                        <a:cubicBezTo>
                          <a:pt x="89693" y="30156"/>
                          <a:pt x="89822" y="30545"/>
                          <a:pt x="89952" y="31062"/>
                        </a:cubicBezTo>
                        <a:cubicBezTo>
                          <a:pt x="90340" y="32357"/>
                          <a:pt x="90728" y="33651"/>
                          <a:pt x="91116" y="34945"/>
                        </a:cubicBezTo>
                        <a:cubicBezTo>
                          <a:pt x="91246" y="35722"/>
                          <a:pt x="91505" y="36369"/>
                          <a:pt x="91764" y="37146"/>
                        </a:cubicBezTo>
                        <a:cubicBezTo>
                          <a:pt x="91893" y="37793"/>
                          <a:pt x="92022" y="38440"/>
                          <a:pt x="92281" y="39087"/>
                        </a:cubicBezTo>
                        <a:cubicBezTo>
                          <a:pt x="92411" y="39734"/>
                          <a:pt x="92670" y="40511"/>
                          <a:pt x="92799" y="41158"/>
                        </a:cubicBezTo>
                        <a:cubicBezTo>
                          <a:pt x="92929" y="41934"/>
                          <a:pt x="93187" y="42581"/>
                          <a:pt x="93317" y="43358"/>
                        </a:cubicBezTo>
                        <a:cubicBezTo>
                          <a:pt x="93446" y="44005"/>
                          <a:pt x="93576" y="44782"/>
                          <a:pt x="93705" y="45429"/>
                        </a:cubicBezTo>
                        <a:cubicBezTo>
                          <a:pt x="93835" y="46205"/>
                          <a:pt x="93964" y="46982"/>
                          <a:pt x="94093" y="47759"/>
                        </a:cubicBezTo>
                        <a:cubicBezTo>
                          <a:pt x="94223" y="48665"/>
                          <a:pt x="94352" y="49570"/>
                          <a:pt x="94611" y="50476"/>
                        </a:cubicBezTo>
                        <a:cubicBezTo>
                          <a:pt x="94741" y="51382"/>
                          <a:pt x="94870" y="52288"/>
                          <a:pt x="94999" y="53194"/>
                        </a:cubicBezTo>
                        <a:cubicBezTo>
                          <a:pt x="95388" y="55912"/>
                          <a:pt x="95646" y="58760"/>
                          <a:pt x="95905" y="61607"/>
                        </a:cubicBezTo>
                        <a:cubicBezTo>
                          <a:pt x="95905" y="62513"/>
                          <a:pt x="96035" y="63549"/>
                          <a:pt x="96035" y="64455"/>
                        </a:cubicBezTo>
                        <a:cubicBezTo>
                          <a:pt x="96164" y="66914"/>
                          <a:pt x="96164" y="69502"/>
                          <a:pt x="96164" y="72091"/>
                        </a:cubicBezTo>
                        <a:cubicBezTo>
                          <a:pt x="96164" y="73126"/>
                          <a:pt x="96164" y="74032"/>
                          <a:pt x="96035" y="75068"/>
                        </a:cubicBezTo>
                        <a:cubicBezTo>
                          <a:pt x="96035" y="75326"/>
                          <a:pt x="96035" y="75456"/>
                          <a:pt x="96035" y="75715"/>
                        </a:cubicBezTo>
                        <a:cubicBezTo>
                          <a:pt x="96035" y="76362"/>
                          <a:pt x="96035" y="76880"/>
                          <a:pt x="95905" y="77527"/>
                        </a:cubicBezTo>
                        <a:cubicBezTo>
                          <a:pt x="95905" y="77656"/>
                          <a:pt x="95905" y="77656"/>
                          <a:pt x="95905" y="77656"/>
                        </a:cubicBezTo>
                        <a:cubicBezTo>
                          <a:pt x="95905" y="78433"/>
                          <a:pt x="95776" y="79339"/>
                          <a:pt x="95776" y="80115"/>
                        </a:cubicBezTo>
                        <a:cubicBezTo>
                          <a:pt x="95776" y="80504"/>
                          <a:pt x="95646" y="80892"/>
                          <a:pt x="95646" y="81410"/>
                        </a:cubicBezTo>
                        <a:cubicBezTo>
                          <a:pt x="95646" y="82186"/>
                          <a:pt x="95517" y="82833"/>
                          <a:pt x="95388" y="83610"/>
                        </a:cubicBezTo>
                        <a:cubicBezTo>
                          <a:pt x="95258" y="84386"/>
                          <a:pt x="95129" y="85292"/>
                          <a:pt x="94999" y="86069"/>
                        </a:cubicBezTo>
                        <a:cubicBezTo>
                          <a:pt x="94999" y="86328"/>
                          <a:pt x="94999" y="86587"/>
                          <a:pt x="94870" y="86845"/>
                        </a:cubicBezTo>
                        <a:cubicBezTo>
                          <a:pt x="94741" y="87751"/>
                          <a:pt x="94611" y="88528"/>
                          <a:pt x="94482" y="89434"/>
                        </a:cubicBezTo>
                        <a:cubicBezTo>
                          <a:pt x="94352" y="89952"/>
                          <a:pt x="94223" y="90469"/>
                          <a:pt x="94223" y="91117"/>
                        </a:cubicBezTo>
                        <a:cubicBezTo>
                          <a:pt x="94223" y="91117"/>
                          <a:pt x="94223" y="91117"/>
                          <a:pt x="94223" y="91246"/>
                        </a:cubicBezTo>
                        <a:cubicBezTo>
                          <a:pt x="94093" y="92023"/>
                          <a:pt x="93835" y="92929"/>
                          <a:pt x="93705" y="93705"/>
                        </a:cubicBezTo>
                        <a:cubicBezTo>
                          <a:pt x="93576" y="94611"/>
                          <a:pt x="93317" y="95388"/>
                          <a:pt x="93058" y="96164"/>
                        </a:cubicBezTo>
                        <a:cubicBezTo>
                          <a:pt x="92799" y="96941"/>
                          <a:pt x="92670" y="97847"/>
                          <a:pt x="92411" y="98623"/>
                        </a:cubicBezTo>
                        <a:cubicBezTo>
                          <a:pt x="91634" y="101600"/>
                          <a:pt x="90599" y="104448"/>
                          <a:pt x="89563" y="107424"/>
                        </a:cubicBezTo>
                        <a:cubicBezTo>
                          <a:pt x="89305" y="108071"/>
                          <a:pt x="89046" y="108848"/>
                          <a:pt x="88787" y="109495"/>
                        </a:cubicBezTo>
                        <a:cubicBezTo>
                          <a:pt x="88657" y="109883"/>
                          <a:pt x="88528" y="110272"/>
                          <a:pt x="88399" y="110531"/>
                        </a:cubicBezTo>
                        <a:cubicBezTo>
                          <a:pt x="88140" y="111178"/>
                          <a:pt x="87751" y="111954"/>
                          <a:pt x="87493" y="112601"/>
                        </a:cubicBezTo>
                        <a:cubicBezTo>
                          <a:pt x="87234" y="113119"/>
                          <a:pt x="86975" y="113637"/>
                          <a:pt x="86716" y="114155"/>
                        </a:cubicBezTo>
                        <a:cubicBezTo>
                          <a:pt x="86457" y="114802"/>
                          <a:pt x="86069" y="115449"/>
                          <a:pt x="85810" y="115967"/>
                        </a:cubicBezTo>
                        <a:cubicBezTo>
                          <a:pt x="84775" y="118037"/>
                          <a:pt x="83739" y="119979"/>
                          <a:pt x="82574" y="122050"/>
                        </a:cubicBezTo>
                        <a:cubicBezTo>
                          <a:pt x="82315" y="122567"/>
                          <a:pt x="81927" y="123085"/>
                          <a:pt x="81668" y="123603"/>
                        </a:cubicBezTo>
                        <a:cubicBezTo>
                          <a:pt x="78950" y="128133"/>
                          <a:pt x="75844" y="132533"/>
                          <a:pt x="72091" y="136804"/>
                        </a:cubicBezTo>
                        <a:cubicBezTo>
                          <a:pt x="71314" y="137710"/>
                          <a:pt x="70538" y="138616"/>
                          <a:pt x="69761" y="139393"/>
                        </a:cubicBezTo>
                        <a:cubicBezTo>
                          <a:pt x="69243" y="140040"/>
                          <a:pt x="68596" y="140558"/>
                          <a:pt x="68079" y="141205"/>
                        </a:cubicBezTo>
                        <a:cubicBezTo>
                          <a:pt x="64196" y="144958"/>
                          <a:pt x="56689" y="150912"/>
                          <a:pt x="56689" y="150912"/>
                        </a:cubicBezTo>
                        <a:lnTo>
                          <a:pt x="56689" y="150912"/>
                        </a:lnTo>
                        <a:cubicBezTo>
                          <a:pt x="27697" y="173820"/>
                          <a:pt x="7248" y="207212"/>
                          <a:pt x="1035" y="245393"/>
                        </a:cubicBezTo>
                        <a:cubicBezTo>
                          <a:pt x="647" y="247723"/>
                          <a:pt x="388" y="250053"/>
                          <a:pt x="129" y="252382"/>
                        </a:cubicBezTo>
                        <a:cubicBezTo>
                          <a:pt x="129" y="252900"/>
                          <a:pt x="0" y="253288"/>
                          <a:pt x="0" y="253806"/>
                        </a:cubicBezTo>
                        <a:cubicBezTo>
                          <a:pt x="388" y="253159"/>
                          <a:pt x="906" y="252512"/>
                          <a:pt x="1294" y="251735"/>
                        </a:cubicBezTo>
                        <a:cubicBezTo>
                          <a:pt x="1294" y="251735"/>
                          <a:pt x="1294" y="251735"/>
                          <a:pt x="1294" y="251735"/>
                        </a:cubicBezTo>
                        <a:cubicBezTo>
                          <a:pt x="2071" y="250570"/>
                          <a:pt x="2977" y="249276"/>
                          <a:pt x="3883" y="248111"/>
                        </a:cubicBezTo>
                        <a:cubicBezTo>
                          <a:pt x="3883" y="248111"/>
                          <a:pt x="3883" y="248111"/>
                          <a:pt x="3883" y="248111"/>
                        </a:cubicBezTo>
                        <a:cubicBezTo>
                          <a:pt x="8542" y="241899"/>
                          <a:pt x="14237" y="235557"/>
                          <a:pt x="17861" y="231674"/>
                        </a:cubicBezTo>
                        <a:cubicBezTo>
                          <a:pt x="63031" y="182751"/>
                          <a:pt x="94870" y="192199"/>
                          <a:pt x="118555" y="126191"/>
                        </a:cubicBezTo>
                        <a:close/>
                      </a:path>
                    </a:pathLst>
                  </a:custGeom>
                  <a:solidFill>
                    <a:srgbClr val="0091C5"/>
                  </a:solidFill>
                  <a:ln w="128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</p:grpSp>
      </p:grpSp>
      <p:grpSp>
        <p:nvGrpSpPr>
          <p:cNvPr id="124" name="Graphic 114">
            <a:extLst>
              <a:ext uri="{FF2B5EF4-FFF2-40B4-BE49-F238E27FC236}">
                <a16:creationId xmlns:a16="http://schemas.microsoft.com/office/drawing/2014/main" id="{95D7A71B-26C7-CFAA-86F6-18AC59A8026B}"/>
              </a:ext>
            </a:extLst>
          </p:cNvPr>
          <p:cNvGrpSpPr/>
          <p:nvPr/>
        </p:nvGrpSpPr>
        <p:grpSpPr>
          <a:xfrm>
            <a:off x="860271" y="4430602"/>
            <a:ext cx="436717" cy="436717"/>
            <a:chOff x="-414072" y="4365315"/>
            <a:chExt cx="436717" cy="436717"/>
          </a:xfrm>
        </p:grpSpPr>
        <p:grpSp>
          <p:nvGrpSpPr>
            <p:cNvPr id="125" name="Graphic 114">
              <a:extLst>
                <a:ext uri="{FF2B5EF4-FFF2-40B4-BE49-F238E27FC236}">
                  <a16:creationId xmlns:a16="http://schemas.microsoft.com/office/drawing/2014/main" id="{E8954F6A-D37D-7014-08EC-6E09DC9B6F08}"/>
                </a:ext>
              </a:extLst>
            </p:cNvPr>
            <p:cNvGrpSpPr/>
            <p:nvPr/>
          </p:nvGrpSpPr>
          <p:grpSpPr>
            <a:xfrm>
              <a:off x="-414072" y="4365315"/>
              <a:ext cx="436717" cy="436717"/>
              <a:chOff x="-414072" y="4365315"/>
              <a:chExt cx="436717" cy="436717"/>
            </a:xfrm>
          </p:grpSpPr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08844E3B-B4A2-4CB1-E2A1-0350CBC5E74A}"/>
                  </a:ext>
                </a:extLst>
              </p:cNvPr>
              <p:cNvSpPr/>
              <p:nvPr/>
            </p:nvSpPr>
            <p:spPr>
              <a:xfrm>
                <a:off x="-414072" y="4365315"/>
                <a:ext cx="436717" cy="436717"/>
              </a:xfrm>
              <a:custGeom>
                <a:avLst/>
                <a:gdLst>
                  <a:gd name="connsiteX0" fmla="*/ 436717 w 436717"/>
                  <a:gd name="connsiteY0" fmla="*/ 218359 h 436717"/>
                  <a:gd name="connsiteX1" fmla="*/ 218359 w 436717"/>
                  <a:gd name="connsiteY1" fmla="*/ 436717 h 436717"/>
                  <a:gd name="connsiteX2" fmla="*/ 0 w 436717"/>
                  <a:gd name="connsiteY2" fmla="*/ 218359 h 436717"/>
                  <a:gd name="connsiteX3" fmla="*/ 218359 w 436717"/>
                  <a:gd name="connsiteY3" fmla="*/ 0 h 436717"/>
                  <a:gd name="connsiteX4" fmla="*/ 436717 w 436717"/>
                  <a:gd name="connsiteY4" fmla="*/ 218359 h 436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6717" h="436717">
                    <a:moveTo>
                      <a:pt x="436717" y="218359"/>
                    </a:moveTo>
                    <a:cubicBezTo>
                      <a:pt x="436717" y="338955"/>
                      <a:pt x="338955" y="436717"/>
                      <a:pt x="218359" y="436717"/>
                    </a:cubicBezTo>
                    <a:cubicBezTo>
                      <a:pt x="97763" y="436717"/>
                      <a:pt x="0" y="338955"/>
                      <a:pt x="0" y="218359"/>
                    </a:cubicBezTo>
                    <a:cubicBezTo>
                      <a:pt x="0" y="97763"/>
                      <a:pt x="97763" y="0"/>
                      <a:pt x="218359" y="0"/>
                    </a:cubicBezTo>
                    <a:cubicBezTo>
                      <a:pt x="338955" y="0"/>
                      <a:pt x="436717" y="97763"/>
                      <a:pt x="436717" y="218359"/>
                    </a:cubicBezTo>
                    <a:close/>
                  </a:path>
                </a:pathLst>
              </a:custGeom>
              <a:solidFill>
                <a:srgbClr val="F7B2D8"/>
              </a:solidFill>
              <a:ln w="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7781B408-6B6E-96BF-F79B-DFDB8994A249}"/>
                  </a:ext>
                </a:extLst>
              </p:cNvPr>
              <p:cNvSpPr/>
              <p:nvPr/>
            </p:nvSpPr>
            <p:spPr>
              <a:xfrm>
                <a:off x="-384610" y="4394777"/>
                <a:ext cx="377793" cy="377793"/>
              </a:xfrm>
              <a:custGeom>
                <a:avLst/>
                <a:gdLst>
                  <a:gd name="connsiteX0" fmla="*/ 377794 w 377793"/>
                  <a:gd name="connsiteY0" fmla="*/ 188897 h 377793"/>
                  <a:gd name="connsiteX1" fmla="*/ 188897 w 377793"/>
                  <a:gd name="connsiteY1" fmla="*/ 377794 h 377793"/>
                  <a:gd name="connsiteX2" fmla="*/ 0 w 377793"/>
                  <a:gd name="connsiteY2" fmla="*/ 188897 h 377793"/>
                  <a:gd name="connsiteX3" fmla="*/ 188897 w 377793"/>
                  <a:gd name="connsiteY3" fmla="*/ 0 h 377793"/>
                  <a:gd name="connsiteX4" fmla="*/ 377794 w 377793"/>
                  <a:gd name="connsiteY4" fmla="*/ 188897 h 377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793" h="377793">
                    <a:moveTo>
                      <a:pt x="377794" y="188897"/>
                    </a:moveTo>
                    <a:cubicBezTo>
                      <a:pt x="377794" y="293222"/>
                      <a:pt x="293222" y="377794"/>
                      <a:pt x="188897" y="377794"/>
                    </a:cubicBezTo>
                    <a:cubicBezTo>
                      <a:pt x="84572" y="377794"/>
                      <a:pt x="0" y="293222"/>
                      <a:pt x="0" y="188897"/>
                    </a:cubicBezTo>
                    <a:cubicBezTo>
                      <a:pt x="0" y="84572"/>
                      <a:pt x="84572" y="0"/>
                      <a:pt x="188897" y="0"/>
                    </a:cubicBezTo>
                    <a:cubicBezTo>
                      <a:pt x="293222" y="0"/>
                      <a:pt x="377794" y="84572"/>
                      <a:pt x="377794" y="188897"/>
                    </a:cubicBezTo>
                    <a:close/>
                  </a:path>
                </a:pathLst>
              </a:custGeom>
              <a:solidFill>
                <a:srgbClr val="F7B2D8"/>
              </a:solidFill>
              <a:ln w="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28" name="Graphic 114">
              <a:extLst>
                <a:ext uri="{FF2B5EF4-FFF2-40B4-BE49-F238E27FC236}">
                  <a16:creationId xmlns:a16="http://schemas.microsoft.com/office/drawing/2014/main" id="{1B88DCA4-5FB9-2F57-B431-BC0B4AB847E0}"/>
                </a:ext>
              </a:extLst>
            </p:cNvPr>
            <p:cNvGrpSpPr/>
            <p:nvPr/>
          </p:nvGrpSpPr>
          <p:grpSpPr>
            <a:xfrm>
              <a:off x="-310270" y="4455429"/>
              <a:ext cx="229166" cy="240331"/>
              <a:chOff x="-310270" y="4455429"/>
              <a:chExt cx="229166" cy="240331"/>
            </a:xfrm>
            <a:solidFill>
              <a:srgbClr val="13333D"/>
            </a:solidFill>
          </p:grpSpPr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8DE5B0DC-F828-59C2-114A-09C66CBFEAE8}"/>
                  </a:ext>
                </a:extLst>
              </p:cNvPr>
              <p:cNvSpPr/>
              <p:nvPr/>
            </p:nvSpPr>
            <p:spPr>
              <a:xfrm>
                <a:off x="-310270" y="4669755"/>
                <a:ext cx="229166" cy="26005"/>
              </a:xfrm>
              <a:custGeom>
                <a:avLst/>
                <a:gdLst>
                  <a:gd name="connsiteX0" fmla="*/ 219291 w 229166"/>
                  <a:gd name="connsiteY0" fmla="*/ 0 h 26005"/>
                  <a:gd name="connsiteX1" fmla="*/ 146103 w 229166"/>
                  <a:gd name="connsiteY1" fmla="*/ 0 h 26005"/>
                  <a:gd name="connsiteX2" fmla="*/ 143360 w 229166"/>
                  <a:gd name="connsiteY2" fmla="*/ 2743 h 26005"/>
                  <a:gd name="connsiteX3" fmla="*/ 143360 w 229166"/>
                  <a:gd name="connsiteY3" fmla="*/ 2963 h 26005"/>
                  <a:gd name="connsiteX4" fmla="*/ 137873 w 229166"/>
                  <a:gd name="connsiteY4" fmla="*/ 8449 h 26005"/>
                  <a:gd name="connsiteX5" fmla="*/ 91239 w 229166"/>
                  <a:gd name="connsiteY5" fmla="*/ 8449 h 26005"/>
                  <a:gd name="connsiteX6" fmla="*/ 85752 w 229166"/>
                  <a:gd name="connsiteY6" fmla="*/ 2963 h 26005"/>
                  <a:gd name="connsiteX7" fmla="*/ 85752 w 229166"/>
                  <a:gd name="connsiteY7" fmla="*/ 2963 h 26005"/>
                  <a:gd name="connsiteX8" fmla="*/ 82790 w 229166"/>
                  <a:gd name="connsiteY8" fmla="*/ 0 h 26005"/>
                  <a:gd name="connsiteX9" fmla="*/ 9821 w 229166"/>
                  <a:gd name="connsiteY9" fmla="*/ 0 h 26005"/>
                  <a:gd name="connsiteX10" fmla="*/ 0 w 229166"/>
                  <a:gd name="connsiteY10" fmla="*/ 9821 h 26005"/>
                  <a:gd name="connsiteX11" fmla="*/ 0 w 229166"/>
                  <a:gd name="connsiteY11" fmla="*/ 12290 h 26005"/>
                  <a:gd name="connsiteX12" fmla="*/ 13716 w 229166"/>
                  <a:gd name="connsiteY12" fmla="*/ 26006 h 26005"/>
                  <a:gd name="connsiteX13" fmla="*/ 215451 w 229166"/>
                  <a:gd name="connsiteY13" fmla="*/ 26006 h 26005"/>
                  <a:gd name="connsiteX14" fmla="*/ 229167 w 229166"/>
                  <a:gd name="connsiteY14" fmla="*/ 12290 h 26005"/>
                  <a:gd name="connsiteX15" fmla="*/ 229167 w 229166"/>
                  <a:gd name="connsiteY15" fmla="*/ 9821 h 26005"/>
                  <a:gd name="connsiteX16" fmla="*/ 229167 w 229166"/>
                  <a:gd name="connsiteY16" fmla="*/ 9821 h 26005"/>
                  <a:gd name="connsiteX17" fmla="*/ 219291 w 229166"/>
                  <a:gd name="connsiteY17" fmla="*/ 0 h 26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29166" h="26005">
                    <a:moveTo>
                      <a:pt x="219291" y="0"/>
                    </a:moveTo>
                    <a:lnTo>
                      <a:pt x="146103" y="0"/>
                    </a:lnTo>
                    <a:cubicBezTo>
                      <a:pt x="144567" y="0"/>
                      <a:pt x="143360" y="1207"/>
                      <a:pt x="143360" y="2743"/>
                    </a:cubicBezTo>
                    <a:lnTo>
                      <a:pt x="143360" y="2963"/>
                    </a:lnTo>
                    <a:cubicBezTo>
                      <a:pt x="143360" y="5980"/>
                      <a:pt x="140891" y="8449"/>
                      <a:pt x="137873" y="8449"/>
                    </a:cubicBezTo>
                    <a:lnTo>
                      <a:pt x="91239" y="8449"/>
                    </a:lnTo>
                    <a:cubicBezTo>
                      <a:pt x="88221" y="8449"/>
                      <a:pt x="85752" y="5980"/>
                      <a:pt x="85752" y="2963"/>
                    </a:cubicBezTo>
                    <a:lnTo>
                      <a:pt x="85752" y="2963"/>
                    </a:lnTo>
                    <a:cubicBezTo>
                      <a:pt x="85752" y="1317"/>
                      <a:pt x="84436" y="0"/>
                      <a:pt x="82790" y="0"/>
                    </a:cubicBezTo>
                    <a:lnTo>
                      <a:pt x="9821" y="0"/>
                    </a:lnTo>
                    <a:cubicBezTo>
                      <a:pt x="4389" y="0"/>
                      <a:pt x="0" y="4389"/>
                      <a:pt x="0" y="9821"/>
                    </a:cubicBezTo>
                    <a:lnTo>
                      <a:pt x="0" y="12290"/>
                    </a:lnTo>
                    <a:cubicBezTo>
                      <a:pt x="0" y="19861"/>
                      <a:pt x="6145" y="26006"/>
                      <a:pt x="13716" y="26006"/>
                    </a:cubicBezTo>
                    <a:lnTo>
                      <a:pt x="215451" y="26006"/>
                    </a:lnTo>
                    <a:cubicBezTo>
                      <a:pt x="223022" y="26006"/>
                      <a:pt x="229167" y="19861"/>
                      <a:pt x="229167" y="12290"/>
                    </a:cubicBezTo>
                    <a:lnTo>
                      <a:pt x="229167" y="9821"/>
                    </a:lnTo>
                    <a:lnTo>
                      <a:pt x="229167" y="9821"/>
                    </a:lnTo>
                    <a:cubicBezTo>
                      <a:pt x="229112" y="4389"/>
                      <a:pt x="224723" y="0"/>
                      <a:pt x="219291" y="0"/>
                    </a:cubicBezTo>
                    <a:close/>
                  </a:path>
                </a:pathLst>
              </a:custGeom>
              <a:solidFill>
                <a:srgbClr val="13333D"/>
              </a:solidFill>
              <a:ln w="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6EACC0-18D6-8E0B-612C-85AAD6CF1090}"/>
                  </a:ext>
                </a:extLst>
              </p:cNvPr>
              <p:cNvSpPr/>
              <p:nvPr/>
            </p:nvSpPr>
            <p:spPr>
              <a:xfrm>
                <a:off x="-310270" y="4455429"/>
                <a:ext cx="229166" cy="203353"/>
              </a:xfrm>
              <a:custGeom>
                <a:avLst/>
                <a:gdLst>
                  <a:gd name="connsiteX0" fmla="*/ 229112 w 229166"/>
                  <a:gd name="connsiteY0" fmla="*/ 184151 h 203353"/>
                  <a:gd name="connsiteX1" fmla="*/ 229112 w 229166"/>
                  <a:gd name="connsiteY1" fmla="*/ 69540 h 203353"/>
                  <a:gd name="connsiteX2" fmla="*/ 215396 w 229166"/>
                  <a:gd name="connsiteY2" fmla="*/ 55824 h 203353"/>
                  <a:gd name="connsiteX3" fmla="*/ 176004 w 229166"/>
                  <a:gd name="connsiteY3" fmla="*/ 55824 h 203353"/>
                  <a:gd name="connsiteX4" fmla="*/ 176004 w 229166"/>
                  <a:gd name="connsiteY4" fmla="*/ 37500 h 203353"/>
                  <a:gd name="connsiteX5" fmla="*/ 176004 w 229166"/>
                  <a:gd name="connsiteY5" fmla="*/ 26527 h 203353"/>
                  <a:gd name="connsiteX6" fmla="*/ 166677 w 229166"/>
                  <a:gd name="connsiteY6" fmla="*/ 11768 h 203353"/>
                  <a:gd name="connsiteX7" fmla="*/ 166677 w 229166"/>
                  <a:gd name="connsiteY7" fmla="*/ 11768 h 203353"/>
                  <a:gd name="connsiteX8" fmla="*/ 62435 w 229166"/>
                  <a:gd name="connsiteY8" fmla="*/ 11768 h 203353"/>
                  <a:gd name="connsiteX9" fmla="*/ 62435 w 229166"/>
                  <a:gd name="connsiteY9" fmla="*/ 11768 h 203353"/>
                  <a:gd name="connsiteX10" fmla="*/ 53108 w 229166"/>
                  <a:gd name="connsiteY10" fmla="*/ 26527 h 203353"/>
                  <a:gd name="connsiteX11" fmla="*/ 53108 w 229166"/>
                  <a:gd name="connsiteY11" fmla="*/ 37500 h 203353"/>
                  <a:gd name="connsiteX12" fmla="*/ 53108 w 229166"/>
                  <a:gd name="connsiteY12" fmla="*/ 55824 h 203353"/>
                  <a:gd name="connsiteX13" fmla="*/ 13716 w 229166"/>
                  <a:gd name="connsiteY13" fmla="*/ 55824 h 203353"/>
                  <a:gd name="connsiteX14" fmla="*/ 0 w 229166"/>
                  <a:gd name="connsiteY14" fmla="*/ 69540 h 203353"/>
                  <a:gd name="connsiteX15" fmla="*/ 0 w 229166"/>
                  <a:gd name="connsiteY15" fmla="*/ 184151 h 203353"/>
                  <a:gd name="connsiteX16" fmla="*/ 0 w 229166"/>
                  <a:gd name="connsiteY16" fmla="*/ 184151 h 203353"/>
                  <a:gd name="connsiteX17" fmla="*/ 0 w 229166"/>
                  <a:gd name="connsiteY17" fmla="*/ 189637 h 203353"/>
                  <a:gd name="connsiteX18" fmla="*/ 13716 w 229166"/>
                  <a:gd name="connsiteY18" fmla="*/ 203353 h 203353"/>
                  <a:gd name="connsiteX19" fmla="*/ 215451 w 229166"/>
                  <a:gd name="connsiteY19" fmla="*/ 203353 h 203353"/>
                  <a:gd name="connsiteX20" fmla="*/ 229167 w 229166"/>
                  <a:gd name="connsiteY20" fmla="*/ 189637 h 203353"/>
                  <a:gd name="connsiteX21" fmla="*/ 229167 w 229166"/>
                  <a:gd name="connsiteY21" fmla="*/ 184151 h 203353"/>
                  <a:gd name="connsiteX22" fmla="*/ 229112 w 229166"/>
                  <a:gd name="connsiteY22" fmla="*/ 184151 h 203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29166" h="203353">
                    <a:moveTo>
                      <a:pt x="229112" y="184151"/>
                    </a:moveTo>
                    <a:lnTo>
                      <a:pt x="229112" y="69540"/>
                    </a:lnTo>
                    <a:cubicBezTo>
                      <a:pt x="229112" y="61969"/>
                      <a:pt x="222967" y="55824"/>
                      <a:pt x="215396" y="55824"/>
                    </a:cubicBezTo>
                    <a:lnTo>
                      <a:pt x="176004" y="55824"/>
                    </a:lnTo>
                    <a:lnTo>
                      <a:pt x="176004" y="37500"/>
                    </a:lnTo>
                    <a:lnTo>
                      <a:pt x="176004" y="26527"/>
                    </a:lnTo>
                    <a:cubicBezTo>
                      <a:pt x="176004" y="20217"/>
                      <a:pt x="172383" y="14457"/>
                      <a:pt x="166677" y="11768"/>
                    </a:cubicBezTo>
                    <a:lnTo>
                      <a:pt x="166677" y="11768"/>
                    </a:lnTo>
                    <a:cubicBezTo>
                      <a:pt x="133704" y="-3923"/>
                      <a:pt x="95408" y="-3923"/>
                      <a:pt x="62435" y="11768"/>
                    </a:cubicBezTo>
                    <a:lnTo>
                      <a:pt x="62435" y="11768"/>
                    </a:lnTo>
                    <a:cubicBezTo>
                      <a:pt x="56729" y="14457"/>
                      <a:pt x="53108" y="20217"/>
                      <a:pt x="53108" y="26527"/>
                    </a:cubicBezTo>
                    <a:lnTo>
                      <a:pt x="53108" y="37500"/>
                    </a:lnTo>
                    <a:lnTo>
                      <a:pt x="53108" y="55824"/>
                    </a:lnTo>
                    <a:lnTo>
                      <a:pt x="13716" y="55824"/>
                    </a:lnTo>
                    <a:cubicBezTo>
                      <a:pt x="6145" y="55824"/>
                      <a:pt x="0" y="61969"/>
                      <a:pt x="0" y="69540"/>
                    </a:cubicBezTo>
                    <a:lnTo>
                      <a:pt x="0" y="184151"/>
                    </a:lnTo>
                    <a:lnTo>
                      <a:pt x="0" y="184151"/>
                    </a:lnTo>
                    <a:lnTo>
                      <a:pt x="0" y="189637"/>
                    </a:lnTo>
                    <a:cubicBezTo>
                      <a:pt x="0" y="197209"/>
                      <a:pt x="6145" y="203353"/>
                      <a:pt x="13716" y="203353"/>
                    </a:cubicBezTo>
                    <a:lnTo>
                      <a:pt x="215451" y="203353"/>
                    </a:lnTo>
                    <a:cubicBezTo>
                      <a:pt x="223022" y="203353"/>
                      <a:pt x="229167" y="197209"/>
                      <a:pt x="229167" y="189637"/>
                    </a:cubicBezTo>
                    <a:lnTo>
                      <a:pt x="229167" y="184151"/>
                    </a:lnTo>
                    <a:lnTo>
                      <a:pt x="229112" y="184151"/>
                    </a:lnTo>
                    <a:close/>
                  </a:path>
                </a:pathLst>
              </a:custGeom>
              <a:solidFill>
                <a:srgbClr val="13333D"/>
              </a:solidFill>
              <a:ln w="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31" name="Graphic 114">
              <a:extLst>
                <a:ext uri="{FF2B5EF4-FFF2-40B4-BE49-F238E27FC236}">
                  <a16:creationId xmlns:a16="http://schemas.microsoft.com/office/drawing/2014/main" id="{630F1645-1295-1D07-A7F4-C0726C2A0B7E}"/>
                </a:ext>
              </a:extLst>
            </p:cNvPr>
            <p:cNvGrpSpPr/>
            <p:nvPr/>
          </p:nvGrpSpPr>
          <p:grpSpPr>
            <a:xfrm>
              <a:off x="-310270" y="4444401"/>
              <a:ext cx="229166" cy="240386"/>
              <a:chOff x="-310270" y="4444401"/>
              <a:chExt cx="229166" cy="240386"/>
            </a:xfrm>
          </p:grpSpPr>
          <p:grpSp>
            <p:nvGrpSpPr>
              <p:cNvPr id="132" name="Graphic 114">
                <a:extLst>
                  <a:ext uri="{FF2B5EF4-FFF2-40B4-BE49-F238E27FC236}">
                    <a16:creationId xmlns:a16="http://schemas.microsoft.com/office/drawing/2014/main" id="{EB5E03CD-37B7-F4DD-E27B-3F220E33E4EF}"/>
                  </a:ext>
                </a:extLst>
              </p:cNvPr>
              <p:cNvGrpSpPr/>
              <p:nvPr/>
            </p:nvGrpSpPr>
            <p:grpSpPr>
              <a:xfrm>
                <a:off x="-310270" y="4500280"/>
                <a:ext cx="229166" cy="184507"/>
                <a:chOff x="-310270" y="4500280"/>
                <a:chExt cx="229166" cy="184507"/>
              </a:xfrm>
            </p:grpSpPr>
            <p:sp>
              <p:nvSpPr>
                <p:cNvPr id="133" name="Freeform: Shape 132">
                  <a:extLst>
                    <a:ext uri="{FF2B5EF4-FFF2-40B4-BE49-F238E27FC236}">
                      <a16:creationId xmlns:a16="http://schemas.microsoft.com/office/drawing/2014/main" id="{2092A54C-6786-BE86-29B2-6F63172DA4D3}"/>
                    </a:ext>
                  </a:extLst>
                </p:cNvPr>
                <p:cNvSpPr/>
                <p:nvPr/>
              </p:nvSpPr>
              <p:spPr>
                <a:xfrm>
                  <a:off x="-310270" y="4668603"/>
                  <a:ext cx="229166" cy="16184"/>
                </a:xfrm>
                <a:custGeom>
                  <a:avLst/>
                  <a:gdLst>
                    <a:gd name="connsiteX0" fmla="*/ 215396 w 229166"/>
                    <a:gd name="connsiteY0" fmla="*/ 16185 h 16184"/>
                    <a:gd name="connsiteX1" fmla="*/ 13716 w 229166"/>
                    <a:gd name="connsiteY1" fmla="*/ 16185 h 16184"/>
                    <a:gd name="connsiteX2" fmla="*/ 0 w 229166"/>
                    <a:gd name="connsiteY2" fmla="*/ 2469 h 16184"/>
                    <a:gd name="connsiteX3" fmla="*/ 0 w 229166"/>
                    <a:gd name="connsiteY3" fmla="*/ 0 h 16184"/>
                    <a:gd name="connsiteX4" fmla="*/ 229167 w 229166"/>
                    <a:gd name="connsiteY4" fmla="*/ 0 h 16184"/>
                    <a:gd name="connsiteX5" fmla="*/ 229167 w 229166"/>
                    <a:gd name="connsiteY5" fmla="*/ 2469 h 16184"/>
                    <a:gd name="connsiteX6" fmla="*/ 215396 w 229166"/>
                    <a:gd name="connsiteY6" fmla="*/ 16185 h 161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9166" h="16184">
                      <a:moveTo>
                        <a:pt x="215396" y="16185"/>
                      </a:moveTo>
                      <a:lnTo>
                        <a:pt x="13716" y="16185"/>
                      </a:lnTo>
                      <a:cubicBezTo>
                        <a:pt x="6145" y="16185"/>
                        <a:pt x="0" y="10040"/>
                        <a:pt x="0" y="2469"/>
                      </a:cubicBezTo>
                      <a:lnTo>
                        <a:pt x="0" y="0"/>
                      </a:lnTo>
                      <a:lnTo>
                        <a:pt x="229167" y="0"/>
                      </a:lnTo>
                      <a:lnTo>
                        <a:pt x="229167" y="2469"/>
                      </a:lnTo>
                      <a:cubicBezTo>
                        <a:pt x="229112" y="10040"/>
                        <a:pt x="222967" y="16185"/>
                        <a:pt x="215396" y="16185"/>
                      </a:cubicBezTo>
                      <a:close/>
                    </a:path>
                  </a:pathLst>
                </a:custGeom>
                <a:solidFill>
                  <a:srgbClr val="952584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4" name="Freeform: Shape 133">
                  <a:extLst>
                    <a:ext uri="{FF2B5EF4-FFF2-40B4-BE49-F238E27FC236}">
                      <a16:creationId xmlns:a16="http://schemas.microsoft.com/office/drawing/2014/main" id="{06AFD806-AFA8-F09E-3422-35AD93D74F44}"/>
                    </a:ext>
                  </a:extLst>
                </p:cNvPr>
                <p:cNvSpPr/>
                <p:nvPr/>
              </p:nvSpPr>
              <p:spPr>
                <a:xfrm>
                  <a:off x="-310270" y="4658782"/>
                  <a:ext cx="229112" cy="19641"/>
                </a:xfrm>
                <a:custGeom>
                  <a:avLst/>
                  <a:gdLst>
                    <a:gd name="connsiteX0" fmla="*/ 219291 w 229112"/>
                    <a:gd name="connsiteY0" fmla="*/ 0 h 19641"/>
                    <a:gd name="connsiteX1" fmla="*/ 146103 w 229112"/>
                    <a:gd name="connsiteY1" fmla="*/ 0 h 19641"/>
                    <a:gd name="connsiteX2" fmla="*/ 143360 w 229112"/>
                    <a:gd name="connsiteY2" fmla="*/ 2743 h 19641"/>
                    <a:gd name="connsiteX3" fmla="*/ 143360 w 229112"/>
                    <a:gd name="connsiteY3" fmla="*/ 2963 h 19641"/>
                    <a:gd name="connsiteX4" fmla="*/ 137873 w 229112"/>
                    <a:gd name="connsiteY4" fmla="*/ 8449 h 19641"/>
                    <a:gd name="connsiteX5" fmla="*/ 91239 w 229112"/>
                    <a:gd name="connsiteY5" fmla="*/ 8449 h 19641"/>
                    <a:gd name="connsiteX6" fmla="*/ 85752 w 229112"/>
                    <a:gd name="connsiteY6" fmla="*/ 2963 h 19641"/>
                    <a:gd name="connsiteX7" fmla="*/ 85752 w 229112"/>
                    <a:gd name="connsiteY7" fmla="*/ 2963 h 19641"/>
                    <a:gd name="connsiteX8" fmla="*/ 82790 w 229112"/>
                    <a:gd name="connsiteY8" fmla="*/ 0 h 19641"/>
                    <a:gd name="connsiteX9" fmla="*/ 9821 w 229112"/>
                    <a:gd name="connsiteY9" fmla="*/ 0 h 19641"/>
                    <a:gd name="connsiteX10" fmla="*/ 0 w 229112"/>
                    <a:gd name="connsiteY10" fmla="*/ 9821 h 19641"/>
                    <a:gd name="connsiteX11" fmla="*/ 0 w 229112"/>
                    <a:gd name="connsiteY11" fmla="*/ 9821 h 19641"/>
                    <a:gd name="connsiteX12" fmla="*/ 9821 w 229112"/>
                    <a:gd name="connsiteY12" fmla="*/ 19641 h 19641"/>
                    <a:gd name="connsiteX13" fmla="*/ 219291 w 229112"/>
                    <a:gd name="connsiteY13" fmla="*/ 19641 h 19641"/>
                    <a:gd name="connsiteX14" fmla="*/ 229112 w 229112"/>
                    <a:gd name="connsiteY14" fmla="*/ 9821 h 19641"/>
                    <a:gd name="connsiteX15" fmla="*/ 229112 w 229112"/>
                    <a:gd name="connsiteY15" fmla="*/ 9821 h 19641"/>
                    <a:gd name="connsiteX16" fmla="*/ 219291 w 229112"/>
                    <a:gd name="connsiteY16" fmla="*/ 0 h 196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29112" h="19641">
                      <a:moveTo>
                        <a:pt x="219291" y="0"/>
                      </a:moveTo>
                      <a:lnTo>
                        <a:pt x="146103" y="0"/>
                      </a:lnTo>
                      <a:cubicBezTo>
                        <a:pt x="144567" y="0"/>
                        <a:pt x="143360" y="1207"/>
                        <a:pt x="143360" y="2743"/>
                      </a:cubicBezTo>
                      <a:lnTo>
                        <a:pt x="143360" y="2963"/>
                      </a:lnTo>
                      <a:cubicBezTo>
                        <a:pt x="143360" y="5980"/>
                        <a:pt x="140891" y="8449"/>
                        <a:pt x="137873" y="8449"/>
                      </a:cubicBezTo>
                      <a:lnTo>
                        <a:pt x="91239" y="8449"/>
                      </a:lnTo>
                      <a:cubicBezTo>
                        <a:pt x="88221" y="8449"/>
                        <a:pt x="85752" y="5980"/>
                        <a:pt x="85752" y="2963"/>
                      </a:cubicBezTo>
                      <a:lnTo>
                        <a:pt x="85752" y="2963"/>
                      </a:lnTo>
                      <a:cubicBezTo>
                        <a:pt x="85752" y="1317"/>
                        <a:pt x="84436" y="0"/>
                        <a:pt x="82790" y="0"/>
                      </a:cubicBezTo>
                      <a:lnTo>
                        <a:pt x="9821" y="0"/>
                      </a:lnTo>
                      <a:cubicBezTo>
                        <a:pt x="4389" y="0"/>
                        <a:pt x="0" y="4389"/>
                        <a:pt x="0" y="9821"/>
                      </a:cubicBezTo>
                      <a:lnTo>
                        <a:pt x="0" y="9821"/>
                      </a:lnTo>
                      <a:cubicBezTo>
                        <a:pt x="0" y="15252"/>
                        <a:pt x="4389" y="19641"/>
                        <a:pt x="9821" y="19641"/>
                      </a:cubicBezTo>
                      <a:lnTo>
                        <a:pt x="219291" y="19641"/>
                      </a:lnTo>
                      <a:cubicBezTo>
                        <a:pt x="224723" y="19641"/>
                        <a:pt x="229112" y="15252"/>
                        <a:pt x="229112" y="9821"/>
                      </a:cubicBezTo>
                      <a:lnTo>
                        <a:pt x="229112" y="9821"/>
                      </a:lnTo>
                      <a:cubicBezTo>
                        <a:pt x="229112" y="4389"/>
                        <a:pt x="224723" y="0"/>
                        <a:pt x="219291" y="0"/>
                      </a:cubicBezTo>
                      <a:close/>
                    </a:path>
                  </a:pathLst>
                </a:custGeom>
                <a:solidFill>
                  <a:srgbClr val="A44995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5" name="Freeform: Shape 134">
                  <a:extLst>
                    <a:ext uri="{FF2B5EF4-FFF2-40B4-BE49-F238E27FC236}">
                      <a16:creationId xmlns:a16="http://schemas.microsoft.com/office/drawing/2014/main" id="{86B9EB74-7A59-E565-D781-AD692592799A}"/>
                    </a:ext>
                  </a:extLst>
                </p:cNvPr>
                <p:cNvSpPr/>
                <p:nvPr/>
              </p:nvSpPr>
              <p:spPr>
                <a:xfrm>
                  <a:off x="-310270" y="4500280"/>
                  <a:ext cx="229166" cy="147529"/>
                </a:xfrm>
                <a:custGeom>
                  <a:avLst/>
                  <a:gdLst>
                    <a:gd name="connsiteX0" fmla="*/ 215396 w 229166"/>
                    <a:gd name="connsiteY0" fmla="*/ 147529 h 147529"/>
                    <a:gd name="connsiteX1" fmla="*/ 13716 w 229166"/>
                    <a:gd name="connsiteY1" fmla="*/ 147529 h 147529"/>
                    <a:gd name="connsiteX2" fmla="*/ 0 w 229166"/>
                    <a:gd name="connsiteY2" fmla="*/ 133813 h 147529"/>
                    <a:gd name="connsiteX3" fmla="*/ 0 w 229166"/>
                    <a:gd name="connsiteY3" fmla="*/ 13716 h 147529"/>
                    <a:gd name="connsiteX4" fmla="*/ 13716 w 229166"/>
                    <a:gd name="connsiteY4" fmla="*/ 0 h 147529"/>
                    <a:gd name="connsiteX5" fmla="*/ 215451 w 229166"/>
                    <a:gd name="connsiteY5" fmla="*/ 0 h 147529"/>
                    <a:gd name="connsiteX6" fmla="*/ 229167 w 229166"/>
                    <a:gd name="connsiteY6" fmla="*/ 13716 h 147529"/>
                    <a:gd name="connsiteX7" fmla="*/ 229167 w 229166"/>
                    <a:gd name="connsiteY7" fmla="*/ 133813 h 147529"/>
                    <a:gd name="connsiteX8" fmla="*/ 215396 w 229166"/>
                    <a:gd name="connsiteY8" fmla="*/ 147529 h 1475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29166" h="147529">
                      <a:moveTo>
                        <a:pt x="215396" y="147529"/>
                      </a:moveTo>
                      <a:lnTo>
                        <a:pt x="13716" y="147529"/>
                      </a:lnTo>
                      <a:cubicBezTo>
                        <a:pt x="6145" y="147529"/>
                        <a:pt x="0" y="141385"/>
                        <a:pt x="0" y="133813"/>
                      </a:cubicBezTo>
                      <a:lnTo>
                        <a:pt x="0" y="13716"/>
                      </a:lnTo>
                      <a:cubicBezTo>
                        <a:pt x="0" y="6145"/>
                        <a:pt x="6145" y="0"/>
                        <a:pt x="13716" y="0"/>
                      </a:cubicBezTo>
                      <a:lnTo>
                        <a:pt x="215451" y="0"/>
                      </a:lnTo>
                      <a:cubicBezTo>
                        <a:pt x="223022" y="0"/>
                        <a:pt x="229167" y="6145"/>
                        <a:pt x="229167" y="13716"/>
                      </a:cubicBezTo>
                      <a:lnTo>
                        <a:pt x="229167" y="133813"/>
                      </a:lnTo>
                      <a:cubicBezTo>
                        <a:pt x="229112" y="141385"/>
                        <a:pt x="222967" y="147529"/>
                        <a:pt x="215396" y="147529"/>
                      </a:cubicBezTo>
                      <a:close/>
                    </a:path>
                  </a:pathLst>
                </a:custGeom>
                <a:solidFill>
                  <a:srgbClr val="A44995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6" name="Freeform: Shape 135">
                  <a:extLst>
                    <a:ext uri="{FF2B5EF4-FFF2-40B4-BE49-F238E27FC236}">
                      <a16:creationId xmlns:a16="http://schemas.microsoft.com/office/drawing/2014/main" id="{98ACA9F8-E77E-0E18-9C18-8ECCCB4B0DF9}"/>
                    </a:ext>
                  </a:extLst>
                </p:cNvPr>
                <p:cNvSpPr/>
                <p:nvPr/>
              </p:nvSpPr>
              <p:spPr>
                <a:xfrm>
                  <a:off x="-310270" y="4628607"/>
                  <a:ext cx="229166" cy="19202"/>
                </a:xfrm>
                <a:custGeom>
                  <a:avLst/>
                  <a:gdLst>
                    <a:gd name="connsiteX0" fmla="*/ 215396 w 229166"/>
                    <a:gd name="connsiteY0" fmla="*/ 13716 h 19202"/>
                    <a:gd name="connsiteX1" fmla="*/ 13716 w 229166"/>
                    <a:gd name="connsiteY1" fmla="*/ 13716 h 19202"/>
                    <a:gd name="connsiteX2" fmla="*/ 0 w 229166"/>
                    <a:gd name="connsiteY2" fmla="*/ 0 h 19202"/>
                    <a:gd name="connsiteX3" fmla="*/ 0 w 229166"/>
                    <a:gd name="connsiteY3" fmla="*/ 5486 h 19202"/>
                    <a:gd name="connsiteX4" fmla="*/ 13716 w 229166"/>
                    <a:gd name="connsiteY4" fmla="*/ 19202 h 19202"/>
                    <a:gd name="connsiteX5" fmla="*/ 215451 w 229166"/>
                    <a:gd name="connsiteY5" fmla="*/ 19202 h 19202"/>
                    <a:gd name="connsiteX6" fmla="*/ 229167 w 229166"/>
                    <a:gd name="connsiteY6" fmla="*/ 5486 h 19202"/>
                    <a:gd name="connsiteX7" fmla="*/ 229167 w 229166"/>
                    <a:gd name="connsiteY7" fmla="*/ 0 h 19202"/>
                    <a:gd name="connsiteX8" fmla="*/ 215396 w 229166"/>
                    <a:gd name="connsiteY8" fmla="*/ 13716 h 192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29166" h="19202">
                      <a:moveTo>
                        <a:pt x="215396" y="13716"/>
                      </a:moveTo>
                      <a:lnTo>
                        <a:pt x="13716" y="13716"/>
                      </a:lnTo>
                      <a:cubicBezTo>
                        <a:pt x="6145" y="13716"/>
                        <a:pt x="0" y="7571"/>
                        <a:pt x="0" y="0"/>
                      </a:cubicBezTo>
                      <a:lnTo>
                        <a:pt x="0" y="5486"/>
                      </a:lnTo>
                      <a:cubicBezTo>
                        <a:pt x="0" y="13058"/>
                        <a:pt x="6145" y="19202"/>
                        <a:pt x="13716" y="19202"/>
                      </a:cubicBezTo>
                      <a:lnTo>
                        <a:pt x="215451" y="19202"/>
                      </a:lnTo>
                      <a:cubicBezTo>
                        <a:pt x="223022" y="19202"/>
                        <a:pt x="229167" y="13058"/>
                        <a:pt x="229167" y="5486"/>
                      </a:cubicBezTo>
                      <a:lnTo>
                        <a:pt x="229167" y="0"/>
                      </a:lnTo>
                      <a:cubicBezTo>
                        <a:pt x="229112" y="7571"/>
                        <a:pt x="222967" y="13716"/>
                        <a:pt x="215396" y="13716"/>
                      </a:cubicBezTo>
                      <a:close/>
                    </a:path>
                  </a:pathLst>
                </a:custGeom>
                <a:solidFill>
                  <a:srgbClr val="952584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7" name="Freeform: Shape 136">
                  <a:extLst>
                    <a:ext uri="{FF2B5EF4-FFF2-40B4-BE49-F238E27FC236}">
                      <a16:creationId xmlns:a16="http://schemas.microsoft.com/office/drawing/2014/main" id="{21015EEA-5A5A-183F-1CA6-841F043B6ABB}"/>
                    </a:ext>
                  </a:extLst>
                </p:cNvPr>
                <p:cNvSpPr/>
                <p:nvPr/>
              </p:nvSpPr>
              <p:spPr>
                <a:xfrm>
                  <a:off x="-295401" y="4508510"/>
                  <a:ext cx="199375" cy="120097"/>
                </a:xfrm>
                <a:custGeom>
                  <a:avLst/>
                  <a:gdLst>
                    <a:gd name="connsiteX0" fmla="*/ 192463 w 199375"/>
                    <a:gd name="connsiteY0" fmla="*/ 120097 h 120097"/>
                    <a:gd name="connsiteX1" fmla="*/ 6913 w 199375"/>
                    <a:gd name="connsiteY1" fmla="*/ 120097 h 120097"/>
                    <a:gd name="connsiteX2" fmla="*/ 0 w 199375"/>
                    <a:gd name="connsiteY2" fmla="*/ 113184 h 120097"/>
                    <a:gd name="connsiteX3" fmla="*/ 0 w 199375"/>
                    <a:gd name="connsiteY3" fmla="*/ 6913 h 120097"/>
                    <a:gd name="connsiteX4" fmla="*/ 6913 w 199375"/>
                    <a:gd name="connsiteY4" fmla="*/ 0 h 120097"/>
                    <a:gd name="connsiteX5" fmla="*/ 192463 w 199375"/>
                    <a:gd name="connsiteY5" fmla="*/ 0 h 120097"/>
                    <a:gd name="connsiteX6" fmla="*/ 199376 w 199375"/>
                    <a:gd name="connsiteY6" fmla="*/ 6913 h 120097"/>
                    <a:gd name="connsiteX7" fmla="*/ 199376 w 199375"/>
                    <a:gd name="connsiteY7" fmla="*/ 113184 h 120097"/>
                    <a:gd name="connsiteX8" fmla="*/ 192463 w 199375"/>
                    <a:gd name="connsiteY8" fmla="*/ 120097 h 1200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9375" h="120097">
                      <a:moveTo>
                        <a:pt x="192463" y="120097"/>
                      </a:moveTo>
                      <a:lnTo>
                        <a:pt x="6913" y="120097"/>
                      </a:lnTo>
                      <a:cubicBezTo>
                        <a:pt x="3127" y="120097"/>
                        <a:pt x="0" y="117025"/>
                        <a:pt x="0" y="113184"/>
                      </a:cubicBezTo>
                      <a:lnTo>
                        <a:pt x="0" y="6913"/>
                      </a:lnTo>
                      <a:cubicBezTo>
                        <a:pt x="0" y="3127"/>
                        <a:pt x="3072" y="0"/>
                        <a:pt x="6913" y="0"/>
                      </a:cubicBezTo>
                      <a:lnTo>
                        <a:pt x="192463" y="0"/>
                      </a:lnTo>
                      <a:cubicBezTo>
                        <a:pt x="196249" y="0"/>
                        <a:pt x="199376" y="3072"/>
                        <a:pt x="199376" y="6913"/>
                      </a:cubicBezTo>
                      <a:lnTo>
                        <a:pt x="199376" y="113184"/>
                      </a:lnTo>
                      <a:cubicBezTo>
                        <a:pt x="199376" y="117025"/>
                        <a:pt x="196249" y="120097"/>
                        <a:pt x="192463" y="120097"/>
                      </a:cubicBezTo>
                      <a:close/>
                    </a:path>
                  </a:pathLst>
                </a:custGeom>
                <a:solidFill>
                  <a:srgbClr val="36A9E1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8" name="Freeform: Shape 137">
                  <a:extLst>
                    <a:ext uri="{FF2B5EF4-FFF2-40B4-BE49-F238E27FC236}">
                      <a16:creationId xmlns:a16="http://schemas.microsoft.com/office/drawing/2014/main" id="{50ABB7C5-76C8-8961-56A2-F2A247532C4C}"/>
                    </a:ext>
                  </a:extLst>
                </p:cNvPr>
                <p:cNvSpPr/>
                <p:nvPr/>
              </p:nvSpPr>
              <p:spPr>
                <a:xfrm>
                  <a:off x="-295401" y="4508510"/>
                  <a:ext cx="199375" cy="12399"/>
                </a:xfrm>
                <a:custGeom>
                  <a:avLst/>
                  <a:gdLst>
                    <a:gd name="connsiteX0" fmla="*/ 192463 w 199375"/>
                    <a:gd name="connsiteY0" fmla="*/ 0 h 12399"/>
                    <a:gd name="connsiteX1" fmla="*/ 6913 w 199375"/>
                    <a:gd name="connsiteY1" fmla="*/ 0 h 12399"/>
                    <a:gd name="connsiteX2" fmla="*/ 0 w 199375"/>
                    <a:gd name="connsiteY2" fmla="*/ 6913 h 12399"/>
                    <a:gd name="connsiteX3" fmla="*/ 0 w 199375"/>
                    <a:gd name="connsiteY3" fmla="*/ 12399 h 12399"/>
                    <a:gd name="connsiteX4" fmla="*/ 6913 w 199375"/>
                    <a:gd name="connsiteY4" fmla="*/ 5486 h 12399"/>
                    <a:gd name="connsiteX5" fmla="*/ 192463 w 199375"/>
                    <a:gd name="connsiteY5" fmla="*/ 5486 h 12399"/>
                    <a:gd name="connsiteX6" fmla="*/ 199376 w 199375"/>
                    <a:gd name="connsiteY6" fmla="*/ 12399 h 12399"/>
                    <a:gd name="connsiteX7" fmla="*/ 199376 w 199375"/>
                    <a:gd name="connsiteY7" fmla="*/ 6913 h 12399"/>
                    <a:gd name="connsiteX8" fmla="*/ 192463 w 199375"/>
                    <a:gd name="connsiteY8" fmla="*/ 0 h 123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9375" h="12399">
                      <a:moveTo>
                        <a:pt x="192463" y="0"/>
                      </a:moveTo>
                      <a:lnTo>
                        <a:pt x="6913" y="0"/>
                      </a:lnTo>
                      <a:cubicBezTo>
                        <a:pt x="3127" y="0"/>
                        <a:pt x="0" y="3072"/>
                        <a:pt x="0" y="6913"/>
                      </a:cubicBezTo>
                      <a:lnTo>
                        <a:pt x="0" y="12399"/>
                      </a:lnTo>
                      <a:cubicBezTo>
                        <a:pt x="0" y="8614"/>
                        <a:pt x="3072" y="5486"/>
                        <a:pt x="6913" y="5486"/>
                      </a:cubicBezTo>
                      <a:lnTo>
                        <a:pt x="192463" y="5486"/>
                      </a:lnTo>
                      <a:cubicBezTo>
                        <a:pt x="196249" y="5486"/>
                        <a:pt x="199376" y="8559"/>
                        <a:pt x="199376" y="12399"/>
                      </a:cubicBezTo>
                      <a:lnTo>
                        <a:pt x="199376" y="6913"/>
                      </a:lnTo>
                      <a:cubicBezTo>
                        <a:pt x="199376" y="3072"/>
                        <a:pt x="196249" y="0"/>
                        <a:pt x="192463" y="0"/>
                      </a:cubicBezTo>
                      <a:close/>
                    </a:path>
                  </a:pathLst>
                </a:custGeom>
                <a:solidFill>
                  <a:srgbClr val="0091C5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39" name="Graphic 114">
                  <a:extLst>
                    <a:ext uri="{FF2B5EF4-FFF2-40B4-BE49-F238E27FC236}">
                      <a16:creationId xmlns:a16="http://schemas.microsoft.com/office/drawing/2014/main" id="{83FA2550-66A9-F635-5927-6415C094759F}"/>
                    </a:ext>
                  </a:extLst>
                </p:cNvPr>
                <p:cNvGrpSpPr/>
                <p:nvPr/>
              </p:nvGrpSpPr>
              <p:grpSpPr>
                <a:xfrm>
                  <a:off x="-293591" y="4665147"/>
                  <a:ext cx="195754" cy="6912"/>
                  <a:chOff x="-293591" y="4665147"/>
                  <a:chExt cx="195754" cy="6912"/>
                </a:xfrm>
              </p:grpSpPr>
              <p:sp>
                <p:nvSpPr>
                  <p:cNvPr id="140" name="Freeform: Shape 139">
                    <a:extLst>
                      <a:ext uri="{FF2B5EF4-FFF2-40B4-BE49-F238E27FC236}">
                        <a16:creationId xmlns:a16="http://schemas.microsoft.com/office/drawing/2014/main" id="{FA15533D-EA48-4CAE-DD16-7516ACDAD9FB}"/>
                      </a:ext>
                    </a:extLst>
                  </p:cNvPr>
                  <p:cNvSpPr/>
                  <p:nvPr/>
                </p:nvSpPr>
                <p:spPr>
                  <a:xfrm>
                    <a:off x="-293591" y="4665147"/>
                    <a:ext cx="27102" cy="6912"/>
                  </a:xfrm>
                  <a:custGeom>
                    <a:avLst/>
                    <a:gdLst>
                      <a:gd name="connsiteX0" fmla="*/ 23646 w 27102"/>
                      <a:gd name="connsiteY0" fmla="*/ 6913 h 6912"/>
                      <a:gd name="connsiteX1" fmla="*/ 3456 w 27102"/>
                      <a:gd name="connsiteY1" fmla="*/ 6913 h 6912"/>
                      <a:gd name="connsiteX2" fmla="*/ 0 w 27102"/>
                      <a:gd name="connsiteY2" fmla="*/ 3456 h 6912"/>
                      <a:gd name="connsiteX3" fmla="*/ 0 w 27102"/>
                      <a:gd name="connsiteY3" fmla="*/ 3456 h 6912"/>
                      <a:gd name="connsiteX4" fmla="*/ 3456 w 27102"/>
                      <a:gd name="connsiteY4" fmla="*/ 0 h 6912"/>
                      <a:gd name="connsiteX5" fmla="*/ 23646 w 27102"/>
                      <a:gd name="connsiteY5" fmla="*/ 0 h 6912"/>
                      <a:gd name="connsiteX6" fmla="*/ 27103 w 27102"/>
                      <a:gd name="connsiteY6" fmla="*/ 3456 h 6912"/>
                      <a:gd name="connsiteX7" fmla="*/ 27103 w 27102"/>
                      <a:gd name="connsiteY7" fmla="*/ 3456 h 6912"/>
                      <a:gd name="connsiteX8" fmla="*/ 23646 w 27102"/>
                      <a:gd name="connsiteY8" fmla="*/ 6913 h 69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7102" h="6912">
                        <a:moveTo>
                          <a:pt x="23646" y="6913"/>
                        </a:moveTo>
                        <a:lnTo>
                          <a:pt x="3456" y="6913"/>
                        </a:lnTo>
                        <a:cubicBezTo>
                          <a:pt x="1536" y="6913"/>
                          <a:pt x="0" y="5377"/>
                          <a:pt x="0" y="3456"/>
                        </a:cubicBezTo>
                        <a:lnTo>
                          <a:pt x="0" y="3456"/>
                        </a:lnTo>
                        <a:cubicBezTo>
                          <a:pt x="0" y="1536"/>
                          <a:pt x="1536" y="0"/>
                          <a:pt x="3456" y="0"/>
                        </a:cubicBezTo>
                        <a:lnTo>
                          <a:pt x="23646" y="0"/>
                        </a:lnTo>
                        <a:cubicBezTo>
                          <a:pt x="25567" y="0"/>
                          <a:pt x="27103" y="1536"/>
                          <a:pt x="27103" y="3456"/>
                        </a:cubicBezTo>
                        <a:lnTo>
                          <a:pt x="27103" y="3456"/>
                        </a:lnTo>
                        <a:cubicBezTo>
                          <a:pt x="27103" y="5377"/>
                          <a:pt x="25567" y="6913"/>
                          <a:pt x="23646" y="691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41" name="Freeform: Shape 140">
                    <a:extLst>
                      <a:ext uri="{FF2B5EF4-FFF2-40B4-BE49-F238E27FC236}">
                        <a16:creationId xmlns:a16="http://schemas.microsoft.com/office/drawing/2014/main" id="{AA28D0D2-6842-C079-5155-818BEDC952FE}"/>
                      </a:ext>
                    </a:extLst>
                  </p:cNvPr>
                  <p:cNvSpPr/>
                  <p:nvPr/>
                </p:nvSpPr>
                <p:spPr>
                  <a:xfrm>
                    <a:off x="-293591" y="4667231"/>
                    <a:ext cx="27102" cy="4828"/>
                  </a:xfrm>
                  <a:custGeom>
                    <a:avLst/>
                    <a:gdLst>
                      <a:gd name="connsiteX0" fmla="*/ 23646 w 27102"/>
                      <a:gd name="connsiteY0" fmla="*/ 2085 h 4828"/>
                      <a:gd name="connsiteX1" fmla="*/ 3456 w 27102"/>
                      <a:gd name="connsiteY1" fmla="*/ 2085 h 4828"/>
                      <a:gd name="connsiteX2" fmla="*/ 274 w 27102"/>
                      <a:gd name="connsiteY2" fmla="*/ 0 h 4828"/>
                      <a:gd name="connsiteX3" fmla="*/ 0 w 27102"/>
                      <a:gd name="connsiteY3" fmla="*/ 1372 h 4828"/>
                      <a:gd name="connsiteX4" fmla="*/ 3456 w 27102"/>
                      <a:gd name="connsiteY4" fmla="*/ 4828 h 4828"/>
                      <a:gd name="connsiteX5" fmla="*/ 23646 w 27102"/>
                      <a:gd name="connsiteY5" fmla="*/ 4828 h 4828"/>
                      <a:gd name="connsiteX6" fmla="*/ 27103 w 27102"/>
                      <a:gd name="connsiteY6" fmla="*/ 1372 h 4828"/>
                      <a:gd name="connsiteX7" fmla="*/ 26828 w 27102"/>
                      <a:gd name="connsiteY7" fmla="*/ 0 h 4828"/>
                      <a:gd name="connsiteX8" fmla="*/ 23646 w 27102"/>
                      <a:gd name="connsiteY8" fmla="*/ 2085 h 48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7102" h="4828">
                        <a:moveTo>
                          <a:pt x="23646" y="2085"/>
                        </a:moveTo>
                        <a:lnTo>
                          <a:pt x="3456" y="2085"/>
                        </a:lnTo>
                        <a:cubicBezTo>
                          <a:pt x="2030" y="2085"/>
                          <a:pt x="823" y="1207"/>
                          <a:pt x="274" y="0"/>
                        </a:cubicBezTo>
                        <a:cubicBezTo>
                          <a:pt x="110" y="439"/>
                          <a:pt x="0" y="878"/>
                          <a:pt x="0" y="1372"/>
                        </a:cubicBezTo>
                        <a:cubicBezTo>
                          <a:pt x="0" y="3292"/>
                          <a:pt x="1536" y="4828"/>
                          <a:pt x="3456" y="4828"/>
                        </a:cubicBezTo>
                        <a:lnTo>
                          <a:pt x="23646" y="4828"/>
                        </a:lnTo>
                        <a:cubicBezTo>
                          <a:pt x="25567" y="4828"/>
                          <a:pt x="27103" y="3292"/>
                          <a:pt x="27103" y="1372"/>
                        </a:cubicBezTo>
                        <a:cubicBezTo>
                          <a:pt x="27103" y="878"/>
                          <a:pt x="26993" y="439"/>
                          <a:pt x="26828" y="0"/>
                        </a:cubicBezTo>
                        <a:cubicBezTo>
                          <a:pt x="26280" y="1262"/>
                          <a:pt x="25073" y="2085"/>
                          <a:pt x="23646" y="2085"/>
                        </a:cubicBezTo>
                        <a:close/>
                      </a:path>
                    </a:pathLst>
                  </a:custGeom>
                  <a:solidFill>
                    <a:srgbClr val="DADADA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42" name="Freeform: Shape 141">
                    <a:extLst>
                      <a:ext uri="{FF2B5EF4-FFF2-40B4-BE49-F238E27FC236}">
                        <a16:creationId xmlns:a16="http://schemas.microsoft.com/office/drawing/2014/main" id="{25DE6D77-9DFD-DE70-681E-DEE0EEFE601D}"/>
                      </a:ext>
                    </a:extLst>
                  </p:cNvPr>
                  <p:cNvSpPr/>
                  <p:nvPr/>
                </p:nvSpPr>
                <p:spPr>
                  <a:xfrm>
                    <a:off x="-124939" y="4665147"/>
                    <a:ext cx="27102" cy="6912"/>
                  </a:xfrm>
                  <a:custGeom>
                    <a:avLst/>
                    <a:gdLst>
                      <a:gd name="connsiteX0" fmla="*/ 23646 w 27102"/>
                      <a:gd name="connsiteY0" fmla="*/ 6913 h 6912"/>
                      <a:gd name="connsiteX1" fmla="*/ 3456 w 27102"/>
                      <a:gd name="connsiteY1" fmla="*/ 6913 h 6912"/>
                      <a:gd name="connsiteX2" fmla="*/ 0 w 27102"/>
                      <a:gd name="connsiteY2" fmla="*/ 3456 h 6912"/>
                      <a:gd name="connsiteX3" fmla="*/ 0 w 27102"/>
                      <a:gd name="connsiteY3" fmla="*/ 3456 h 6912"/>
                      <a:gd name="connsiteX4" fmla="*/ 3456 w 27102"/>
                      <a:gd name="connsiteY4" fmla="*/ 0 h 6912"/>
                      <a:gd name="connsiteX5" fmla="*/ 23646 w 27102"/>
                      <a:gd name="connsiteY5" fmla="*/ 0 h 6912"/>
                      <a:gd name="connsiteX6" fmla="*/ 27103 w 27102"/>
                      <a:gd name="connsiteY6" fmla="*/ 3456 h 6912"/>
                      <a:gd name="connsiteX7" fmla="*/ 27103 w 27102"/>
                      <a:gd name="connsiteY7" fmla="*/ 3456 h 6912"/>
                      <a:gd name="connsiteX8" fmla="*/ 23646 w 27102"/>
                      <a:gd name="connsiteY8" fmla="*/ 6913 h 69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7102" h="6912">
                        <a:moveTo>
                          <a:pt x="23646" y="6913"/>
                        </a:moveTo>
                        <a:lnTo>
                          <a:pt x="3456" y="6913"/>
                        </a:lnTo>
                        <a:cubicBezTo>
                          <a:pt x="1536" y="6913"/>
                          <a:pt x="0" y="5377"/>
                          <a:pt x="0" y="3456"/>
                        </a:cubicBezTo>
                        <a:lnTo>
                          <a:pt x="0" y="3456"/>
                        </a:lnTo>
                        <a:cubicBezTo>
                          <a:pt x="0" y="1536"/>
                          <a:pt x="1536" y="0"/>
                          <a:pt x="3456" y="0"/>
                        </a:cubicBezTo>
                        <a:lnTo>
                          <a:pt x="23646" y="0"/>
                        </a:lnTo>
                        <a:cubicBezTo>
                          <a:pt x="25567" y="0"/>
                          <a:pt x="27103" y="1536"/>
                          <a:pt x="27103" y="3456"/>
                        </a:cubicBezTo>
                        <a:lnTo>
                          <a:pt x="27103" y="3456"/>
                        </a:lnTo>
                        <a:cubicBezTo>
                          <a:pt x="27048" y="5377"/>
                          <a:pt x="25512" y="6913"/>
                          <a:pt x="23646" y="691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43" name="Freeform: Shape 142">
                    <a:extLst>
                      <a:ext uri="{FF2B5EF4-FFF2-40B4-BE49-F238E27FC236}">
                        <a16:creationId xmlns:a16="http://schemas.microsoft.com/office/drawing/2014/main" id="{AA507606-BBA3-B9C9-6CD3-8A3F7B3D844D}"/>
                      </a:ext>
                    </a:extLst>
                  </p:cNvPr>
                  <p:cNvSpPr/>
                  <p:nvPr/>
                </p:nvSpPr>
                <p:spPr>
                  <a:xfrm>
                    <a:off x="-124939" y="4667231"/>
                    <a:ext cx="27102" cy="4828"/>
                  </a:xfrm>
                  <a:custGeom>
                    <a:avLst/>
                    <a:gdLst>
                      <a:gd name="connsiteX0" fmla="*/ 23646 w 27102"/>
                      <a:gd name="connsiteY0" fmla="*/ 2085 h 4828"/>
                      <a:gd name="connsiteX1" fmla="*/ 3456 w 27102"/>
                      <a:gd name="connsiteY1" fmla="*/ 2085 h 4828"/>
                      <a:gd name="connsiteX2" fmla="*/ 274 w 27102"/>
                      <a:gd name="connsiteY2" fmla="*/ 0 h 4828"/>
                      <a:gd name="connsiteX3" fmla="*/ 0 w 27102"/>
                      <a:gd name="connsiteY3" fmla="*/ 1372 h 4828"/>
                      <a:gd name="connsiteX4" fmla="*/ 3456 w 27102"/>
                      <a:gd name="connsiteY4" fmla="*/ 4828 h 4828"/>
                      <a:gd name="connsiteX5" fmla="*/ 23646 w 27102"/>
                      <a:gd name="connsiteY5" fmla="*/ 4828 h 4828"/>
                      <a:gd name="connsiteX6" fmla="*/ 27103 w 27102"/>
                      <a:gd name="connsiteY6" fmla="*/ 1372 h 4828"/>
                      <a:gd name="connsiteX7" fmla="*/ 26829 w 27102"/>
                      <a:gd name="connsiteY7" fmla="*/ 0 h 4828"/>
                      <a:gd name="connsiteX8" fmla="*/ 23646 w 27102"/>
                      <a:gd name="connsiteY8" fmla="*/ 2085 h 48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7102" h="4828">
                        <a:moveTo>
                          <a:pt x="23646" y="2085"/>
                        </a:moveTo>
                        <a:lnTo>
                          <a:pt x="3456" y="2085"/>
                        </a:lnTo>
                        <a:cubicBezTo>
                          <a:pt x="2030" y="2085"/>
                          <a:pt x="823" y="1207"/>
                          <a:pt x="274" y="0"/>
                        </a:cubicBezTo>
                        <a:cubicBezTo>
                          <a:pt x="110" y="439"/>
                          <a:pt x="0" y="878"/>
                          <a:pt x="0" y="1372"/>
                        </a:cubicBezTo>
                        <a:cubicBezTo>
                          <a:pt x="0" y="3292"/>
                          <a:pt x="1536" y="4828"/>
                          <a:pt x="3456" y="4828"/>
                        </a:cubicBezTo>
                        <a:lnTo>
                          <a:pt x="23646" y="4828"/>
                        </a:lnTo>
                        <a:cubicBezTo>
                          <a:pt x="25567" y="4828"/>
                          <a:pt x="27103" y="3292"/>
                          <a:pt x="27103" y="1372"/>
                        </a:cubicBezTo>
                        <a:cubicBezTo>
                          <a:pt x="27103" y="878"/>
                          <a:pt x="26993" y="439"/>
                          <a:pt x="26829" y="0"/>
                        </a:cubicBezTo>
                        <a:cubicBezTo>
                          <a:pt x="26225" y="1262"/>
                          <a:pt x="25018" y="2085"/>
                          <a:pt x="23646" y="2085"/>
                        </a:cubicBezTo>
                        <a:close/>
                      </a:path>
                    </a:pathLst>
                  </a:custGeom>
                  <a:solidFill>
                    <a:srgbClr val="DADADA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44" name="Freeform: Shape 143">
                  <a:extLst>
                    <a:ext uri="{FF2B5EF4-FFF2-40B4-BE49-F238E27FC236}">
                      <a16:creationId xmlns:a16="http://schemas.microsoft.com/office/drawing/2014/main" id="{34540997-795F-D83B-3198-3575525B9C92}"/>
                    </a:ext>
                  </a:extLst>
                </p:cNvPr>
                <p:cNvSpPr/>
                <p:nvPr/>
              </p:nvSpPr>
              <p:spPr>
                <a:xfrm>
                  <a:off x="-137228" y="4665201"/>
                  <a:ext cx="6803" cy="6803"/>
                </a:xfrm>
                <a:custGeom>
                  <a:avLst/>
                  <a:gdLst>
                    <a:gd name="connsiteX0" fmla="*/ 6803 w 6803"/>
                    <a:gd name="connsiteY0" fmla="*/ 3402 h 6803"/>
                    <a:gd name="connsiteX1" fmla="*/ 3402 w 6803"/>
                    <a:gd name="connsiteY1" fmla="*/ 6803 h 6803"/>
                    <a:gd name="connsiteX2" fmla="*/ 0 w 6803"/>
                    <a:gd name="connsiteY2" fmla="*/ 3402 h 6803"/>
                    <a:gd name="connsiteX3" fmla="*/ 3402 w 6803"/>
                    <a:gd name="connsiteY3" fmla="*/ 0 h 6803"/>
                    <a:gd name="connsiteX4" fmla="*/ 6803 w 6803"/>
                    <a:gd name="connsiteY4" fmla="*/ 3402 h 68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803" h="6803">
                      <a:moveTo>
                        <a:pt x="6803" y="3402"/>
                      </a:moveTo>
                      <a:cubicBezTo>
                        <a:pt x="6803" y="5280"/>
                        <a:pt x="5280" y="6803"/>
                        <a:pt x="3402" y="6803"/>
                      </a:cubicBezTo>
                      <a:cubicBezTo>
                        <a:pt x="1523" y="6803"/>
                        <a:pt x="0" y="5280"/>
                        <a:pt x="0" y="3402"/>
                      </a:cubicBezTo>
                      <a:cubicBezTo>
                        <a:pt x="0" y="1523"/>
                        <a:pt x="1523" y="0"/>
                        <a:pt x="3402" y="0"/>
                      </a:cubicBezTo>
                      <a:cubicBezTo>
                        <a:pt x="5280" y="0"/>
                        <a:pt x="6803" y="1523"/>
                        <a:pt x="6803" y="3402"/>
                      </a:cubicBezTo>
                      <a:close/>
                    </a:path>
                  </a:pathLst>
                </a:custGeom>
                <a:solidFill>
                  <a:srgbClr val="36A9E1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5" name="Freeform: Shape 144">
                  <a:extLst>
                    <a:ext uri="{FF2B5EF4-FFF2-40B4-BE49-F238E27FC236}">
                      <a16:creationId xmlns:a16="http://schemas.microsoft.com/office/drawing/2014/main" id="{48740003-1AA8-05E9-180F-60DF4C0B9F98}"/>
                    </a:ext>
                  </a:extLst>
                </p:cNvPr>
                <p:cNvSpPr/>
                <p:nvPr/>
              </p:nvSpPr>
              <p:spPr>
                <a:xfrm>
                  <a:off x="-137174" y="4667231"/>
                  <a:ext cx="6803" cy="4773"/>
                </a:xfrm>
                <a:custGeom>
                  <a:avLst/>
                  <a:gdLst>
                    <a:gd name="connsiteX0" fmla="*/ 3347 w 6803"/>
                    <a:gd name="connsiteY0" fmla="*/ 2030 h 4773"/>
                    <a:gd name="connsiteX1" fmla="*/ 274 w 6803"/>
                    <a:gd name="connsiteY1" fmla="*/ 0 h 4773"/>
                    <a:gd name="connsiteX2" fmla="*/ 0 w 6803"/>
                    <a:gd name="connsiteY2" fmla="*/ 1372 h 4773"/>
                    <a:gd name="connsiteX3" fmla="*/ 3402 w 6803"/>
                    <a:gd name="connsiteY3" fmla="*/ 4773 h 4773"/>
                    <a:gd name="connsiteX4" fmla="*/ 6803 w 6803"/>
                    <a:gd name="connsiteY4" fmla="*/ 1372 h 4773"/>
                    <a:gd name="connsiteX5" fmla="*/ 6529 w 6803"/>
                    <a:gd name="connsiteY5" fmla="*/ 0 h 4773"/>
                    <a:gd name="connsiteX6" fmla="*/ 3347 w 6803"/>
                    <a:gd name="connsiteY6" fmla="*/ 2030 h 47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803" h="4773">
                      <a:moveTo>
                        <a:pt x="3347" y="2030"/>
                      </a:moveTo>
                      <a:cubicBezTo>
                        <a:pt x="1975" y="2030"/>
                        <a:pt x="768" y="1207"/>
                        <a:pt x="274" y="0"/>
                      </a:cubicBezTo>
                      <a:cubicBezTo>
                        <a:pt x="110" y="439"/>
                        <a:pt x="0" y="878"/>
                        <a:pt x="0" y="1372"/>
                      </a:cubicBezTo>
                      <a:cubicBezTo>
                        <a:pt x="0" y="3237"/>
                        <a:pt x="1536" y="4773"/>
                        <a:pt x="3402" y="4773"/>
                      </a:cubicBezTo>
                      <a:cubicBezTo>
                        <a:pt x="5267" y="4773"/>
                        <a:pt x="6803" y="3237"/>
                        <a:pt x="6803" y="1372"/>
                      </a:cubicBezTo>
                      <a:cubicBezTo>
                        <a:pt x="6803" y="878"/>
                        <a:pt x="6693" y="439"/>
                        <a:pt x="6529" y="0"/>
                      </a:cubicBezTo>
                      <a:cubicBezTo>
                        <a:pt x="5925" y="1207"/>
                        <a:pt x="4718" y="2030"/>
                        <a:pt x="3347" y="2030"/>
                      </a:cubicBezTo>
                      <a:close/>
                    </a:path>
                  </a:pathLst>
                </a:custGeom>
                <a:solidFill>
                  <a:srgbClr val="0091C5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46" name="Graphic 114">
                <a:extLst>
                  <a:ext uri="{FF2B5EF4-FFF2-40B4-BE49-F238E27FC236}">
                    <a16:creationId xmlns:a16="http://schemas.microsoft.com/office/drawing/2014/main" id="{864C6976-BE59-0175-0D52-330920B0604F}"/>
                  </a:ext>
                </a:extLst>
              </p:cNvPr>
              <p:cNvGrpSpPr/>
              <p:nvPr/>
            </p:nvGrpSpPr>
            <p:grpSpPr>
              <a:xfrm>
                <a:off x="-257161" y="4444401"/>
                <a:ext cx="122895" cy="174398"/>
                <a:chOff x="-257161" y="4444401"/>
                <a:chExt cx="122895" cy="174398"/>
              </a:xfrm>
            </p:grpSpPr>
            <p:sp>
              <p:nvSpPr>
                <p:cNvPr id="147" name="Freeform: Shape 146">
                  <a:extLst>
                    <a:ext uri="{FF2B5EF4-FFF2-40B4-BE49-F238E27FC236}">
                      <a16:creationId xmlns:a16="http://schemas.microsoft.com/office/drawing/2014/main" id="{C0950DC9-DCCF-07AC-7977-74F1B77500ED}"/>
                    </a:ext>
                  </a:extLst>
                </p:cNvPr>
                <p:cNvSpPr/>
                <p:nvPr/>
              </p:nvSpPr>
              <p:spPr>
                <a:xfrm>
                  <a:off x="-257161" y="4455374"/>
                  <a:ext cx="122895" cy="163426"/>
                </a:xfrm>
                <a:custGeom>
                  <a:avLst/>
                  <a:gdLst>
                    <a:gd name="connsiteX0" fmla="*/ 110331 w 122895"/>
                    <a:gd name="connsiteY0" fmla="*/ 120125 h 163426"/>
                    <a:gd name="connsiteX1" fmla="*/ 69787 w 122895"/>
                    <a:gd name="connsiteY1" fmla="*/ 160011 h 163426"/>
                    <a:gd name="connsiteX2" fmla="*/ 53108 w 122895"/>
                    <a:gd name="connsiteY2" fmla="*/ 160011 h 163426"/>
                    <a:gd name="connsiteX3" fmla="*/ 12564 w 122895"/>
                    <a:gd name="connsiteY3" fmla="*/ 120125 h 163426"/>
                    <a:gd name="connsiteX4" fmla="*/ 0 w 122895"/>
                    <a:gd name="connsiteY4" fmla="*/ 90169 h 163426"/>
                    <a:gd name="connsiteX5" fmla="*/ 0 w 122895"/>
                    <a:gd name="connsiteY5" fmla="*/ 26527 h 163426"/>
                    <a:gd name="connsiteX6" fmla="*/ 9327 w 122895"/>
                    <a:gd name="connsiteY6" fmla="*/ 11768 h 163426"/>
                    <a:gd name="connsiteX7" fmla="*/ 9327 w 122895"/>
                    <a:gd name="connsiteY7" fmla="*/ 11768 h 163426"/>
                    <a:gd name="connsiteX8" fmla="*/ 113568 w 122895"/>
                    <a:gd name="connsiteY8" fmla="*/ 11768 h 163426"/>
                    <a:gd name="connsiteX9" fmla="*/ 113568 w 122895"/>
                    <a:gd name="connsiteY9" fmla="*/ 11768 h 163426"/>
                    <a:gd name="connsiteX10" fmla="*/ 122895 w 122895"/>
                    <a:gd name="connsiteY10" fmla="*/ 26527 h 163426"/>
                    <a:gd name="connsiteX11" fmla="*/ 122895 w 122895"/>
                    <a:gd name="connsiteY11" fmla="*/ 90169 h 163426"/>
                    <a:gd name="connsiteX12" fmla="*/ 110331 w 122895"/>
                    <a:gd name="connsiteY12" fmla="*/ 120125 h 163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2895" h="163426">
                      <a:moveTo>
                        <a:pt x="110331" y="120125"/>
                      </a:moveTo>
                      <a:lnTo>
                        <a:pt x="69787" y="160011"/>
                      </a:lnTo>
                      <a:cubicBezTo>
                        <a:pt x="65178" y="164565"/>
                        <a:pt x="57717" y="164565"/>
                        <a:pt x="53108" y="160011"/>
                      </a:cubicBezTo>
                      <a:lnTo>
                        <a:pt x="12564" y="120125"/>
                      </a:lnTo>
                      <a:cubicBezTo>
                        <a:pt x="4554" y="112224"/>
                        <a:pt x="0" y="101416"/>
                        <a:pt x="0" y="90169"/>
                      </a:cubicBezTo>
                      <a:lnTo>
                        <a:pt x="0" y="26527"/>
                      </a:lnTo>
                      <a:cubicBezTo>
                        <a:pt x="0" y="20217"/>
                        <a:pt x="3621" y="14457"/>
                        <a:pt x="9327" y="11768"/>
                      </a:cubicBezTo>
                      <a:lnTo>
                        <a:pt x="9327" y="11768"/>
                      </a:lnTo>
                      <a:cubicBezTo>
                        <a:pt x="42300" y="-3923"/>
                        <a:pt x="80595" y="-3923"/>
                        <a:pt x="113568" y="11768"/>
                      </a:cubicBezTo>
                      <a:lnTo>
                        <a:pt x="113568" y="11768"/>
                      </a:lnTo>
                      <a:cubicBezTo>
                        <a:pt x="119274" y="14457"/>
                        <a:pt x="122895" y="20217"/>
                        <a:pt x="122895" y="26527"/>
                      </a:cubicBezTo>
                      <a:lnTo>
                        <a:pt x="122895" y="90169"/>
                      </a:lnTo>
                      <a:cubicBezTo>
                        <a:pt x="122895" y="101471"/>
                        <a:pt x="118397" y="112279"/>
                        <a:pt x="110331" y="120125"/>
                      </a:cubicBezTo>
                      <a:close/>
                    </a:path>
                  </a:pathLst>
                </a:custGeom>
                <a:solidFill>
                  <a:srgbClr val="0091C5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8" name="Freeform: Shape 147">
                  <a:extLst>
                    <a:ext uri="{FF2B5EF4-FFF2-40B4-BE49-F238E27FC236}">
                      <a16:creationId xmlns:a16="http://schemas.microsoft.com/office/drawing/2014/main" id="{C3EC5850-E65F-EB00-84AD-33690CDEA95D}"/>
                    </a:ext>
                  </a:extLst>
                </p:cNvPr>
                <p:cNvSpPr/>
                <p:nvPr/>
              </p:nvSpPr>
              <p:spPr>
                <a:xfrm>
                  <a:off x="-257161" y="4444401"/>
                  <a:ext cx="122895" cy="163426"/>
                </a:xfrm>
                <a:custGeom>
                  <a:avLst/>
                  <a:gdLst>
                    <a:gd name="connsiteX0" fmla="*/ 110331 w 122895"/>
                    <a:gd name="connsiteY0" fmla="*/ 120125 h 163426"/>
                    <a:gd name="connsiteX1" fmla="*/ 69787 w 122895"/>
                    <a:gd name="connsiteY1" fmla="*/ 160011 h 163426"/>
                    <a:gd name="connsiteX2" fmla="*/ 53108 w 122895"/>
                    <a:gd name="connsiteY2" fmla="*/ 160011 h 163426"/>
                    <a:gd name="connsiteX3" fmla="*/ 12564 w 122895"/>
                    <a:gd name="connsiteY3" fmla="*/ 120125 h 163426"/>
                    <a:gd name="connsiteX4" fmla="*/ 0 w 122895"/>
                    <a:gd name="connsiteY4" fmla="*/ 90169 h 163426"/>
                    <a:gd name="connsiteX5" fmla="*/ 0 w 122895"/>
                    <a:gd name="connsiteY5" fmla="*/ 26527 h 163426"/>
                    <a:gd name="connsiteX6" fmla="*/ 9327 w 122895"/>
                    <a:gd name="connsiteY6" fmla="*/ 11768 h 163426"/>
                    <a:gd name="connsiteX7" fmla="*/ 9327 w 122895"/>
                    <a:gd name="connsiteY7" fmla="*/ 11768 h 163426"/>
                    <a:gd name="connsiteX8" fmla="*/ 113568 w 122895"/>
                    <a:gd name="connsiteY8" fmla="*/ 11768 h 163426"/>
                    <a:gd name="connsiteX9" fmla="*/ 113568 w 122895"/>
                    <a:gd name="connsiteY9" fmla="*/ 11768 h 163426"/>
                    <a:gd name="connsiteX10" fmla="*/ 122895 w 122895"/>
                    <a:gd name="connsiteY10" fmla="*/ 26527 h 163426"/>
                    <a:gd name="connsiteX11" fmla="*/ 122895 w 122895"/>
                    <a:gd name="connsiteY11" fmla="*/ 90169 h 163426"/>
                    <a:gd name="connsiteX12" fmla="*/ 110331 w 122895"/>
                    <a:gd name="connsiteY12" fmla="*/ 120125 h 163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2895" h="163426">
                      <a:moveTo>
                        <a:pt x="110331" y="120125"/>
                      </a:moveTo>
                      <a:lnTo>
                        <a:pt x="69787" y="160011"/>
                      </a:lnTo>
                      <a:cubicBezTo>
                        <a:pt x="65178" y="164565"/>
                        <a:pt x="57717" y="164565"/>
                        <a:pt x="53108" y="160011"/>
                      </a:cubicBezTo>
                      <a:lnTo>
                        <a:pt x="12564" y="120125"/>
                      </a:lnTo>
                      <a:cubicBezTo>
                        <a:pt x="4554" y="112224"/>
                        <a:pt x="0" y="101416"/>
                        <a:pt x="0" y="90169"/>
                      </a:cubicBezTo>
                      <a:lnTo>
                        <a:pt x="0" y="26527"/>
                      </a:lnTo>
                      <a:cubicBezTo>
                        <a:pt x="0" y="20217"/>
                        <a:pt x="3621" y="14457"/>
                        <a:pt x="9327" y="11768"/>
                      </a:cubicBezTo>
                      <a:lnTo>
                        <a:pt x="9327" y="11768"/>
                      </a:lnTo>
                      <a:cubicBezTo>
                        <a:pt x="42300" y="-3923"/>
                        <a:pt x="80595" y="-3923"/>
                        <a:pt x="113568" y="11768"/>
                      </a:cubicBezTo>
                      <a:lnTo>
                        <a:pt x="113568" y="11768"/>
                      </a:lnTo>
                      <a:cubicBezTo>
                        <a:pt x="119274" y="14457"/>
                        <a:pt x="122895" y="20217"/>
                        <a:pt x="122895" y="26527"/>
                      </a:cubicBezTo>
                      <a:lnTo>
                        <a:pt x="122895" y="90169"/>
                      </a:lnTo>
                      <a:cubicBezTo>
                        <a:pt x="122895" y="101471"/>
                        <a:pt x="118397" y="112279"/>
                        <a:pt x="110331" y="12012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9" name="Freeform: Shape 148">
                  <a:extLst>
                    <a:ext uri="{FF2B5EF4-FFF2-40B4-BE49-F238E27FC236}">
                      <a16:creationId xmlns:a16="http://schemas.microsoft.com/office/drawing/2014/main" id="{90C15863-4A68-2DF0-C1EB-D4074CEDF8CE}"/>
                    </a:ext>
                  </a:extLst>
                </p:cNvPr>
                <p:cNvSpPr/>
                <p:nvPr/>
              </p:nvSpPr>
              <p:spPr>
                <a:xfrm>
                  <a:off x="-250303" y="4452521"/>
                  <a:ext cx="109179" cy="142879"/>
                </a:xfrm>
                <a:custGeom>
                  <a:avLst/>
                  <a:gdLst>
                    <a:gd name="connsiteX0" fmla="*/ 109179 w 109179"/>
                    <a:gd name="connsiteY0" fmla="*/ 78812 h 142879"/>
                    <a:gd name="connsiteX1" fmla="*/ 109179 w 109179"/>
                    <a:gd name="connsiteY1" fmla="*/ 23180 h 142879"/>
                    <a:gd name="connsiteX2" fmla="*/ 100895 w 109179"/>
                    <a:gd name="connsiteY2" fmla="*/ 10287 h 142879"/>
                    <a:gd name="connsiteX3" fmla="*/ 100895 w 109179"/>
                    <a:gd name="connsiteY3" fmla="*/ 10287 h 142879"/>
                    <a:gd name="connsiteX4" fmla="*/ 8284 w 109179"/>
                    <a:gd name="connsiteY4" fmla="*/ 10287 h 142879"/>
                    <a:gd name="connsiteX5" fmla="*/ 8284 w 109179"/>
                    <a:gd name="connsiteY5" fmla="*/ 10287 h 142879"/>
                    <a:gd name="connsiteX6" fmla="*/ 0 w 109179"/>
                    <a:gd name="connsiteY6" fmla="*/ 23180 h 142879"/>
                    <a:gd name="connsiteX7" fmla="*/ 0 w 109179"/>
                    <a:gd name="connsiteY7" fmla="*/ 78812 h 142879"/>
                    <a:gd name="connsiteX8" fmla="*/ 11137 w 109179"/>
                    <a:gd name="connsiteY8" fmla="*/ 104982 h 142879"/>
                    <a:gd name="connsiteX9" fmla="*/ 47183 w 109179"/>
                    <a:gd name="connsiteY9" fmla="*/ 139876 h 142879"/>
                    <a:gd name="connsiteX10" fmla="*/ 61996 w 109179"/>
                    <a:gd name="connsiteY10" fmla="*/ 139876 h 142879"/>
                    <a:gd name="connsiteX11" fmla="*/ 98042 w 109179"/>
                    <a:gd name="connsiteY11" fmla="*/ 104982 h 142879"/>
                    <a:gd name="connsiteX12" fmla="*/ 109179 w 109179"/>
                    <a:gd name="connsiteY12" fmla="*/ 78812 h 1428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09179" h="142879">
                      <a:moveTo>
                        <a:pt x="109179" y="78812"/>
                      </a:moveTo>
                      <a:lnTo>
                        <a:pt x="109179" y="23180"/>
                      </a:lnTo>
                      <a:cubicBezTo>
                        <a:pt x="109179" y="17694"/>
                        <a:pt x="105942" y="12646"/>
                        <a:pt x="100895" y="10287"/>
                      </a:cubicBezTo>
                      <a:lnTo>
                        <a:pt x="100895" y="10287"/>
                      </a:lnTo>
                      <a:cubicBezTo>
                        <a:pt x="71598" y="-3429"/>
                        <a:pt x="37582" y="-3429"/>
                        <a:pt x="8284" y="10287"/>
                      </a:cubicBezTo>
                      <a:lnTo>
                        <a:pt x="8284" y="10287"/>
                      </a:lnTo>
                      <a:cubicBezTo>
                        <a:pt x="3237" y="12646"/>
                        <a:pt x="0" y="17694"/>
                        <a:pt x="0" y="23180"/>
                      </a:cubicBezTo>
                      <a:lnTo>
                        <a:pt x="0" y="78812"/>
                      </a:lnTo>
                      <a:cubicBezTo>
                        <a:pt x="0" y="88633"/>
                        <a:pt x="4005" y="98069"/>
                        <a:pt x="11137" y="104982"/>
                      </a:cubicBezTo>
                      <a:lnTo>
                        <a:pt x="47183" y="139876"/>
                      </a:lnTo>
                      <a:cubicBezTo>
                        <a:pt x="51298" y="143881"/>
                        <a:pt x="57882" y="143881"/>
                        <a:pt x="61996" y="139876"/>
                      </a:cubicBezTo>
                      <a:lnTo>
                        <a:pt x="98042" y="104982"/>
                      </a:lnTo>
                      <a:cubicBezTo>
                        <a:pt x="105174" y="98124"/>
                        <a:pt x="109179" y="88688"/>
                        <a:pt x="109179" y="78812"/>
                      </a:cubicBezTo>
                      <a:close/>
                    </a:path>
                  </a:pathLst>
                </a:custGeom>
                <a:solidFill>
                  <a:srgbClr val="DADADA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0" name="Freeform: Shape 149">
                  <a:extLst>
                    <a:ext uri="{FF2B5EF4-FFF2-40B4-BE49-F238E27FC236}">
                      <a16:creationId xmlns:a16="http://schemas.microsoft.com/office/drawing/2014/main" id="{35F565E4-5C06-0E96-5474-3A314EA773A7}"/>
                    </a:ext>
                  </a:extLst>
                </p:cNvPr>
                <p:cNvSpPr/>
                <p:nvPr/>
              </p:nvSpPr>
              <p:spPr>
                <a:xfrm>
                  <a:off x="-245640" y="4457445"/>
                  <a:ext cx="99852" cy="132880"/>
                </a:xfrm>
                <a:custGeom>
                  <a:avLst/>
                  <a:gdLst>
                    <a:gd name="connsiteX0" fmla="*/ 89648 w 99852"/>
                    <a:gd name="connsiteY0" fmla="*/ 97699 h 132880"/>
                    <a:gd name="connsiteX1" fmla="*/ 56675 w 99852"/>
                    <a:gd name="connsiteY1" fmla="*/ 130124 h 132880"/>
                    <a:gd name="connsiteX2" fmla="*/ 43123 w 99852"/>
                    <a:gd name="connsiteY2" fmla="*/ 130124 h 132880"/>
                    <a:gd name="connsiteX3" fmla="*/ 10205 w 99852"/>
                    <a:gd name="connsiteY3" fmla="*/ 97699 h 132880"/>
                    <a:gd name="connsiteX4" fmla="*/ 0 w 99852"/>
                    <a:gd name="connsiteY4" fmla="*/ 73339 h 132880"/>
                    <a:gd name="connsiteX5" fmla="*/ 0 w 99852"/>
                    <a:gd name="connsiteY5" fmla="*/ 21603 h 132880"/>
                    <a:gd name="connsiteX6" fmla="*/ 7571 w 99852"/>
                    <a:gd name="connsiteY6" fmla="*/ 9587 h 132880"/>
                    <a:gd name="connsiteX7" fmla="*/ 7571 w 99852"/>
                    <a:gd name="connsiteY7" fmla="*/ 9587 h 132880"/>
                    <a:gd name="connsiteX8" fmla="*/ 92281 w 99852"/>
                    <a:gd name="connsiteY8" fmla="*/ 9587 h 132880"/>
                    <a:gd name="connsiteX9" fmla="*/ 92281 w 99852"/>
                    <a:gd name="connsiteY9" fmla="*/ 9587 h 132880"/>
                    <a:gd name="connsiteX10" fmla="*/ 99852 w 99852"/>
                    <a:gd name="connsiteY10" fmla="*/ 21603 h 132880"/>
                    <a:gd name="connsiteX11" fmla="*/ 99852 w 99852"/>
                    <a:gd name="connsiteY11" fmla="*/ 73339 h 132880"/>
                    <a:gd name="connsiteX12" fmla="*/ 89648 w 99852"/>
                    <a:gd name="connsiteY12" fmla="*/ 97699 h 1328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99852" h="132880">
                      <a:moveTo>
                        <a:pt x="89648" y="97699"/>
                      </a:moveTo>
                      <a:lnTo>
                        <a:pt x="56675" y="130124"/>
                      </a:lnTo>
                      <a:cubicBezTo>
                        <a:pt x="52889" y="133800"/>
                        <a:pt x="46854" y="133800"/>
                        <a:pt x="43123" y="130124"/>
                      </a:cubicBezTo>
                      <a:lnTo>
                        <a:pt x="10205" y="97699"/>
                      </a:lnTo>
                      <a:cubicBezTo>
                        <a:pt x="3676" y="91280"/>
                        <a:pt x="0" y="82502"/>
                        <a:pt x="0" y="73339"/>
                      </a:cubicBezTo>
                      <a:lnTo>
                        <a:pt x="0" y="21603"/>
                      </a:lnTo>
                      <a:cubicBezTo>
                        <a:pt x="0" y="16500"/>
                        <a:pt x="2963" y="11837"/>
                        <a:pt x="7571" y="9587"/>
                      </a:cubicBezTo>
                      <a:lnTo>
                        <a:pt x="7571" y="9587"/>
                      </a:lnTo>
                      <a:cubicBezTo>
                        <a:pt x="34345" y="-3196"/>
                        <a:pt x="65508" y="-3196"/>
                        <a:pt x="92281" y="9587"/>
                      </a:cubicBezTo>
                      <a:lnTo>
                        <a:pt x="92281" y="9587"/>
                      </a:lnTo>
                      <a:cubicBezTo>
                        <a:pt x="96890" y="11782"/>
                        <a:pt x="99852" y="16445"/>
                        <a:pt x="99852" y="21603"/>
                      </a:cubicBezTo>
                      <a:lnTo>
                        <a:pt x="99852" y="73339"/>
                      </a:lnTo>
                      <a:cubicBezTo>
                        <a:pt x="99852" y="82557"/>
                        <a:pt x="96177" y="91280"/>
                        <a:pt x="89648" y="97699"/>
                      </a:cubicBezTo>
                      <a:close/>
                    </a:path>
                  </a:pathLst>
                </a:custGeom>
                <a:solidFill>
                  <a:srgbClr val="A44995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1" name="Freeform: Shape 150">
                  <a:extLst>
                    <a:ext uri="{FF2B5EF4-FFF2-40B4-BE49-F238E27FC236}">
                      <a16:creationId xmlns:a16="http://schemas.microsoft.com/office/drawing/2014/main" id="{C94DEBF4-83BD-F192-E67B-A3115DCF2320}"/>
                    </a:ext>
                  </a:extLst>
                </p:cNvPr>
                <p:cNvSpPr/>
                <p:nvPr/>
              </p:nvSpPr>
              <p:spPr>
                <a:xfrm>
                  <a:off x="-245640" y="4457555"/>
                  <a:ext cx="99852" cy="28735"/>
                </a:xfrm>
                <a:custGeom>
                  <a:avLst/>
                  <a:gdLst>
                    <a:gd name="connsiteX0" fmla="*/ 92281 w 99852"/>
                    <a:gd name="connsiteY0" fmla="*/ 9587 h 28735"/>
                    <a:gd name="connsiteX1" fmla="*/ 92281 w 99852"/>
                    <a:gd name="connsiteY1" fmla="*/ 9587 h 28735"/>
                    <a:gd name="connsiteX2" fmla="*/ 7571 w 99852"/>
                    <a:gd name="connsiteY2" fmla="*/ 9587 h 28735"/>
                    <a:gd name="connsiteX3" fmla="*/ 7571 w 99852"/>
                    <a:gd name="connsiteY3" fmla="*/ 9587 h 28735"/>
                    <a:gd name="connsiteX4" fmla="*/ 0 w 99852"/>
                    <a:gd name="connsiteY4" fmla="*/ 21603 h 28735"/>
                    <a:gd name="connsiteX5" fmla="*/ 0 w 99852"/>
                    <a:gd name="connsiteY5" fmla="*/ 28735 h 28735"/>
                    <a:gd name="connsiteX6" fmla="*/ 7571 w 99852"/>
                    <a:gd name="connsiteY6" fmla="*/ 16720 h 28735"/>
                    <a:gd name="connsiteX7" fmla="*/ 7571 w 99852"/>
                    <a:gd name="connsiteY7" fmla="*/ 16720 h 28735"/>
                    <a:gd name="connsiteX8" fmla="*/ 92281 w 99852"/>
                    <a:gd name="connsiteY8" fmla="*/ 16720 h 28735"/>
                    <a:gd name="connsiteX9" fmla="*/ 92281 w 99852"/>
                    <a:gd name="connsiteY9" fmla="*/ 16720 h 28735"/>
                    <a:gd name="connsiteX10" fmla="*/ 99852 w 99852"/>
                    <a:gd name="connsiteY10" fmla="*/ 28735 h 28735"/>
                    <a:gd name="connsiteX11" fmla="*/ 99852 w 99852"/>
                    <a:gd name="connsiteY11" fmla="*/ 21603 h 28735"/>
                    <a:gd name="connsiteX12" fmla="*/ 92281 w 99852"/>
                    <a:gd name="connsiteY12" fmla="*/ 9587 h 28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99852" h="28735">
                      <a:moveTo>
                        <a:pt x="92281" y="9587"/>
                      </a:moveTo>
                      <a:lnTo>
                        <a:pt x="92281" y="9587"/>
                      </a:lnTo>
                      <a:cubicBezTo>
                        <a:pt x="65508" y="-3196"/>
                        <a:pt x="34345" y="-3196"/>
                        <a:pt x="7571" y="9587"/>
                      </a:cubicBezTo>
                      <a:lnTo>
                        <a:pt x="7571" y="9587"/>
                      </a:lnTo>
                      <a:cubicBezTo>
                        <a:pt x="2963" y="11782"/>
                        <a:pt x="0" y="16445"/>
                        <a:pt x="0" y="21603"/>
                      </a:cubicBezTo>
                      <a:lnTo>
                        <a:pt x="0" y="28735"/>
                      </a:lnTo>
                      <a:cubicBezTo>
                        <a:pt x="0" y="23633"/>
                        <a:pt x="2963" y="18969"/>
                        <a:pt x="7571" y="16720"/>
                      </a:cubicBezTo>
                      <a:lnTo>
                        <a:pt x="7571" y="16720"/>
                      </a:lnTo>
                      <a:cubicBezTo>
                        <a:pt x="34345" y="3936"/>
                        <a:pt x="65508" y="3936"/>
                        <a:pt x="92281" y="16720"/>
                      </a:cubicBezTo>
                      <a:lnTo>
                        <a:pt x="92281" y="16720"/>
                      </a:lnTo>
                      <a:cubicBezTo>
                        <a:pt x="96890" y="18914"/>
                        <a:pt x="99852" y="23578"/>
                        <a:pt x="99852" y="28735"/>
                      </a:cubicBezTo>
                      <a:lnTo>
                        <a:pt x="99852" y="21603"/>
                      </a:lnTo>
                      <a:cubicBezTo>
                        <a:pt x="99852" y="16445"/>
                        <a:pt x="96890" y="11782"/>
                        <a:pt x="92281" y="9587"/>
                      </a:cubicBezTo>
                      <a:close/>
                    </a:path>
                  </a:pathLst>
                </a:custGeom>
                <a:solidFill>
                  <a:srgbClr val="952584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2" name="Graphic 114">
                <a:extLst>
                  <a:ext uri="{FF2B5EF4-FFF2-40B4-BE49-F238E27FC236}">
                    <a16:creationId xmlns:a16="http://schemas.microsoft.com/office/drawing/2014/main" id="{8B41400D-EB62-C55E-EA9F-A500DB91FBCF}"/>
                  </a:ext>
                </a:extLst>
              </p:cNvPr>
              <p:cNvGrpSpPr/>
              <p:nvPr/>
            </p:nvGrpSpPr>
            <p:grpSpPr>
              <a:xfrm>
                <a:off x="-229678" y="4486857"/>
                <a:ext cx="71967" cy="68177"/>
                <a:chOff x="-229678" y="4486857"/>
                <a:chExt cx="71967" cy="68177"/>
              </a:xfrm>
            </p:grpSpPr>
            <p:sp>
              <p:nvSpPr>
                <p:cNvPr id="153" name="Freeform: Shape 152">
                  <a:extLst>
                    <a:ext uri="{FF2B5EF4-FFF2-40B4-BE49-F238E27FC236}">
                      <a16:creationId xmlns:a16="http://schemas.microsoft.com/office/drawing/2014/main" id="{9A7BB552-17C2-2098-1200-2DF055C56D76}"/>
                    </a:ext>
                  </a:extLst>
                </p:cNvPr>
                <p:cNvSpPr/>
                <p:nvPr/>
              </p:nvSpPr>
              <p:spPr>
                <a:xfrm>
                  <a:off x="-229678" y="4494373"/>
                  <a:ext cx="71967" cy="60661"/>
                </a:xfrm>
                <a:custGeom>
                  <a:avLst/>
                  <a:gdLst>
                    <a:gd name="connsiteX0" fmla="*/ 28259 w 71967"/>
                    <a:gd name="connsiteY0" fmla="*/ 60497 h 60661"/>
                    <a:gd name="connsiteX1" fmla="*/ 22828 w 71967"/>
                    <a:gd name="connsiteY1" fmla="*/ 57150 h 60661"/>
                    <a:gd name="connsiteX2" fmla="*/ 1705 w 71967"/>
                    <a:gd name="connsiteY2" fmla="*/ 28731 h 60661"/>
                    <a:gd name="connsiteX3" fmla="*/ 3461 w 71967"/>
                    <a:gd name="connsiteY3" fmla="*/ 16715 h 60661"/>
                    <a:gd name="connsiteX4" fmla="*/ 15476 w 71967"/>
                    <a:gd name="connsiteY4" fmla="*/ 18471 h 60661"/>
                    <a:gd name="connsiteX5" fmla="*/ 29850 w 71967"/>
                    <a:gd name="connsiteY5" fmla="*/ 37838 h 60661"/>
                    <a:gd name="connsiteX6" fmla="*/ 56569 w 71967"/>
                    <a:gd name="connsiteY6" fmla="*/ 3329 h 60661"/>
                    <a:gd name="connsiteX7" fmla="*/ 68639 w 71967"/>
                    <a:gd name="connsiteY7" fmla="*/ 1792 h 60661"/>
                    <a:gd name="connsiteX8" fmla="*/ 70175 w 71967"/>
                    <a:gd name="connsiteY8" fmla="*/ 13863 h 60661"/>
                    <a:gd name="connsiteX9" fmla="*/ 36489 w 71967"/>
                    <a:gd name="connsiteY9" fmla="*/ 57315 h 60661"/>
                    <a:gd name="connsiteX10" fmla="*/ 29631 w 71967"/>
                    <a:gd name="connsiteY10" fmla="*/ 60662 h 60661"/>
                    <a:gd name="connsiteX11" fmla="*/ 28259 w 71967"/>
                    <a:gd name="connsiteY11" fmla="*/ 60497 h 606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71967" h="60661">
                      <a:moveTo>
                        <a:pt x="28259" y="60497"/>
                      </a:moveTo>
                      <a:cubicBezTo>
                        <a:pt x="26119" y="60113"/>
                        <a:pt x="24144" y="58961"/>
                        <a:pt x="22828" y="57150"/>
                      </a:cubicBezTo>
                      <a:lnTo>
                        <a:pt x="1705" y="28731"/>
                      </a:lnTo>
                      <a:cubicBezTo>
                        <a:pt x="-1148" y="24945"/>
                        <a:pt x="-325" y="19568"/>
                        <a:pt x="3461" y="16715"/>
                      </a:cubicBezTo>
                      <a:cubicBezTo>
                        <a:pt x="7246" y="13863"/>
                        <a:pt x="12623" y="14685"/>
                        <a:pt x="15476" y="18471"/>
                      </a:cubicBezTo>
                      <a:lnTo>
                        <a:pt x="29850" y="37838"/>
                      </a:lnTo>
                      <a:lnTo>
                        <a:pt x="56569" y="3329"/>
                      </a:lnTo>
                      <a:cubicBezTo>
                        <a:pt x="59477" y="-402"/>
                        <a:pt x="64853" y="-1115"/>
                        <a:pt x="68639" y="1792"/>
                      </a:cubicBezTo>
                      <a:cubicBezTo>
                        <a:pt x="72370" y="4700"/>
                        <a:pt x="73083" y="10077"/>
                        <a:pt x="70175" y="13863"/>
                      </a:cubicBezTo>
                      <a:lnTo>
                        <a:pt x="36489" y="57315"/>
                      </a:lnTo>
                      <a:cubicBezTo>
                        <a:pt x="34843" y="59455"/>
                        <a:pt x="32319" y="60662"/>
                        <a:pt x="29631" y="60662"/>
                      </a:cubicBezTo>
                      <a:cubicBezTo>
                        <a:pt x="29137" y="60607"/>
                        <a:pt x="28698" y="60552"/>
                        <a:pt x="28259" y="60497"/>
                      </a:cubicBezTo>
                      <a:close/>
                    </a:path>
                  </a:pathLst>
                </a:custGeom>
                <a:solidFill>
                  <a:srgbClr val="952584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4" name="Freeform: Shape 153">
                  <a:extLst>
                    <a:ext uri="{FF2B5EF4-FFF2-40B4-BE49-F238E27FC236}">
                      <a16:creationId xmlns:a16="http://schemas.microsoft.com/office/drawing/2014/main" id="{49734596-51AE-EA51-53DA-A29E622BDC9F}"/>
                    </a:ext>
                  </a:extLst>
                </p:cNvPr>
                <p:cNvSpPr/>
                <p:nvPr/>
              </p:nvSpPr>
              <p:spPr>
                <a:xfrm>
                  <a:off x="-229678" y="4486857"/>
                  <a:ext cx="71967" cy="60661"/>
                </a:xfrm>
                <a:custGeom>
                  <a:avLst/>
                  <a:gdLst>
                    <a:gd name="connsiteX0" fmla="*/ 28259 w 71967"/>
                    <a:gd name="connsiteY0" fmla="*/ 60497 h 60661"/>
                    <a:gd name="connsiteX1" fmla="*/ 22828 w 71967"/>
                    <a:gd name="connsiteY1" fmla="*/ 57150 h 60661"/>
                    <a:gd name="connsiteX2" fmla="*/ 1705 w 71967"/>
                    <a:gd name="connsiteY2" fmla="*/ 28731 h 60661"/>
                    <a:gd name="connsiteX3" fmla="*/ 3461 w 71967"/>
                    <a:gd name="connsiteY3" fmla="*/ 16715 h 60661"/>
                    <a:gd name="connsiteX4" fmla="*/ 15476 w 71967"/>
                    <a:gd name="connsiteY4" fmla="*/ 18471 h 60661"/>
                    <a:gd name="connsiteX5" fmla="*/ 29850 w 71967"/>
                    <a:gd name="connsiteY5" fmla="*/ 37838 h 60661"/>
                    <a:gd name="connsiteX6" fmla="*/ 56569 w 71967"/>
                    <a:gd name="connsiteY6" fmla="*/ 3329 h 60661"/>
                    <a:gd name="connsiteX7" fmla="*/ 68639 w 71967"/>
                    <a:gd name="connsiteY7" fmla="*/ 1792 h 60661"/>
                    <a:gd name="connsiteX8" fmla="*/ 70175 w 71967"/>
                    <a:gd name="connsiteY8" fmla="*/ 13863 h 60661"/>
                    <a:gd name="connsiteX9" fmla="*/ 36489 w 71967"/>
                    <a:gd name="connsiteY9" fmla="*/ 57315 h 60661"/>
                    <a:gd name="connsiteX10" fmla="*/ 29631 w 71967"/>
                    <a:gd name="connsiteY10" fmla="*/ 60662 h 60661"/>
                    <a:gd name="connsiteX11" fmla="*/ 28259 w 71967"/>
                    <a:gd name="connsiteY11" fmla="*/ 60497 h 606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71967" h="60661">
                      <a:moveTo>
                        <a:pt x="28259" y="60497"/>
                      </a:moveTo>
                      <a:cubicBezTo>
                        <a:pt x="26119" y="60113"/>
                        <a:pt x="24144" y="58961"/>
                        <a:pt x="22828" y="57150"/>
                      </a:cubicBezTo>
                      <a:lnTo>
                        <a:pt x="1705" y="28731"/>
                      </a:lnTo>
                      <a:cubicBezTo>
                        <a:pt x="-1148" y="24945"/>
                        <a:pt x="-325" y="19568"/>
                        <a:pt x="3461" y="16715"/>
                      </a:cubicBezTo>
                      <a:cubicBezTo>
                        <a:pt x="7246" y="13863"/>
                        <a:pt x="12623" y="14685"/>
                        <a:pt x="15476" y="18471"/>
                      </a:cubicBezTo>
                      <a:lnTo>
                        <a:pt x="29850" y="37838"/>
                      </a:lnTo>
                      <a:lnTo>
                        <a:pt x="56569" y="3329"/>
                      </a:lnTo>
                      <a:cubicBezTo>
                        <a:pt x="59477" y="-402"/>
                        <a:pt x="64853" y="-1115"/>
                        <a:pt x="68639" y="1792"/>
                      </a:cubicBezTo>
                      <a:cubicBezTo>
                        <a:pt x="72370" y="4700"/>
                        <a:pt x="73083" y="10077"/>
                        <a:pt x="70175" y="13863"/>
                      </a:cubicBezTo>
                      <a:lnTo>
                        <a:pt x="36489" y="57315"/>
                      </a:lnTo>
                      <a:cubicBezTo>
                        <a:pt x="34843" y="59455"/>
                        <a:pt x="32319" y="60662"/>
                        <a:pt x="29631" y="60662"/>
                      </a:cubicBezTo>
                      <a:cubicBezTo>
                        <a:pt x="29137" y="60607"/>
                        <a:pt x="28698" y="60552"/>
                        <a:pt x="28259" y="6049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5" name="Freeform: Shape 154">
                  <a:extLst>
                    <a:ext uri="{FF2B5EF4-FFF2-40B4-BE49-F238E27FC236}">
                      <a16:creationId xmlns:a16="http://schemas.microsoft.com/office/drawing/2014/main" id="{E63A1FC0-6F66-2912-A085-1CFA700F2195}"/>
                    </a:ext>
                  </a:extLst>
                </p:cNvPr>
                <p:cNvSpPr/>
                <p:nvPr/>
              </p:nvSpPr>
              <p:spPr>
                <a:xfrm>
                  <a:off x="-229668" y="4488704"/>
                  <a:ext cx="71941" cy="58761"/>
                </a:xfrm>
                <a:custGeom>
                  <a:avLst/>
                  <a:gdLst>
                    <a:gd name="connsiteX0" fmla="*/ 68738 w 71941"/>
                    <a:gd name="connsiteY0" fmla="*/ 0 h 58761"/>
                    <a:gd name="connsiteX1" fmla="*/ 29729 w 71941"/>
                    <a:gd name="connsiteY1" fmla="*/ 50365 h 58761"/>
                    <a:gd name="connsiteX2" fmla="*/ 8113 w 71941"/>
                    <a:gd name="connsiteY2" fmla="*/ 21287 h 58761"/>
                    <a:gd name="connsiteX3" fmla="*/ 1639 w 71941"/>
                    <a:gd name="connsiteY3" fmla="*/ 16679 h 58761"/>
                    <a:gd name="connsiteX4" fmla="*/ 1694 w 71941"/>
                    <a:gd name="connsiteY4" fmla="*/ 26883 h 58761"/>
                    <a:gd name="connsiteX5" fmla="*/ 22817 w 71941"/>
                    <a:gd name="connsiteY5" fmla="*/ 55303 h 58761"/>
                    <a:gd name="connsiteX6" fmla="*/ 28248 w 71941"/>
                    <a:gd name="connsiteY6" fmla="*/ 58650 h 58761"/>
                    <a:gd name="connsiteX7" fmla="*/ 29620 w 71941"/>
                    <a:gd name="connsiteY7" fmla="*/ 58759 h 58761"/>
                    <a:gd name="connsiteX8" fmla="*/ 36478 w 71941"/>
                    <a:gd name="connsiteY8" fmla="*/ 55413 h 58761"/>
                    <a:gd name="connsiteX9" fmla="*/ 70164 w 71941"/>
                    <a:gd name="connsiteY9" fmla="*/ 11960 h 58761"/>
                    <a:gd name="connsiteX10" fmla="*/ 68738 w 71941"/>
                    <a:gd name="connsiteY10" fmla="*/ 0 h 587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1941" h="58761">
                      <a:moveTo>
                        <a:pt x="68738" y="0"/>
                      </a:moveTo>
                      <a:lnTo>
                        <a:pt x="29729" y="50365"/>
                      </a:lnTo>
                      <a:lnTo>
                        <a:pt x="8113" y="21287"/>
                      </a:lnTo>
                      <a:cubicBezTo>
                        <a:pt x="6412" y="19038"/>
                        <a:pt x="4163" y="17502"/>
                        <a:pt x="1639" y="16679"/>
                      </a:cubicBezTo>
                      <a:cubicBezTo>
                        <a:pt x="-501" y="19641"/>
                        <a:pt x="-610" y="23756"/>
                        <a:pt x="1694" y="26883"/>
                      </a:cubicBezTo>
                      <a:lnTo>
                        <a:pt x="22817" y="55303"/>
                      </a:lnTo>
                      <a:cubicBezTo>
                        <a:pt x="24133" y="57113"/>
                        <a:pt x="26108" y="58266"/>
                        <a:pt x="28248" y="58650"/>
                      </a:cubicBezTo>
                      <a:cubicBezTo>
                        <a:pt x="28687" y="58704"/>
                        <a:pt x="29126" y="58759"/>
                        <a:pt x="29620" y="58759"/>
                      </a:cubicBezTo>
                      <a:cubicBezTo>
                        <a:pt x="32308" y="58814"/>
                        <a:pt x="34832" y="57552"/>
                        <a:pt x="36478" y="55413"/>
                      </a:cubicBezTo>
                      <a:lnTo>
                        <a:pt x="70164" y="11960"/>
                      </a:lnTo>
                      <a:cubicBezTo>
                        <a:pt x="73017" y="8230"/>
                        <a:pt x="72359" y="2908"/>
                        <a:pt x="68738" y="0"/>
                      </a:cubicBezTo>
                      <a:close/>
                    </a:path>
                  </a:pathLst>
                </a:custGeom>
                <a:solidFill>
                  <a:srgbClr val="DADADA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56" name="Graphic 122">
            <a:extLst>
              <a:ext uri="{FF2B5EF4-FFF2-40B4-BE49-F238E27FC236}">
                <a16:creationId xmlns:a16="http://schemas.microsoft.com/office/drawing/2014/main" id="{543748B4-4B56-E686-1E83-DB4576BD274E}"/>
              </a:ext>
            </a:extLst>
          </p:cNvPr>
          <p:cNvGrpSpPr/>
          <p:nvPr/>
        </p:nvGrpSpPr>
        <p:grpSpPr>
          <a:xfrm>
            <a:off x="860271" y="5125060"/>
            <a:ext cx="436717" cy="436717"/>
            <a:chOff x="-2011402" y="4814598"/>
            <a:chExt cx="436717" cy="436717"/>
          </a:xfrm>
        </p:grpSpPr>
        <p:grpSp>
          <p:nvGrpSpPr>
            <p:cNvPr id="157" name="Graphic 122">
              <a:extLst>
                <a:ext uri="{FF2B5EF4-FFF2-40B4-BE49-F238E27FC236}">
                  <a16:creationId xmlns:a16="http://schemas.microsoft.com/office/drawing/2014/main" id="{AA672C3D-1E77-E1BD-BD71-7B8D92AD5DCA}"/>
                </a:ext>
              </a:extLst>
            </p:cNvPr>
            <p:cNvGrpSpPr/>
            <p:nvPr/>
          </p:nvGrpSpPr>
          <p:grpSpPr>
            <a:xfrm>
              <a:off x="-2011402" y="4814598"/>
              <a:ext cx="436717" cy="436717"/>
              <a:chOff x="-2011402" y="4814598"/>
              <a:chExt cx="436717" cy="436717"/>
            </a:xfrm>
          </p:grpSpPr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E0043765-3EE0-5DEB-B0B8-0DFA1C74BA6E}"/>
                  </a:ext>
                </a:extLst>
              </p:cNvPr>
              <p:cNvSpPr/>
              <p:nvPr/>
            </p:nvSpPr>
            <p:spPr>
              <a:xfrm>
                <a:off x="-2011402" y="4814598"/>
                <a:ext cx="436717" cy="436717"/>
              </a:xfrm>
              <a:custGeom>
                <a:avLst/>
                <a:gdLst>
                  <a:gd name="connsiteX0" fmla="*/ 436717 w 436717"/>
                  <a:gd name="connsiteY0" fmla="*/ 218359 h 436717"/>
                  <a:gd name="connsiteX1" fmla="*/ 218359 w 436717"/>
                  <a:gd name="connsiteY1" fmla="*/ 436717 h 436717"/>
                  <a:gd name="connsiteX2" fmla="*/ 0 w 436717"/>
                  <a:gd name="connsiteY2" fmla="*/ 218359 h 436717"/>
                  <a:gd name="connsiteX3" fmla="*/ 218359 w 436717"/>
                  <a:gd name="connsiteY3" fmla="*/ 0 h 436717"/>
                  <a:gd name="connsiteX4" fmla="*/ 436717 w 436717"/>
                  <a:gd name="connsiteY4" fmla="*/ 218359 h 436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6717" h="436717">
                    <a:moveTo>
                      <a:pt x="436717" y="218359"/>
                    </a:moveTo>
                    <a:cubicBezTo>
                      <a:pt x="436717" y="338955"/>
                      <a:pt x="338955" y="436717"/>
                      <a:pt x="218359" y="436717"/>
                    </a:cubicBezTo>
                    <a:cubicBezTo>
                      <a:pt x="97763" y="436717"/>
                      <a:pt x="0" y="338955"/>
                      <a:pt x="0" y="218359"/>
                    </a:cubicBezTo>
                    <a:cubicBezTo>
                      <a:pt x="0" y="97763"/>
                      <a:pt x="97763" y="0"/>
                      <a:pt x="218359" y="0"/>
                    </a:cubicBezTo>
                    <a:cubicBezTo>
                      <a:pt x="338955" y="0"/>
                      <a:pt x="436717" y="97763"/>
                      <a:pt x="436717" y="218359"/>
                    </a:cubicBezTo>
                    <a:close/>
                  </a:path>
                </a:pathLst>
              </a:custGeom>
              <a:solidFill>
                <a:srgbClr val="F7B2D8"/>
              </a:solidFill>
              <a:ln w="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D18E094A-8C09-AF87-4013-44C48F6F0125}"/>
                  </a:ext>
                </a:extLst>
              </p:cNvPr>
              <p:cNvSpPr/>
              <p:nvPr/>
            </p:nvSpPr>
            <p:spPr>
              <a:xfrm>
                <a:off x="-1981940" y="4844060"/>
                <a:ext cx="377793" cy="377793"/>
              </a:xfrm>
              <a:custGeom>
                <a:avLst/>
                <a:gdLst>
                  <a:gd name="connsiteX0" fmla="*/ 377794 w 377793"/>
                  <a:gd name="connsiteY0" fmla="*/ 188897 h 377793"/>
                  <a:gd name="connsiteX1" fmla="*/ 188897 w 377793"/>
                  <a:gd name="connsiteY1" fmla="*/ 377794 h 377793"/>
                  <a:gd name="connsiteX2" fmla="*/ 0 w 377793"/>
                  <a:gd name="connsiteY2" fmla="*/ 188897 h 377793"/>
                  <a:gd name="connsiteX3" fmla="*/ 188897 w 377793"/>
                  <a:gd name="connsiteY3" fmla="*/ 0 h 377793"/>
                  <a:gd name="connsiteX4" fmla="*/ 377794 w 377793"/>
                  <a:gd name="connsiteY4" fmla="*/ 188897 h 377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793" h="377793">
                    <a:moveTo>
                      <a:pt x="377794" y="188897"/>
                    </a:moveTo>
                    <a:cubicBezTo>
                      <a:pt x="377794" y="293222"/>
                      <a:pt x="293222" y="377794"/>
                      <a:pt x="188897" y="377794"/>
                    </a:cubicBezTo>
                    <a:cubicBezTo>
                      <a:pt x="84572" y="377794"/>
                      <a:pt x="0" y="293222"/>
                      <a:pt x="0" y="188897"/>
                    </a:cubicBezTo>
                    <a:cubicBezTo>
                      <a:pt x="0" y="84572"/>
                      <a:pt x="84572" y="0"/>
                      <a:pt x="188897" y="0"/>
                    </a:cubicBezTo>
                    <a:cubicBezTo>
                      <a:pt x="293222" y="0"/>
                      <a:pt x="377794" y="84572"/>
                      <a:pt x="377794" y="188897"/>
                    </a:cubicBezTo>
                    <a:close/>
                  </a:path>
                </a:pathLst>
              </a:custGeom>
              <a:solidFill>
                <a:srgbClr val="F7B2D8"/>
              </a:solidFill>
              <a:ln w="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796412E8-1B79-2F1B-AECB-93CD784D14B1}"/>
                </a:ext>
              </a:extLst>
            </p:cNvPr>
            <p:cNvSpPr/>
            <p:nvPr/>
          </p:nvSpPr>
          <p:spPr>
            <a:xfrm>
              <a:off x="-1899480" y="4914176"/>
              <a:ext cx="212872" cy="259561"/>
            </a:xfrm>
            <a:custGeom>
              <a:avLst/>
              <a:gdLst>
                <a:gd name="connsiteX0" fmla="*/ 199156 w 212872"/>
                <a:gd name="connsiteY0" fmla="*/ 30230 h 259561"/>
                <a:gd name="connsiteX1" fmla="*/ 128876 w 212872"/>
                <a:gd name="connsiteY1" fmla="*/ 30230 h 259561"/>
                <a:gd name="connsiteX2" fmla="*/ 116367 w 212872"/>
                <a:gd name="connsiteY2" fmla="*/ 7681 h 259561"/>
                <a:gd name="connsiteX3" fmla="*/ 103254 w 212872"/>
                <a:gd name="connsiteY3" fmla="*/ 0 h 259561"/>
                <a:gd name="connsiteX4" fmla="*/ 14978 w 212872"/>
                <a:gd name="connsiteY4" fmla="*/ 0 h 259561"/>
                <a:gd name="connsiteX5" fmla="*/ 0 w 212872"/>
                <a:gd name="connsiteY5" fmla="*/ 14978 h 259561"/>
                <a:gd name="connsiteX6" fmla="*/ 0 w 212872"/>
                <a:gd name="connsiteY6" fmla="*/ 25951 h 259561"/>
                <a:gd name="connsiteX7" fmla="*/ 0 w 212872"/>
                <a:gd name="connsiteY7" fmla="*/ 43123 h 259561"/>
                <a:gd name="connsiteX8" fmla="*/ 0 w 212872"/>
                <a:gd name="connsiteY8" fmla="*/ 43946 h 259561"/>
                <a:gd name="connsiteX9" fmla="*/ 0 w 212872"/>
                <a:gd name="connsiteY9" fmla="*/ 49432 h 259561"/>
                <a:gd name="connsiteX10" fmla="*/ 0 w 212872"/>
                <a:gd name="connsiteY10" fmla="*/ 54096 h 259561"/>
                <a:gd name="connsiteX11" fmla="*/ 0 w 212872"/>
                <a:gd name="connsiteY11" fmla="*/ 54919 h 259561"/>
                <a:gd name="connsiteX12" fmla="*/ 0 w 212872"/>
                <a:gd name="connsiteY12" fmla="*/ 60405 h 259561"/>
                <a:gd name="connsiteX13" fmla="*/ 0 w 212872"/>
                <a:gd name="connsiteY13" fmla="*/ 229386 h 259561"/>
                <a:gd name="connsiteX14" fmla="*/ 0 w 212872"/>
                <a:gd name="connsiteY14" fmla="*/ 234873 h 259561"/>
                <a:gd name="connsiteX15" fmla="*/ 0 w 212872"/>
                <a:gd name="connsiteY15" fmla="*/ 240359 h 259561"/>
                <a:gd name="connsiteX16" fmla="*/ 0 w 212872"/>
                <a:gd name="connsiteY16" fmla="*/ 245846 h 259561"/>
                <a:gd name="connsiteX17" fmla="*/ 13716 w 212872"/>
                <a:gd name="connsiteY17" fmla="*/ 259562 h 259561"/>
                <a:gd name="connsiteX18" fmla="*/ 199156 w 212872"/>
                <a:gd name="connsiteY18" fmla="*/ 259562 h 259561"/>
                <a:gd name="connsiteX19" fmla="*/ 212872 w 212872"/>
                <a:gd name="connsiteY19" fmla="*/ 245846 h 259561"/>
                <a:gd name="connsiteX20" fmla="*/ 212872 w 212872"/>
                <a:gd name="connsiteY20" fmla="*/ 240359 h 259561"/>
                <a:gd name="connsiteX21" fmla="*/ 212872 w 212872"/>
                <a:gd name="connsiteY21" fmla="*/ 234873 h 259561"/>
                <a:gd name="connsiteX22" fmla="*/ 212872 w 212872"/>
                <a:gd name="connsiteY22" fmla="*/ 229386 h 259561"/>
                <a:gd name="connsiteX23" fmla="*/ 212872 w 212872"/>
                <a:gd name="connsiteY23" fmla="*/ 60405 h 259561"/>
                <a:gd name="connsiteX24" fmla="*/ 212872 w 212872"/>
                <a:gd name="connsiteY24" fmla="*/ 54919 h 259561"/>
                <a:gd name="connsiteX25" fmla="*/ 212872 w 212872"/>
                <a:gd name="connsiteY25" fmla="*/ 49432 h 259561"/>
                <a:gd name="connsiteX26" fmla="*/ 212872 w 212872"/>
                <a:gd name="connsiteY26" fmla="*/ 43946 h 259561"/>
                <a:gd name="connsiteX27" fmla="*/ 199156 w 212872"/>
                <a:gd name="connsiteY27" fmla="*/ 30230 h 259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12872" h="259561">
                  <a:moveTo>
                    <a:pt x="199156" y="30230"/>
                  </a:moveTo>
                  <a:lnTo>
                    <a:pt x="128876" y="30230"/>
                  </a:lnTo>
                  <a:lnTo>
                    <a:pt x="116367" y="7681"/>
                  </a:lnTo>
                  <a:cubicBezTo>
                    <a:pt x="113733" y="2908"/>
                    <a:pt x="108686" y="0"/>
                    <a:pt x="103254" y="0"/>
                  </a:cubicBezTo>
                  <a:lnTo>
                    <a:pt x="14978" y="0"/>
                  </a:lnTo>
                  <a:cubicBezTo>
                    <a:pt x="6693" y="0"/>
                    <a:pt x="0" y="6693"/>
                    <a:pt x="0" y="14978"/>
                  </a:cubicBezTo>
                  <a:lnTo>
                    <a:pt x="0" y="25951"/>
                  </a:lnTo>
                  <a:lnTo>
                    <a:pt x="0" y="43123"/>
                  </a:lnTo>
                  <a:lnTo>
                    <a:pt x="0" y="43946"/>
                  </a:lnTo>
                  <a:lnTo>
                    <a:pt x="0" y="49432"/>
                  </a:lnTo>
                  <a:lnTo>
                    <a:pt x="0" y="54096"/>
                  </a:lnTo>
                  <a:lnTo>
                    <a:pt x="0" y="54919"/>
                  </a:lnTo>
                  <a:lnTo>
                    <a:pt x="0" y="60405"/>
                  </a:lnTo>
                  <a:lnTo>
                    <a:pt x="0" y="229386"/>
                  </a:lnTo>
                  <a:lnTo>
                    <a:pt x="0" y="234873"/>
                  </a:lnTo>
                  <a:lnTo>
                    <a:pt x="0" y="240359"/>
                  </a:lnTo>
                  <a:lnTo>
                    <a:pt x="0" y="245846"/>
                  </a:lnTo>
                  <a:cubicBezTo>
                    <a:pt x="0" y="253417"/>
                    <a:pt x="6145" y="259562"/>
                    <a:pt x="13716" y="259562"/>
                  </a:cubicBezTo>
                  <a:lnTo>
                    <a:pt x="199156" y="259562"/>
                  </a:lnTo>
                  <a:cubicBezTo>
                    <a:pt x="206728" y="259562"/>
                    <a:pt x="212872" y="253417"/>
                    <a:pt x="212872" y="245846"/>
                  </a:cubicBezTo>
                  <a:lnTo>
                    <a:pt x="212872" y="240359"/>
                  </a:lnTo>
                  <a:lnTo>
                    <a:pt x="212872" y="234873"/>
                  </a:lnTo>
                  <a:lnTo>
                    <a:pt x="212872" y="229386"/>
                  </a:lnTo>
                  <a:lnTo>
                    <a:pt x="212872" y="60405"/>
                  </a:lnTo>
                  <a:lnTo>
                    <a:pt x="212872" y="54919"/>
                  </a:lnTo>
                  <a:lnTo>
                    <a:pt x="212872" y="49432"/>
                  </a:lnTo>
                  <a:lnTo>
                    <a:pt x="212872" y="43946"/>
                  </a:lnTo>
                  <a:cubicBezTo>
                    <a:pt x="212872" y="36375"/>
                    <a:pt x="206728" y="30230"/>
                    <a:pt x="199156" y="30230"/>
                  </a:cubicBezTo>
                  <a:close/>
                </a:path>
              </a:pathLst>
            </a:custGeom>
            <a:solidFill>
              <a:srgbClr val="13333D"/>
            </a:solidFill>
            <a:ln w="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61" name="Graphic 122">
              <a:extLst>
                <a:ext uri="{FF2B5EF4-FFF2-40B4-BE49-F238E27FC236}">
                  <a16:creationId xmlns:a16="http://schemas.microsoft.com/office/drawing/2014/main" id="{C4D82170-6782-F8DA-84AC-560843FFA3B3}"/>
                </a:ext>
              </a:extLst>
            </p:cNvPr>
            <p:cNvGrpSpPr/>
            <p:nvPr/>
          </p:nvGrpSpPr>
          <p:grpSpPr>
            <a:xfrm>
              <a:off x="-1899480" y="4903148"/>
              <a:ext cx="212872" cy="259616"/>
              <a:chOff x="-1899480" y="4903148"/>
              <a:chExt cx="212872" cy="259616"/>
            </a:xfrm>
          </p:grpSpPr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BD11B4F6-3190-B41D-6C1E-C935F3164BC7}"/>
                  </a:ext>
                </a:extLst>
              </p:cNvPr>
              <p:cNvSpPr/>
              <p:nvPr/>
            </p:nvSpPr>
            <p:spPr>
              <a:xfrm>
                <a:off x="-1899480" y="4914176"/>
                <a:ext cx="212872" cy="248588"/>
              </a:xfrm>
              <a:custGeom>
                <a:avLst/>
                <a:gdLst>
                  <a:gd name="connsiteX0" fmla="*/ 199156 w 212872"/>
                  <a:gd name="connsiteY0" fmla="*/ 30230 h 248588"/>
                  <a:gd name="connsiteX1" fmla="*/ 128876 w 212872"/>
                  <a:gd name="connsiteY1" fmla="*/ 30230 h 248588"/>
                  <a:gd name="connsiteX2" fmla="*/ 116367 w 212872"/>
                  <a:gd name="connsiteY2" fmla="*/ 7681 h 248588"/>
                  <a:gd name="connsiteX3" fmla="*/ 103254 w 212872"/>
                  <a:gd name="connsiteY3" fmla="*/ 0 h 248588"/>
                  <a:gd name="connsiteX4" fmla="*/ 14978 w 212872"/>
                  <a:gd name="connsiteY4" fmla="*/ 0 h 248588"/>
                  <a:gd name="connsiteX5" fmla="*/ 0 w 212872"/>
                  <a:gd name="connsiteY5" fmla="*/ 14978 h 248588"/>
                  <a:gd name="connsiteX6" fmla="*/ 0 w 212872"/>
                  <a:gd name="connsiteY6" fmla="*/ 43123 h 248588"/>
                  <a:gd name="connsiteX7" fmla="*/ 0 w 212872"/>
                  <a:gd name="connsiteY7" fmla="*/ 43123 h 248588"/>
                  <a:gd name="connsiteX8" fmla="*/ 0 w 212872"/>
                  <a:gd name="connsiteY8" fmla="*/ 43946 h 248588"/>
                  <a:gd name="connsiteX9" fmla="*/ 0 w 212872"/>
                  <a:gd name="connsiteY9" fmla="*/ 49432 h 248588"/>
                  <a:gd name="connsiteX10" fmla="*/ 0 w 212872"/>
                  <a:gd name="connsiteY10" fmla="*/ 229386 h 248588"/>
                  <a:gd name="connsiteX11" fmla="*/ 0 w 212872"/>
                  <a:gd name="connsiteY11" fmla="*/ 234873 h 248588"/>
                  <a:gd name="connsiteX12" fmla="*/ 13716 w 212872"/>
                  <a:gd name="connsiteY12" fmla="*/ 248589 h 248588"/>
                  <a:gd name="connsiteX13" fmla="*/ 199156 w 212872"/>
                  <a:gd name="connsiteY13" fmla="*/ 248589 h 248588"/>
                  <a:gd name="connsiteX14" fmla="*/ 212872 w 212872"/>
                  <a:gd name="connsiteY14" fmla="*/ 234873 h 248588"/>
                  <a:gd name="connsiteX15" fmla="*/ 212872 w 212872"/>
                  <a:gd name="connsiteY15" fmla="*/ 229386 h 248588"/>
                  <a:gd name="connsiteX16" fmla="*/ 212872 w 212872"/>
                  <a:gd name="connsiteY16" fmla="*/ 49432 h 248588"/>
                  <a:gd name="connsiteX17" fmla="*/ 212872 w 212872"/>
                  <a:gd name="connsiteY17" fmla="*/ 43946 h 248588"/>
                  <a:gd name="connsiteX18" fmla="*/ 199156 w 212872"/>
                  <a:gd name="connsiteY18" fmla="*/ 30230 h 248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12872" h="248588">
                    <a:moveTo>
                      <a:pt x="199156" y="30230"/>
                    </a:moveTo>
                    <a:lnTo>
                      <a:pt x="128876" y="30230"/>
                    </a:lnTo>
                    <a:lnTo>
                      <a:pt x="116367" y="7681"/>
                    </a:lnTo>
                    <a:cubicBezTo>
                      <a:pt x="113733" y="2908"/>
                      <a:pt x="108686" y="0"/>
                      <a:pt x="103254" y="0"/>
                    </a:cubicBezTo>
                    <a:lnTo>
                      <a:pt x="14978" y="0"/>
                    </a:lnTo>
                    <a:cubicBezTo>
                      <a:pt x="6693" y="0"/>
                      <a:pt x="0" y="6693"/>
                      <a:pt x="0" y="14978"/>
                    </a:cubicBezTo>
                    <a:lnTo>
                      <a:pt x="0" y="43123"/>
                    </a:lnTo>
                    <a:lnTo>
                      <a:pt x="0" y="43123"/>
                    </a:lnTo>
                    <a:cubicBezTo>
                      <a:pt x="0" y="43397"/>
                      <a:pt x="0" y="43672"/>
                      <a:pt x="0" y="43946"/>
                    </a:cubicBezTo>
                    <a:lnTo>
                      <a:pt x="0" y="49432"/>
                    </a:lnTo>
                    <a:lnTo>
                      <a:pt x="0" y="229386"/>
                    </a:lnTo>
                    <a:lnTo>
                      <a:pt x="0" y="234873"/>
                    </a:lnTo>
                    <a:cubicBezTo>
                      <a:pt x="0" y="242444"/>
                      <a:pt x="6145" y="248589"/>
                      <a:pt x="13716" y="248589"/>
                    </a:cubicBezTo>
                    <a:lnTo>
                      <a:pt x="199156" y="248589"/>
                    </a:lnTo>
                    <a:cubicBezTo>
                      <a:pt x="206728" y="248589"/>
                      <a:pt x="212872" y="242444"/>
                      <a:pt x="212872" y="234873"/>
                    </a:cubicBezTo>
                    <a:lnTo>
                      <a:pt x="212872" y="229386"/>
                    </a:lnTo>
                    <a:lnTo>
                      <a:pt x="212872" y="49432"/>
                    </a:lnTo>
                    <a:lnTo>
                      <a:pt x="212872" y="43946"/>
                    </a:lnTo>
                    <a:cubicBezTo>
                      <a:pt x="212872" y="36375"/>
                      <a:pt x="206728" y="30230"/>
                      <a:pt x="199156" y="30230"/>
                    </a:cubicBezTo>
                    <a:close/>
                  </a:path>
                </a:pathLst>
              </a:custGeom>
              <a:solidFill>
                <a:srgbClr val="13333D"/>
              </a:solidFill>
              <a:ln w="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63" name="Graphic 122">
                <a:extLst>
                  <a:ext uri="{FF2B5EF4-FFF2-40B4-BE49-F238E27FC236}">
                    <a16:creationId xmlns:a16="http://schemas.microsoft.com/office/drawing/2014/main" id="{3ABE5C1B-557C-68AB-A59B-60DB9C6B5AC2}"/>
                  </a:ext>
                </a:extLst>
              </p:cNvPr>
              <p:cNvGrpSpPr/>
              <p:nvPr/>
            </p:nvGrpSpPr>
            <p:grpSpPr>
              <a:xfrm>
                <a:off x="-1899480" y="4903148"/>
                <a:ext cx="212872" cy="248643"/>
                <a:chOff x="-1899480" y="4903148"/>
                <a:chExt cx="212872" cy="248643"/>
              </a:xfrm>
            </p:grpSpPr>
            <p:sp>
              <p:nvSpPr>
                <p:cNvPr id="164" name="Freeform: Shape 163">
                  <a:extLst>
                    <a:ext uri="{FF2B5EF4-FFF2-40B4-BE49-F238E27FC236}">
                      <a16:creationId xmlns:a16="http://schemas.microsoft.com/office/drawing/2014/main" id="{5897DC13-B684-1693-DC9E-6D77441242F2}"/>
                    </a:ext>
                  </a:extLst>
                </p:cNvPr>
                <p:cNvSpPr/>
                <p:nvPr/>
              </p:nvSpPr>
              <p:spPr>
                <a:xfrm>
                  <a:off x="-1899480" y="4903148"/>
                  <a:ext cx="136007" cy="43123"/>
                </a:xfrm>
                <a:custGeom>
                  <a:avLst/>
                  <a:gdLst>
                    <a:gd name="connsiteX0" fmla="*/ 103254 w 136007"/>
                    <a:gd name="connsiteY0" fmla="*/ 0 h 43123"/>
                    <a:gd name="connsiteX1" fmla="*/ 14978 w 136007"/>
                    <a:gd name="connsiteY1" fmla="*/ 0 h 43123"/>
                    <a:gd name="connsiteX2" fmla="*/ 0 w 136007"/>
                    <a:gd name="connsiteY2" fmla="*/ 14978 h 43123"/>
                    <a:gd name="connsiteX3" fmla="*/ 0 w 136007"/>
                    <a:gd name="connsiteY3" fmla="*/ 43123 h 43123"/>
                    <a:gd name="connsiteX4" fmla="*/ 136008 w 136007"/>
                    <a:gd name="connsiteY4" fmla="*/ 43123 h 43123"/>
                    <a:gd name="connsiteX5" fmla="*/ 116312 w 136007"/>
                    <a:gd name="connsiteY5" fmla="*/ 7681 h 43123"/>
                    <a:gd name="connsiteX6" fmla="*/ 103254 w 136007"/>
                    <a:gd name="connsiteY6" fmla="*/ 0 h 43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6007" h="43123">
                      <a:moveTo>
                        <a:pt x="103254" y="0"/>
                      </a:moveTo>
                      <a:lnTo>
                        <a:pt x="14978" y="0"/>
                      </a:lnTo>
                      <a:cubicBezTo>
                        <a:pt x="6693" y="0"/>
                        <a:pt x="0" y="6693"/>
                        <a:pt x="0" y="14978"/>
                      </a:cubicBezTo>
                      <a:lnTo>
                        <a:pt x="0" y="43123"/>
                      </a:lnTo>
                      <a:lnTo>
                        <a:pt x="136008" y="43123"/>
                      </a:lnTo>
                      <a:lnTo>
                        <a:pt x="116312" y="7681"/>
                      </a:lnTo>
                      <a:cubicBezTo>
                        <a:pt x="113678" y="2963"/>
                        <a:pt x="108686" y="0"/>
                        <a:pt x="103254" y="0"/>
                      </a:cubicBezTo>
                      <a:close/>
                    </a:path>
                  </a:pathLst>
                </a:custGeom>
                <a:solidFill>
                  <a:srgbClr val="952584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5" name="Freeform: Shape 164">
                  <a:extLst>
                    <a:ext uri="{FF2B5EF4-FFF2-40B4-BE49-F238E27FC236}">
                      <a16:creationId xmlns:a16="http://schemas.microsoft.com/office/drawing/2014/main" id="{29BA3ABD-ED8B-7DB4-CBB0-7CB5D983B285}"/>
                    </a:ext>
                  </a:extLst>
                </p:cNvPr>
                <p:cNvSpPr/>
                <p:nvPr/>
              </p:nvSpPr>
              <p:spPr>
                <a:xfrm>
                  <a:off x="-1899480" y="4938920"/>
                  <a:ext cx="212872" cy="212872"/>
                </a:xfrm>
                <a:custGeom>
                  <a:avLst/>
                  <a:gdLst>
                    <a:gd name="connsiteX0" fmla="*/ 199156 w 212872"/>
                    <a:gd name="connsiteY0" fmla="*/ 212872 h 212872"/>
                    <a:gd name="connsiteX1" fmla="*/ 13716 w 212872"/>
                    <a:gd name="connsiteY1" fmla="*/ 212872 h 212872"/>
                    <a:gd name="connsiteX2" fmla="*/ 0 w 212872"/>
                    <a:gd name="connsiteY2" fmla="*/ 199156 h 212872"/>
                    <a:gd name="connsiteX3" fmla="*/ 0 w 212872"/>
                    <a:gd name="connsiteY3" fmla="*/ 13716 h 212872"/>
                    <a:gd name="connsiteX4" fmla="*/ 13716 w 212872"/>
                    <a:gd name="connsiteY4" fmla="*/ 0 h 212872"/>
                    <a:gd name="connsiteX5" fmla="*/ 199156 w 212872"/>
                    <a:gd name="connsiteY5" fmla="*/ 0 h 212872"/>
                    <a:gd name="connsiteX6" fmla="*/ 212872 w 212872"/>
                    <a:gd name="connsiteY6" fmla="*/ 13716 h 212872"/>
                    <a:gd name="connsiteX7" fmla="*/ 212872 w 212872"/>
                    <a:gd name="connsiteY7" fmla="*/ 199156 h 212872"/>
                    <a:gd name="connsiteX8" fmla="*/ 199156 w 212872"/>
                    <a:gd name="connsiteY8" fmla="*/ 212872 h 2128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872" h="212872">
                      <a:moveTo>
                        <a:pt x="199156" y="212872"/>
                      </a:moveTo>
                      <a:lnTo>
                        <a:pt x="13716" y="212872"/>
                      </a:lnTo>
                      <a:cubicBezTo>
                        <a:pt x="6145" y="212872"/>
                        <a:pt x="0" y="206728"/>
                        <a:pt x="0" y="199156"/>
                      </a:cubicBezTo>
                      <a:lnTo>
                        <a:pt x="0" y="13716"/>
                      </a:lnTo>
                      <a:cubicBezTo>
                        <a:pt x="0" y="6145"/>
                        <a:pt x="6145" y="0"/>
                        <a:pt x="13716" y="0"/>
                      </a:cubicBezTo>
                      <a:lnTo>
                        <a:pt x="199156" y="0"/>
                      </a:lnTo>
                      <a:cubicBezTo>
                        <a:pt x="206728" y="0"/>
                        <a:pt x="212872" y="6145"/>
                        <a:pt x="212872" y="13716"/>
                      </a:cubicBezTo>
                      <a:lnTo>
                        <a:pt x="212872" y="199156"/>
                      </a:lnTo>
                      <a:cubicBezTo>
                        <a:pt x="212872" y="206728"/>
                        <a:pt x="206728" y="212872"/>
                        <a:pt x="199156" y="212872"/>
                      </a:cubicBezTo>
                      <a:close/>
                    </a:path>
                  </a:pathLst>
                </a:custGeom>
                <a:solidFill>
                  <a:srgbClr val="952584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6" name="Freeform: Shape 165">
                  <a:extLst>
                    <a:ext uri="{FF2B5EF4-FFF2-40B4-BE49-F238E27FC236}">
                      <a16:creationId xmlns:a16="http://schemas.microsoft.com/office/drawing/2014/main" id="{588EA7DF-D2DA-65DA-B816-A922D896F277}"/>
                    </a:ext>
                  </a:extLst>
                </p:cNvPr>
                <p:cNvSpPr/>
                <p:nvPr/>
              </p:nvSpPr>
              <p:spPr>
                <a:xfrm>
                  <a:off x="-1899480" y="4933433"/>
                  <a:ext cx="212872" cy="212872"/>
                </a:xfrm>
                <a:custGeom>
                  <a:avLst/>
                  <a:gdLst>
                    <a:gd name="connsiteX0" fmla="*/ 199156 w 212872"/>
                    <a:gd name="connsiteY0" fmla="*/ 212872 h 212872"/>
                    <a:gd name="connsiteX1" fmla="*/ 13716 w 212872"/>
                    <a:gd name="connsiteY1" fmla="*/ 212872 h 212872"/>
                    <a:gd name="connsiteX2" fmla="*/ 0 w 212872"/>
                    <a:gd name="connsiteY2" fmla="*/ 199156 h 212872"/>
                    <a:gd name="connsiteX3" fmla="*/ 0 w 212872"/>
                    <a:gd name="connsiteY3" fmla="*/ 13716 h 212872"/>
                    <a:gd name="connsiteX4" fmla="*/ 13716 w 212872"/>
                    <a:gd name="connsiteY4" fmla="*/ 0 h 212872"/>
                    <a:gd name="connsiteX5" fmla="*/ 199156 w 212872"/>
                    <a:gd name="connsiteY5" fmla="*/ 0 h 212872"/>
                    <a:gd name="connsiteX6" fmla="*/ 212872 w 212872"/>
                    <a:gd name="connsiteY6" fmla="*/ 13716 h 212872"/>
                    <a:gd name="connsiteX7" fmla="*/ 212872 w 212872"/>
                    <a:gd name="connsiteY7" fmla="*/ 199156 h 212872"/>
                    <a:gd name="connsiteX8" fmla="*/ 199156 w 212872"/>
                    <a:gd name="connsiteY8" fmla="*/ 212872 h 2128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872" h="212872">
                      <a:moveTo>
                        <a:pt x="199156" y="212872"/>
                      </a:moveTo>
                      <a:lnTo>
                        <a:pt x="13716" y="212872"/>
                      </a:lnTo>
                      <a:cubicBezTo>
                        <a:pt x="6145" y="212872"/>
                        <a:pt x="0" y="206728"/>
                        <a:pt x="0" y="199156"/>
                      </a:cubicBezTo>
                      <a:lnTo>
                        <a:pt x="0" y="13716"/>
                      </a:lnTo>
                      <a:cubicBezTo>
                        <a:pt x="0" y="6145"/>
                        <a:pt x="6145" y="0"/>
                        <a:pt x="13716" y="0"/>
                      </a:cubicBezTo>
                      <a:lnTo>
                        <a:pt x="199156" y="0"/>
                      </a:lnTo>
                      <a:cubicBezTo>
                        <a:pt x="206728" y="0"/>
                        <a:pt x="212872" y="6145"/>
                        <a:pt x="212872" y="13716"/>
                      </a:cubicBezTo>
                      <a:lnTo>
                        <a:pt x="212872" y="199156"/>
                      </a:lnTo>
                      <a:cubicBezTo>
                        <a:pt x="212872" y="206728"/>
                        <a:pt x="206728" y="212872"/>
                        <a:pt x="199156" y="212872"/>
                      </a:cubicBezTo>
                      <a:close/>
                    </a:path>
                  </a:pathLst>
                </a:custGeom>
                <a:solidFill>
                  <a:srgbClr val="A44995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7" name="Freeform: Shape 166">
                  <a:extLst>
                    <a:ext uri="{FF2B5EF4-FFF2-40B4-BE49-F238E27FC236}">
                      <a16:creationId xmlns:a16="http://schemas.microsoft.com/office/drawing/2014/main" id="{A06518BF-1193-A6CC-EADD-0BC6364E0DD3}"/>
                    </a:ext>
                  </a:extLst>
                </p:cNvPr>
                <p:cNvSpPr/>
                <p:nvPr/>
              </p:nvSpPr>
              <p:spPr>
                <a:xfrm>
                  <a:off x="-1881375" y="4985554"/>
                  <a:ext cx="176662" cy="141165"/>
                </a:xfrm>
                <a:custGeom>
                  <a:avLst/>
                  <a:gdLst>
                    <a:gd name="connsiteX0" fmla="*/ 171176 w 176662"/>
                    <a:gd name="connsiteY0" fmla="*/ 0 h 141165"/>
                    <a:gd name="connsiteX1" fmla="*/ 5486 w 176662"/>
                    <a:gd name="connsiteY1" fmla="*/ 0 h 141165"/>
                    <a:gd name="connsiteX2" fmla="*/ 0 w 176662"/>
                    <a:gd name="connsiteY2" fmla="*/ 5486 h 141165"/>
                    <a:gd name="connsiteX3" fmla="*/ 0 w 176662"/>
                    <a:gd name="connsiteY3" fmla="*/ 135679 h 141165"/>
                    <a:gd name="connsiteX4" fmla="*/ 5486 w 176662"/>
                    <a:gd name="connsiteY4" fmla="*/ 141165 h 141165"/>
                    <a:gd name="connsiteX5" fmla="*/ 171176 w 176662"/>
                    <a:gd name="connsiteY5" fmla="*/ 141165 h 141165"/>
                    <a:gd name="connsiteX6" fmla="*/ 176662 w 176662"/>
                    <a:gd name="connsiteY6" fmla="*/ 135679 h 141165"/>
                    <a:gd name="connsiteX7" fmla="*/ 176662 w 176662"/>
                    <a:gd name="connsiteY7" fmla="*/ 5486 h 141165"/>
                    <a:gd name="connsiteX8" fmla="*/ 171176 w 176662"/>
                    <a:gd name="connsiteY8" fmla="*/ 0 h 1411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6662" h="141165">
                      <a:moveTo>
                        <a:pt x="171176" y="0"/>
                      </a:moveTo>
                      <a:lnTo>
                        <a:pt x="5486" y="0"/>
                      </a:lnTo>
                      <a:cubicBezTo>
                        <a:pt x="2469" y="0"/>
                        <a:pt x="0" y="2469"/>
                        <a:pt x="0" y="5486"/>
                      </a:cubicBezTo>
                      <a:lnTo>
                        <a:pt x="0" y="135679"/>
                      </a:lnTo>
                      <a:cubicBezTo>
                        <a:pt x="0" y="138696"/>
                        <a:pt x="2469" y="141165"/>
                        <a:pt x="5486" y="141165"/>
                      </a:cubicBezTo>
                      <a:lnTo>
                        <a:pt x="171176" y="141165"/>
                      </a:lnTo>
                      <a:cubicBezTo>
                        <a:pt x="174193" y="141165"/>
                        <a:pt x="176662" y="138696"/>
                        <a:pt x="176662" y="135679"/>
                      </a:cubicBezTo>
                      <a:lnTo>
                        <a:pt x="176662" y="5486"/>
                      </a:lnTo>
                      <a:cubicBezTo>
                        <a:pt x="176662" y="2414"/>
                        <a:pt x="174193" y="0"/>
                        <a:pt x="17117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8" name="Freeform: Shape 167">
                  <a:extLst>
                    <a:ext uri="{FF2B5EF4-FFF2-40B4-BE49-F238E27FC236}">
                      <a16:creationId xmlns:a16="http://schemas.microsoft.com/office/drawing/2014/main" id="{7EFB1D99-BBCE-CFB5-6DEF-B0A949D3A735}"/>
                    </a:ext>
                  </a:extLst>
                </p:cNvPr>
                <p:cNvSpPr/>
                <p:nvPr/>
              </p:nvSpPr>
              <p:spPr>
                <a:xfrm>
                  <a:off x="-1881375" y="5115746"/>
                  <a:ext cx="176662" cy="10972"/>
                </a:xfrm>
                <a:custGeom>
                  <a:avLst/>
                  <a:gdLst>
                    <a:gd name="connsiteX0" fmla="*/ 171176 w 176662"/>
                    <a:gd name="connsiteY0" fmla="*/ 5486 h 10972"/>
                    <a:gd name="connsiteX1" fmla="*/ 5486 w 176662"/>
                    <a:gd name="connsiteY1" fmla="*/ 5486 h 10972"/>
                    <a:gd name="connsiteX2" fmla="*/ 0 w 176662"/>
                    <a:gd name="connsiteY2" fmla="*/ 0 h 10972"/>
                    <a:gd name="connsiteX3" fmla="*/ 0 w 176662"/>
                    <a:gd name="connsiteY3" fmla="*/ 5486 h 10972"/>
                    <a:gd name="connsiteX4" fmla="*/ 5486 w 176662"/>
                    <a:gd name="connsiteY4" fmla="*/ 10973 h 10972"/>
                    <a:gd name="connsiteX5" fmla="*/ 171176 w 176662"/>
                    <a:gd name="connsiteY5" fmla="*/ 10973 h 10972"/>
                    <a:gd name="connsiteX6" fmla="*/ 176662 w 176662"/>
                    <a:gd name="connsiteY6" fmla="*/ 5486 h 10972"/>
                    <a:gd name="connsiteX7" fmla="*/ 176662 w 176662"/>
                    <a:gd name="connsiteY7" fmla="*/ 0 h 10972"/>
                    <a:gd name="connsiteX8" fmla="*/ 171176 w 176662"/>
                    <a:gd name="connsiteY8" fmla="*/ 5486 h 109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6662" h="10972">
                      <a:moveTo>
                        <a:pt x="171176" y="5486"/>
                      </a:moveTo>
                      <a:lnTo>
                        <a:pt x="5486" y="5486"/>
                      </a:lnTo>
                      <a:cubicBezTo>
                        <a:pt x="2469" y="5486"/>
                        <a:pt x="0" y="3018"/>
                        <a:pt x="0" y="0"/>
                      </a:cubicBezTo>
                      <a:lnTo>
                        <a:pt x="0" y="5486"/>
                      </a:lnTo>
                      <a:cubicBezTo>
                        <a:pt x="0" y="8504"/>
                        <a:pt x="2469" y="10973"/>
                        <a:pt x="5486" y="10973"/>
                      </a:cubicBezTo>
                      <a:lnTo>
                        <a:pt x="171176" y="10973"/>
                      </a:lnTo>
                      <a:cubicBezTo>
                        <a:pt x="174193" y="10973"/>
                        <a:pt x="176662" y="8504"/>
                        <a:pt x="176662" y="5486"/>
                      </a:cubicBezTo>
                      <a:lnTo>
                        <a:pt x="176662" y="0"/>
                      </a:lnTo>
                      <a:cubicBezTo>
                        <a:pt x="176662" y="3018"/>
                        <a:pt x="174193" y="5486"/>
                        <a:pt x="171176" y="5486"/>
                      </a:cubicBezTo>
                      <a:close/>
                    </a:path>
                  </a:pathLst>
                </a:custGeom>
                <a:solidFill>
                  <a:srgbClr val="DADADA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9" name="Freeform: Shape 168">
                  <a:extLst>
                    <a:ext uri="{FF2B5EF4-FFF2-40B4-BE49-F238E27FC236}">
                      <a16:creationId xmlns:a16="http://schemas.microsoft.com/office/drawing/2014/main" id="{F3376A44-1C02-5EF8-A422-2346DBD40161}"/>
                    </a:ext>
                  </a:extLst>
                </p:cNvPr>
                <p:cNvSpPr/>
                <p:nvPr/>
              </p:nvSpPr>
              <p:spPr>
                <a:xfrm>
                  <a:off x="-1881375" y="4950496"/>
                  <a:ext cx="134965" cy="24688"/>
                </a:xfrm>
                <a:custGeom>
                  <a:avLst/>
                  <a:gdLst>
                    <a:gd name="connsiteX0" fmla="*/ 123993 w 134965"/>
                    <a:gd name="connsiteY0" fmla="*/ 0 h 24688"/>
                    <a:gd name="connsiteX1" fmla="*/ 10973 w 134965"/>
                    <a:gd name="connsiteY1" fmla="*/ 0 h 24688"/>
                    <a:gd name="connsiteX2" fmla="*/ 0 w 134965"/>
                    <a:gd name="connsiteY2" fmla="*/ 10973 h 24688"/>
                    <a:gd name="connsiteX3" fmla="*/ 0 w 134965"/>
                    <a:gd name="connsiteY3" fmla="*/ 13716 h 24688"/>
                    <a:gd name="connsiteX4" fmla="*/ 10973 w 134965"/>
                    <a:gd name="connsiteY4" fmla="*/ 24689 h 24688"/>
                    <a:gd name="connsiteX5" fmla="*/ 123993 w 134965"/>
                    <a:gd name="connsiteY5" fmla="*/ 24689 h 24688"/>
                    <a:gd name="connsiteX6" fmla="*/ 134965 w 134965"/>
                    <a:gd name="connsiteY6" fmla="*/ 13716 h 24688"/>
                    <a:gd name="connsiteX7" fmla="*/ 134965 w 134965"/>
                    <a:gd name="connsiteY7" fmla="*/ 10973 h 24688"/>
                    <a:gd name="connsiteX8" fmla="*/ 123993 w 134965"/>
                    <a:gd name="connsiteY8" fmla="*/ 0 h 24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4965" h="24688">
                      <a:moveTo>
                        <a:pt x="123993" y="0"/>
                      </a:moveTo>
                      <a:lnTo>
                        <a:pt x="10973" y="0"/>
                      </a:lnTo>
                      <a:cubicBezTo>
                        <a:pt x="4938" y="0"/>
                        <a:pt x="0" y="4938"/>
                        <a:pt x="0" y="10973"/>
                      </a:cubicBezTo>
                      <a:lnTo>
                        <a:pt x="0" y="13716"/>
                      </a:lnTo>
                      <a:cubicBezTo>
                        <a:pt x="0" y="19751"/>
                        <a:pt x="4938" y="24689"/>
                        <a:pt x="10973" y="24689"/>
                      </a:cubicBezTo>
                      <a:lnTo>
                        <a:pt x="123993" y="24689"/>
                      </a:lnTo>
                      <a:cubicBezTo>
                        <a:pt x="130028" y="24689"/>
                        <a:pt x="134965" y="19751"/>
                        <a:pt x="134965" y="13716"/>
                      </a:cubicBezTo>
                      <a:lnTo>
                        <a:pt x="134965" y="10973"/>
                      </a:lnTo>
                      <a:cubicBezTo>
                        <a:pt x="134965" y="4883"/>
                        <a:pt x="130028" y="0"/>
                        <a:pt x="123993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0" name="Freeform: Shape 169">
                  <a:extLst>
                    <a:ext uri="{FF2B5EF4-FFF2-40B4-BE49-F238E27FC236}">
                      <a16:creationId xmlns:a16="http://schemas.microsoft.com/office/drawing/2014/main" id="{4B57D394-FBC3-4B3D-A398-4457905C3D17}"/>
                    </a:ext>
                  </a:extLst>
                </p:cNvPr>
                <p:cNvSpPr/>
                <p:nvPr/>
              </p:nvSpPr>
              <p:spPr>
                <a:xfrm>
                  <a:off x="-1881375" y="4960097"/>
                  <a:ext cx="134965" cy="15087"/>
                </a:xfrm>
                <a:custGeom>
                  <a:avLst/>
                  <a:gdLst>
                    <a:gd name="connsiteX0" fmla="*/ 123993 w 134965"/>
                    <a:gd name="connsiteY0" fmla="*/ 9601 h 15087"/>
                    <a:gd name="connsiteX1" fmla="*/ 10973 w 134965"/>
                    <a:gd name="connsiteY1" fmla="*/ 9601 h 15087"/>
                    <a:gd name="connsiteX2" fmla="*/ 110 w 134965"/>
                    <a:gd name="connsiteY2" fmla="*/ 0 h 15087"/>
                    <a:gd name="connsiteX3" fmla="*/ 0 w 134965"/>
                    <a:gd name="connsiteY3" fmla="*/ 1372 h 15087"/>
                    <a:gd name="connsiteX4" fmla="*/ 0 w 134965"/>
                    <a:gd name="connsiteY4" fmla="*/ 4115 h 15087"/>
                    <a:gd name="connsiteX5" fmla="*/ 10973 w 134965"/>
                    <a:gd name="connsiteY5" fmla="*/ 15088 h 15087"/>
                    <a:gd name="connsiteX6" fmla="*/ 123993 w 134965"/>
                    <a:gd name="connsiteY6" fmla="*/ 15088 h 15087"/>
                    <a:gd name="connsiteX7" fmla="*/ 134965 w 134965"/>
                    <a:gd name="connsiteY7" fmla="*/ 4115 h 15087"/>
                    <a:gd name="connsiteX8" fmla="*/ 134965 w 134965"/>
                    <a:gd name="connsiteY8" fmla="*/ 1372 h 15087"/>
                    <a:gd name="connsiteX9" fmla="*/ 134856 w 134965"/>
                    <a:gd name="connsiteY9" fmla="*/ 0 h 15087"/>
                    <a:gd name="connsiteX10" fmla="*/ 123993 w 134965"/>
                    <a:gd name="connsiteY10" fmla="*/ 9601 h 150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34965" h="15087">
                      <a:moveTo>
                        <a:pt x="123993" y="9601"/>
                      </a:moveTo>
                      <a:lnTo>
                        <a:pt x="10973" y="9601"/>
                      </a:lnTo>
                      <a:cubicBezTo>
                        <a:pt x="5377" y="9601"/>
                        <a:pt x="768" y="5432"/>
                        <a:pt x="110" y="0"/>
                      </a:cubicBezTo>
                      <a:cubicBezTo>
                        <a:pt x="55" y="439"/>
                        <a:pt x="0" y="933"/>
                        <a:pt x="0" y="1372"/>
                      </a:cubicBezTo>
                      <a:lnTo>
                        <a:pt x="0" y="4115"/>
                      </a:lnTo>
                      <a:cubicBezTo>
                        <a:pt x="0" y="10150"/>
                        <a:pt x="4938" y="15088"/>
                        <a:pt x="10973" y="15088"/>
                      </a:cubicBezTo>
                      <a:lnTo>
                        <a:pt x="123993" y="15088"/>
                      </a:lnTo>
                      <a:cubicBezTo>
                        <a:pt x="130028" y="15088"/>
                        <a:pt x="134965" y="10150"/>
                        <a:pt x="134965" y="4115"/>
                      </a:cubicBezTo>
                      <a:lnTo>
                        <a:pt x="134965" y="1372"/>
                      </a:lnTo>
                      <a:cubicBezTo>
                        <a:pt x="134965" y="933"/>
                        <a:pt x="134911" y="439"/>
                        <a:pt x="134856" y="0"/>
                      </a:cubicBezTo>
                      <a:cubicBezTo>
                        <a:pt x="134197" y="5432"/>
                        <a:pt x="129589" y="9601"/>
                        <a:pt x="123993" y="9601"/>
                      </a:cubicBezTo>
                      <a:close/>
                    </a:path>
                  </a:pathLst>
                </a:custGeom>
                <a:solidFill>
                  <a:srgbClr val="DADADA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1" name="Freeform: Shape 170">
                  <a:extLst>
                    <a:ext uri="{FF2B5EF4-FFF2-40B4-BE49-F238E27FC236}">
                      <a16:creationId xmlns:a16="http://schemas.microsoft.com/office/drawing/2014/main" id="{BF95FA72-F516-C5FB-72B2-0CA57FF302AB}"/>
                    </a:ext>
                  </a:extLst>
                </p:cNvPr>
                <p:cNvSpPr/>
                <p:nvPr/>
              </p:nvSpPr>
              <p:spPr>
                <a:xfrm>
                  <a:off x="-1734723" y="4950496"/>
                  <a:ext cx="30010" cy="24688"/>
                </a:xfrm>
                <a:custGeom>
                  <a:avLst/>
                  <a:gdLst>
                    <a:gd name="connsiteX0" fmla="*/ 19038 w 30010"/>
                    <a:gd name="connsiteY0" fmla="*/ 0 h 24688"/>
                    <a:gd name="connsiteX1" fmla="*/ 10973 w 30010"/>
                    <a:gd name="connsiteY1" fmla="*/ 0 h 24688"/>
                    <a:gd name="connsiteX2" fmla="*/ 0 w 30010"/>
                    <a:gd name="connsiteY2" fmla="*/ 10973 h 24688"/>
                    <a:gd name="connsiteX3" fmla="*/ 0 w 30010"/>
                    <a:gd name="connsiteY3" fmla="*/ 13716 h 24688"/>
                    <a:gd name="connsiteX4" fmla="*/ 10973 w 30010"/>
                    <a:gd name="connsiteY4" fmla="*/ 24689 h 24688"/>
                    <a:gd name="connsiteX5" fmla="*/ 19038 w 30010"/>
                    <a:gd name="connsiteY5" fmla="*/ 24689 h 24688"/>
                    <a:gd name="connsiteX6" fmla="*/ 30011 w 30010"/>
                    <a:gd name="connsiteY6" fmla="*/ 13716 h 24688"/>
                    <a:gd name="connsiteX7" fmla="*/ 30011 w 30010"/>
                    <a:gd name="connsiteY7" fmla="*/ 10973 h 24688"/>
                    <a:gd name="connsiteX8" fmla="*/ 19038 w 30010"/>
                    <a:gd name="connsiteY8" fmla="*/ 0 h 24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010" h="24688">
                      <a:moveTo>
                        <a:pt x="19038" y="0"/>
                      </a:moveTo>
                      <a:lnTo>
                        <a:pt x="10973" y="0"/>
                      </a:lnTo>
                      <a:cubicBezTo>
                        <a:pt x="4938" y="0"/>
                        <a:pt x="0" y="4938"/>
                        <a:pt x="0" y="10973"/>
                      </a:cubicBezTo>
                      <a:lnTo>
                        <a:pt x="0" y="13716"/>
                      </a:lnTo>
                      <a:cubicBezTo>
                        <a:pt x="0" y="19751"/>
                        <a:pt x="4938" y="24689"/>
                        <a:pt x="10973" y="24689"/>
                      </a:cubicBezTo>
                      <a:lnTo>
                        <a:pt x="19038" y="24689"/>
                      </a:lnTo>
                      <a:cubicBezTo>
                        <a:pt x="25073" y="24689"/>
                        <a:pt x="30011" y="19751"/>
                        <a:pt x="30011" y="13716"/>
                      </a:cubicBezTo>
                      <a:lnTo>
                        <a:pt x="30011" y="10973"/>
                      </a:lnTo>
                      <a:cubicBezTo>
                        <a:pt x="30011" y="4883"/>
                        <a:pt x="25073" y="0"/>
                        <a:pt x="19038" y="0"/>
                      </a:cubicBezTo>
                      <a:close/>
                    </a:path>
                  </a:pathLst>
                </a:custGeom>
                <a:solidFill>
                  <a:srgbClr val="36A9E1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2" name="Freeform: Shape 171">
                  <a:extLst>
                    <a:ext uri="{FF2B5EF4-FFF2-40B4-BE49-F238E27FC236}">
                      <a16:creationId xmlns:a16="http://schemas.microsoft.com/office/drawing/2014/main" id="{43912E2C-E569-9AF0-34D2-A09669F3D30A}"/>
                    </a:ext>
                  </a:extLst>
                </p:cNvPr>
                <p:cNvSpPr/>
                <p:nvPr/>
              </p:nvSpPr>
              <p:spPr>
                <a:xfrm>
                  <a:off x="-1734723" y="4960097"/>
                  <a:ext cx="30010" cy="15087"/>
                </a:xfrm>
                <a:custGeom>
                  <a:avLst/>
                  <a:gdLst>
                    <a:gd name="connsiteX0" fmla="*/ 19038 w 30010"/>
                    <a:gd name="connsiteY0" fmla="*/ 9601 h 15087"/>
                    <a:gd name="connsiteX1" fmla="*/ 10973 w 30010"/>
                    <a:gd name="connsiteY1" fmla="*/ 9601 h 15087"/>
                    <a:gd name="connsiteX2" fmla="*/ 110 w 30010"/>
                    <a:gd name="connsiteY2" fmla="*/ 0 h 15087"/>
                    <a:gd name="connsiteX3" fmla="*/ 0 w 30010"/>
                    <a:gd name="connsiteY3" fmla="*/ 1372 h 15087"/>
                    <a:gd name="connsiteX4" fmla="*/ 0 w 30010"/>
                    <a:gd name="connsiteY4" fmla="*/ 4115 h 15087"/>
                    <a:gd name="connsiteX5" fmla="*/ 10973 w 30010"/>
                    <a:gd name="connsiteY5" fmla="*/ 15088 h 15087"/>
                    <a:gd name="connsiteX6" fmla="*/ 19038 w 30010"/>
                    <a:gd name="connsiteY6" fmla="*/ 15088 h 15087"/>
                    <a:gd name="connsiteX7" fmla="*/ 30011 w 30010"/>
                    <a:gd name="connsiteY7" fmla="*/ 4115 h 15087"/>
                    <a:gd name="connsiteX8" fmla="*/ 30011 w 30010"/>
                    <a:gd name="connsiteY8" fmla="*/ 1372 h 15087"/>
                    <a:gd name="connsiteX9" fmla="*/ 29901 w 30010"/>
                    <a:gd name="connsiteY9" fmla="*/ 0 h 15087"/>
                    <a:gd name="connsiteX10" fmla="*/ 19038 w 30010"/>
                    <a:gd name="connsiteY10" fmla="*/ 9601 h 150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0010" h="15087">
                      <a:moveTo>
                        <a:pt x="19038" y="9601"/>
                      </a:moveTo>
                      <a:lnTo>
                        <a:pt x="10973" y="9601"/>
                      </a:lnTo>
                      <a:cubicBezTo>
                        <a:pt x="5377" y="9601"/>
                        <a:pt x="768" y="5432"/>
                        <a:pt x="110" y="0"/>
                      </a:cubicBezTo>
                      <a:cubicBezTo>
                        <a:pt x="55" y="439"/>
                        <a:pt x="0" y="933"/>
                        <a:pt x="0" y="1372"/>
                      </a:cubicBezTo>
                      <a:lnTo>
                        <a:pt x="0" y="4115"/>
                      </a:lnTo>
                      <a:cubicBezTo>
                        <a:pt x="0" y="10150"/>
                        <a:pt x="4938" y="15088"/>
                        <a:pt x="10973" y="15088"/>
                      </a:cubicBezTo>
                      <a:lnTo>
                        <a:pt x="19038" y="15088"/>
                      </a:lnTo>
                      <a:cubicBezTo>
                        <a:pt x="25073" y="15088"/>
                        <a:pt x="30011" y="10150"/>
                        <a:pt x="30011" y="4115"/>
                      </a:cubicBezTo>
                      <a:lnTo>
                        <a:pt x="30011" y="1372"/>
                      </a:lnTo>
                      <a:cubicBezTo>
                        <a:pt x="30011" y="933"/>
                        <a:pt x="29956" y="439"/>
                        <a:pt x="29901" y="0"/>
                      </a:cubicBezTo>
                      <a:cubicBezTo>
                        <a:pt x="29243" y="5432"/>
                        <a:pt x="24634" y="9601"/>
                        <a:pt x="19038" y="9601"/>
                      </a:cubicBezTo>
                      <a:close/>
                    </a:path>
                  </a:pathLst>
                </a:custGeom>
                <a:solidFill>
                  <a:srgbClr val="0091C5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4B2CCE7-4BB0-F7CB-0246-093BA46DE564}"/>
                  </a:ext>
                </a:extLst>
              </p:cNvPr>
              <p:cNvSpPr/>
              <p:nvPr/>
            </p:nvSpPr>
            <p:spPr>
              <a:xfrm>
                <a:off x="-1859264" y="5003769"/>
                <a:ext cx="132422" cy="111319"/>
              </a:xfrm>
              <a:custGeom>
                <a:avLst/>
                <a:gdLst>
                  <a:gd name="connsiteX0" fmla="*/ 132387 w 132422"/>
                  <a:gd name="connsiteY0" fmla="*/ 68964 h 111319"/>
                  <a:gd name="connsiteX1" fmla="*/ 132387 w 132422"/>
                  <a:gd name="connsiteY1" fmla="*/ 68799 h 111319"/>
                  <a:gd name="connsiteX2" fmla="*/ 132277 w 132422"/>
                  <a:gd name="connsiteY2" fmla="*/ 68361 h 111319"/>
                  <a:gd name="connsiteX3" fmla="*/ 132277 w 132422"/>
                  <a:gd name="connsiteY3" fmla="*/ 68251 h 111319"/>
                  <a:gd name="connsiteX4" fmla="*/ 131838 w 132422"/>
                  <a:gd name="connsiteY4" fmla="*/ 67208 h 111319"/>
                  <a:gd name="connsiteX5" fmla="*/ 131838 w 132422"/>
                  <a:gd name="connsiteY5" fmla="*/ 67208 h 111319"/>
                  <a:gd name="connsiteX6" fmla="*/ 131838 w 132422"/>
                  <a:gd name="connsiteY6" fmla="*/ 67208 h 111319"/>
                  <a:gd name="connsiteX7" fmla="*/ 127943 w 132422"/>
                  <a:gd name="connsiteY7" fmla="*/ 64959 h 111319"/>
                  <a:gd name="connsiteX8" fmla="*/ 101553 w 132422"/>
                  <a:gd name="connsiteY8" fmla="*/ 64959 h 111319"/>
                  <a:gd name="connsiteX9" fmla="*/ 100346 w 132422"/>
                  <a:gd name="connsiteY9" fmla="*/ 55906 h 111319"/>
                  <a:gd name="connsiteX10" fmla="*/ 106820 w 132422"/>
                  <a:gd name="connsiteY10" fmla="*/ 55906 h 111319"/>
                  <a:gd name="connsiteX11" fmla="*/ 110002 w 132422"/>
                  <a:gd name="connsiteY11" fmla="*/ 54590 h 111319"/>
                  <a:gd name="connsiteX12" fmla="*/ 124432 w 132422"/>
                  <a:gd name="connsiteY12" fmla="*/ 40160 h 111319"/>
                  <a:gd name="connsiteX13" fmla="*/ 124706 w 132422"/>
                  <a:gd name="connsiteY13" fmla="*/ 39831 h 111319"/>
                  <a:gd name="connsiteX14" fmla="*/ 124816 w 132422"/>
                  <a:gd name="connsiteY14" fmla="*/ 39722 h 111319"/>
                  <a:gd name="connsiteX15" fmla="*/ 124980 w 132422"/>
                  <a:gd name="connsiteY15" fmla="*/ 39502 h 111319"/>
                  <a:gd name="connsiteX16" fmla="*/ 125090 w 132422"/>
                  <a:gd name="connsiteY16" fmla="*/ 39337 h 111319"/>
                  <a:gd name="connsiteX17" fmla="*/ 125200 w 132422"/>
                  <a:gd name="connsiteY17" fmla="*/ 39118 h 111319"/>
                  <a:gd name="connsiteX18" fmla="*/ 125255 w 132422"/>
                  <a:gd name="connsiteY18" fmla="*/ 38953 h 111319"/>
                  <a:gd name="connsiteX19" fmla="*/ 125364 w 132422"/>
                  <a:gd name="connsiteY19" fmla="*/ 38734 h 111319"/>
                  <a:gd name="connsiteX20" fmla="*/ 125419 w 132422"/>
                  <a:gd name="connsiteY20" fmla="*/ 38569 h 111319"/>
                  <a:gd name="connsiteX21" fmla="*/ 125474 w 132422"/>
                  <a:gd name="connsiteY21" fmla="*/ 38350 h 111319"/>
                  <a:gd name="connsiteX22" fmla="*/ 125584 w 132422"/>
                  <a:gd name="connsiteY22" fmla="*/ 38021 h 111319"/>
                  <a:gd name="connsiteX23" fmla="*/ 125639 w 132422"/>
                  <a:gd name="connsiteY23" fmla="*/ 37856 h 111319"/>
                  <a:gd name="connsiteX24" fmla="*/ 125693 w 132422"/>
                  <a:gd name="connsiteY24" fmla="*/ 37582 h 111319"/>
                  <a:gd name="connsiteX25" fmla="*/ 125693 w 132422"/>
                  <a:gd name="connsiteY25" fmla="*/ 37472 h 111319"/>
                  <a:gd name="connsiteX26" fmla="*/ 125693 w 132422"/>
                  <a:gd name="connsiteY26" fmla="*/ 37198 h 111319"/>
                  <a:gd name="connsiteX27" fmla="*/ 125693 w 132422"/>
                  <a:gd name="connsiteY27" fmla="*/ 37088 h 111319"/>
                  <a:gd name="connsiteX28" fmla="*/ 125693 w 132422"/>
                  <a:gd name="connsiteY28" fmla="*/ 36814 h 111319"/>
                  <a:gd name="connsiteX29" fmla="*/ 125693 w 132422"/>
                  <a:gd name="connsiteY29" fmla="*/ 36759 h 111319"/>
                  <a:gd name="connsiteX30" fmla="*/ 125090 w 132422"/>
                  <a:gd name="connsiteY30" fmla="*/ 34729 h 111319"/>
                  <a:gd name="connsiteX31" fmla="*/ 125090 w 132422"/>
                  <a:gd name="connsiteY31" fmla="*/ 34729 h 111319"/>
                  <a:gd name="connsiteX32" fmla="*/ 125090 w 132422"/>
                  <a:gd name="connsiteY32" fmla="*/ 34729 h 111319"/>
                  <a:gd name="connsiteX33" fmla="*/ 124377 w 132422"/>
                  <a:gd name="connsiteY33" fmla="*/ 33796 h 111319"/>
                  <a:gd name="connsiteX34" fmla="*/ 117958 w 132422"/>
                  <a:gd name="connsiteY34" fmla="*/ 33796 h 111319"/>
                  <a:gd name="connsiteX35" fmla="*/ 104845 w 132422"/>
                  <a:gd name="connsiteY35" fmla="*/ 46909 h 111319"/>
                  <a:gd name="connsiteX36" fmla="*/ 97329 w 132422"/>
                  <a:gd name="connsiteY36" fmla="*/ 46909 h 111319"/>
                  <a:gd name="connsiteX37" fmla="*/ 89264 w 132422"/>
                  <a:gd name="connsiteY37" fmla="*/ 34345 h 111319"/>
                  <a:gd name="connsiteX38" fmla="*/ 89264 w 132422"/>
                  <a:gd name="connsiteY38" fmla="*/ 34345 h 111319"/>
                  <a:gd name="connsiteX39" fmla="*/ 88989 w 132422"/>
                  <a:gd name="connsiteY39" fmla="*/ 34071 h 111319"/>
                  <a:gd name="connsiteX40" fmla="*/ 88331 w 132422"/>
                  <a:gd name="connsiteY40" fmla="*/ 33412 h 111319"/>
                  <a:gd name="connsiteX41" fmla="*/ 87728 w 132422"/>
                  <a:gd name="connsiteY41" fmla="*/ 32864 h 111319"/>
                  <a:gd name="connsiteX42" fmla="*/ 87069 w 132422"/>
                  <a:gd name="connsiteY42" fmla="*/ 32260 h 111319"/>
                  <a:gd name="connsiteX43" fmla="*/ 86466 w 132422"/>
                  <a:gd name="connsiteY43" fmla="*/ 31711 h 111319"/>
                  <a:gd name="connsiteX44" fmla="*/ 85807 w 132422"/>
                  <a:gd name="connsiteY44" fmla="*/ 31108 h 111319"/>
                  <a:gd name="connsiteX45" fmla="*/ 85204 w 132422"/>
                  <a:gd name="connsiteY45" fmla="*/ 30614 h 111319"/>
                  <a:gd name="connsiteX46" fmla="*/ 84491 w 132422"/>
                  <a:gd name="connsiteY46" fmla="*/ 30065 h 111319"/>
                  <a:gd name="connsiteX47" fmla="*/ 83832 w 132422"/>
                  <a:gd name="connsiteY47" fmla="*/ 29572 h 111319"/>
                  <a:gd name="connsiteX48" fmla="*/ 83338 w 132422"/>
                  <a:gd name="connsiteY48" fmla="*/ 29188 h 111319"/>
                  <a:gd name="connsiteX49" fmla="*/ 83668 w 132422"/>
                  <a:gd name="connsiteY49" fmla="*/ 27651 h 111319"/>
                  <a:gd name="connsiteX50" fmla="*/ 83887 w 132422"/>
                  <a:gd name="connsiteY50" fmla="*/ 24963 h 111319"/>
                  <a:gd name="connsiteX51" fmla="*/ 83777 w 132422"/>
                  <a:gd name="connsiteY51" fmla="*/ 23153 h 111319"/>
                  <a:gd name="connsiteX52" fmla="*/ 83064 w 132422"/>
                  <a:gd name="connsiteY52" fmla="*/ 19696 h 111319"/>
                  <a:gd name="connsiteX53" fmla="*/ 81693 w 132422"/>
                  <a:gd name="connsiteY53" fmla="*/ 16514 h 111319"/>
                  <a:gd name="connsiteX54" fmla="*/ 80815 w 132422"/>
                  <a:gd name="connsiteY54" fmla="*/ 15033 h 111319"/>
                  <a:gd name="connsiteX55" fmla="*/ 80595 w 132422"/>
                  <a:gd name="connsiteY55" fmla="*/ 14704 h 111319"/>
                  <a:gd name="connsiteX56" fmla="*/ 87728 w 132422"/>
                  <a:gd name="connsiteY56" fmla="*/ 7571 h 111319"/>
                  <a:gd name="connsiteX57" fmla="*/ 88496 w 132422"/>
                  <a:gd name="connsiteY57" fmla="*/ 6584 h 111319"/>
                  <a:gd name="connsiteX58" fmla="*/ 88496 w 132422"/>
                  <a:gd name="connsiteY58" fmla="*/ 6584 h 111319"/>
                  <a:gd name="connsiteX59" fmla="*/ 88496 w 132422"/>
                  <a:gd name="connsiteY59" fmla="*/ 6584 h 111319"/>
                  <a:gd name="connsiteX60" fmla="*/ 88660 w 132422"/>
                  <a:gd name="connsiteY60" fmla="*/ 6309 h 111319"/>
                  <a:gd name="connsiteX61" fmla="*/ 88715 w 132422"/>
                  <a:gd name="connsiteY61" fmla="*/ 6255 h 111319"/>
                  <a:gd name="connsiteX62" fmla="*/ 88825 w 132422"/>
                  <a:gd name="connsiteY62" fmla="*/ 5980 h 111319"/>
                  <a:gd name="connsiteX63" fmla="*/ 88880 w 132422"/>
                  <a:gd name="connsiteY63" fmla="*/ 5925 h 111319"/>
                  <a:gd name="connsiteX64" fmla="*/ 88989 w 132422"/>
                  <a:gd name="connsiteY64" fmla="*/ 5651 h 111319"/>
                  <a:gd name="connsiteX65" fmla="*/ 88989 w 132422"/>
                  <a:gd name="connsiteY65" fmla="*/ 5596 h 111319"/>
                  <a:gd name="connsiteX66" fmla="*/ 89154 w 132422"/>
                  <a:gd name="connsiteY66" fmla="*/ 4663 h 111319"/>
                  <a:gd name="connsiteX67" fmla="*/ 89154 w 132422"/>
                  <a:gd name="connsiteY67" fmla="*/ 4554 h 111319"/>
                  <a:gd name="connsiteX68" fmla="*/ 89154 w 132422"/>
                  <a:gd name="connsiteY68" fmla="*/ 4334 h 111319"/>
                  <a:gd name="connsiteX69" fmla="*/ 89154 w 132422"/>
                  <a:gd name="connsiteY69" fmla="*/ 4170 h 111319"/>
                  <a:gd name="connsiteX70" fmla="*/ 89154 w 132422"/>
                  <a:gd name="connsiteY70" fmla="*/ 3950 h 111319"/>
                  <a:gd name="connsiteX71" fmla="*/ 89154 w 132422"/>
                  <a:gd name="connsiteY71" fmla="*/ 3786 h 111319"/>
                  <a:gd name="connsiteX72" fmla="*/ 89099 w 132422"/>
                  <a:gd name="connsiteY72" fmla="*/ 3566 h 111319"/>
                  <a:gd name="connsiteX73" fmla="*/ 89044 w 132422"/>
                  <a:gd name="connsiteY73" fmla="*/ 3347 h 111319"/>
                  <a:gd name="connsiteX74" fmla="*/ 88989 w 132422"/>
                  <a:gd name="connsiteY74" fmla="*/ 3182 h 111319"/>
                  <a:gd name="connsiteX75" fmla="*/ 88880 w 132422"/>
                  <a:gd name="connsiteY75" fmla="*/ 2798 h 111319"/>
                  <a:gd name="connsiteX76" fmla="*/ 88825 w 132422"/>
                  <a:gd name="connsiteY76" fmla="*/ 2688 h 111319"/>
                  <a:gd name="connsiteX77" fmla="*/ 88715 w 132422"/>
                  <a:gd name="connsiteY77" fmla="*/ 2469 h 111319"/>
                  <a:gd name="connsiteX78" fmla="*/ 88660 w 132422"/>
                  <a:gd name="connsiteY78" fmla="*/ 2304 h 111319"/>
                  <a:gd name="connsiteX79" fmla="*/ 88551 w 132422"/>
                  <a:gd name="connsiteY79" fmla="*/ 2085 h 111319"/>
                  <a:gd name="connsiteX80" fmla="*/ 88441 w 132422"/>
                  <a:gd name="connsiteY80" fmla="*/ 1975 h 111319"/>
                  <a:gd name="connsiteX81" fmla="*/ 88276 w 132422"/>
                  <a:gd name="connsiteY81" fmla="*/ 1756 h 111319"/>
                  <a:gd name="connsiteX82" fmla="*/ 88166 w 132422"/>
                  <a:gd name="connsiteY82" fmla="*/ 1646 h 111319"/>
                  <a:gd name="connsiteX83" fmla="*/ 87892 w 132422"/>
                  <a:gd name="connsiteY83" fmla="*/ 1317 h 111319"/>
                  <a:gd name="connsiteX84" fmla="*/ 81473 w 132422"/>
                  <a:gd name="connsiteY84" fmla="*/ 1317 h 111319"/>
                  <a:gd name="connsiteX85" fmla="*/ 73792 w 132422"/>
                  <a:gd name="connsiteY85" fmla="*/ 8998 h 111319"/>
                  <a:gd name="connsiteX86" fmla="*/ 66221 w 132422"/>
                  <a:gd name="connsiteY86" fmla="*/ 7297 h 111319"/>
                  <a:gd name="connsiteX87" fmla="*/ 58650 w 132422"/>
                  <a:gd name="connsiteY87" fmla="*/ 8998 h 111319"/>
                  <a:gd name="connsiteX88" fmla="*/ 50969 w 132422"/>
                  <a:gd name="connsiteY88" fmla="*/ 1317 h 111319"/>
                  <a:gd name="connsiteX89" fmla="*/ 44550 w 132422"/>
                  <a:gd name="connsiteY89" fmla="*/ 1317 h 111319"/>
                  <a:gd name="connsiteX90" fmla="*/ 44275 w 132422"/>
                  <a:gd name="connsiteY90" fmla="*/ 1646 h 111319"/>
                  <a:gd name="connsiteX91" fmla="*/ 44166 w 132422"/>
                  <a:gd name="connsiteY91" fmla="*/ 1756 h 111319"/>
                  <a:gd name="connsiteX92" fmla="*/ 44001 w 132422"/>
                  <a:gd name="connsiteY92" fmla="*/ 1975 h 111319"/>
                  <a:gd name="connsiteX93" fmla="*/ 43891 w 132422"/>
                  <a:gd name="connsiteY93" fmla="*/ 2085 h 111319"/>
                  <a:gd name="connsiteX94" fmla="*/ 43781 w 132422"/>
                  <a:gd name="connsiteY94" fmla="*/ 2304 h 111319"/>
                  <a:gd name="connsiteX95" fmla="*/ 43727 w 132422"/>
                  <a:gd name="connsiteY95" fmla="*/ 2469 h 111319"/>
                  <a:gd name="connsiteX96" fmla="*/ 43617 w 132422"/>
                  <a:gd name="connsiteY96" fmla="*/ 2688 h 111319"/>
                  <a:gd name="connsiteX97" fmla="*/ 43562 w 132422"/>
                  <a:gd name="connsiteY97" fmla="*/ 2798 h 111319"/>
                  <a:gd name="connsiteX98" fmla="*/ 43452 w 132422"/>
                  <a:gd name="connsiteY98" fmla="*/ 3182 h 111319"/>
                  <a:gd name="connsiteX99" fmla="*/ 43397 w 132422"/>
                  <a:gd name="connsiteY99" fmla="*/ 3347 h 111319"/>
                  <a:gd name="connsiteX100" fmla="*/ 43343 w 132422"/>
                  <a:gd name="connsiteY100" fmla="*/ 3566 h 111319"/>
                  <a:gd name="connsiteX101" fmla="*/ 43288 w 132422"/>
                  <a:gd name="connsiteY101" fmla="*/ 3786 h 111319"/>
                  <a:gd name="connsiteX102" fmla="*/ 43288 w 132422"/>
                  <a:gd name="connsiteY102" fmla="*/ 3950 h 111319"/>
                  <a:gd name="connsiteX103" fmla="*/ 43288 w 132422"/>
                  <a:gd name="connsiteY103" fmla="*/ 4170 h 111319"/>
                  <a:gd name="connsiteX104" fmla="*/ 43288 w 132422"/>
                  <a:gd name="connsiteY104" fmla="*/ 4334 h 111319"/>
                  <a:gd name="connsiteX105" fmla="*/ 43288 w 132422"/>
                  <a:gd name="connsiteY105" fmla="*/ 4554 h 111319"/>
                  <a:gd name="connsiteX106" fmla="*/ 43288 w 132422"/>
                  <a:gd name="connsiteY106" fmla="*/ 4663 h 111319"/>
                  <a:gd name="connsiteX107" fmla="*/ 43452 w 132422"/>
                  <a:gd name="connsiteY107" fmla="*/ 5596 h 111319"/>
                  <a:gd name="connsiteX108" fmla="*/ 43452 w 132422"/>
                  <a:gd name="connsiteY108" fmla="*/ 5651 h 111319"/>
                  <a:gd name="connsiteX109" fmla="*/ 43562 w 132422"/>
                  <a:gd name="connsiteY109" fmla="*/ 5925 h 111319"/>
                  <a:gd name="connsiteX110" fmla="*/ 43617 w 132422"/>
                  <a:gd name="connsiteY110" fmla="*/ 5980 h 111319"/>
                  <a:gd name="connsiteX111" fmla="*/ 43727 w 132422"/>
                  <a:gd name="connsiteY111" fmla="*/ 6255 h 111319"/>
                  <a:gd name="connsiteX112" fmla="*/ 43781 w 132422"/>
                  <a:gd name="connsiteY112" fmla="*/ 6309 h 111319"/>
                  <a:gd name="connsiteX113" fmla="*/ 43946 w 132422"/>
                  <a:gd name="connsiteY113" fmla="*/ 6584 h 111319"/>
                  <a:gd name="connsiteX114" fmla="*/ 43946 w 132422"/>
                  <a:gd name="connsiteY114" fmla="*/ 6584 h 111319"/>
                  <a:gd name="connsiteX115" fmla="*/ 43946 w 132422"/>
                  <a:gd name="connsiteY115" fmla="*/ 6584 h 111319"/>
                  <a:gd name="connsiteX116" fmla="*/ 44714 w 132422"/>
                  <a:gd name="connsiteY116" fmla="*/ 7571 h 111319"/>
                  <a:gd name="connsiteX117" fmla="*/ 51846 w 132422"/>
                  <a:gd name="connsiteY117" fmla="*/ 14704 h 111319"/>
                  <a:gd name="connsiteX118" fmla="*/ 51627 w 132422"/>
                  <a:gd name="connsiteY118" fmla="*/ 15033 h 111319"/>
                  <a:gd name="connsiteX119" fmla="*/ 50749 w 132422"/>
                  <a:gd name="connsiteY119" fmla="*/ 16514 h 111319"/>
                  <a:gd name="connsiteX120" fmla="*/ 49378 w 132422"/>
                  <a:gd name="connsiteY120" fmla="*/ 19696 h 111319"/>
                  <a:gd name="connsiteX121" fmla="*/ 48664 w 132422"/>
                  <a:gd name="connsiteY121" fmla="*/ 23153 h 111319"/>
                  <a:gd name="connsiteX122" fmla="*/ 48555 w 132422"/>
                  <a:gd name="connsiteY122" fmla="*/ 24963 h 111319"/>
                  <a:gd name="connsiteX123" fmla="*/ 48774 w 132422"/>
                  <a:gd name="connsiteY123" fmla="*/ 27651 h 111319"/>
                  <a:gd name="connsiteX124" fmla="*/ 49103 w 132422"/>
                  <a:gd name="connsiteY124" fmla="*/ 29188 h 111319"/>
                  <a:gd name="connsiteX125" fmla="*/ 48610 w 132422"/>
                  <a:gd name="connsiteY125" fmla="*/ 29572 h 111319"/>
                  <a:gd name="connsiteX126" fmla="*/ 47951 w 132422"/>
                  <a:gd name="connsiteY126" fmla="*/ 30065 h 111319"/>
                  <a:gd name="connsiteX127" fmla="*/ 47238 w 132422"/>
                  <a:gd name="connsiteY127" fmla="*/ 30614 h 111319"/>
                  <a:gd name="connsiteX128" fmla="*/ 46634 w 132422"/>
                  <a:gd name="connsiteY128" fmla="*/ 31108 h 111319"/>
                  <a:gd name="connsiteX129" fmla="*/ 45976 w 132422"/>
                  <a:gd name="connsiteY129" fmla="*/ 31711 h 111319"/>
                  <a:gd name="connsiteX130" fmla="*/ 45373 w 132422"/>
                  <a:gd name="connsiteY130" fmla="*/ 32260 h 111319"/>
                  <a:gd name="connsiteX131" fmla="*/ 44714 w 132422"/>
                  <a:gd name="connsiteY131" fmla="*/ 32864 h 111319"/>
                  <a:gd name="connsiteX132" fmla="*/ 44111 w 132422"/>
                  <a:gd name="connsiteY132" fmla="*/ 33412 h 111319"/>
                  <a:gd name="connsiteX133" fmla="*/ 43452 w 132422"/>
                  <a:gd name="connsiteY133" fmla="*/ 34071 h 111319"/>
                  <a:gd name="connsiteX134" fmla="*/ 43178 w 132422"/>
                  <a:gd name="connsiteY134" fmla="*/ 34345 h 111319"/>
                  <a:gd name="connsiteX135" fmla="*/ 43178 w 132422"/>
                  <a:gd name="connsiteY135" fmla="*/ 34345 h 111319"/>
                  <a:gd name="connsiteX136" fmla="*/ 35113 w 132422"/>
                  <a:gd name="connsiteY136" fmla="*/ 46909 h 111319"/>
                  <a:gd name="connsiteX137" fmla="*/ 27597 w 132422"/>
                  <a:gd name="connsiteY137" fmla="*/ 46909 h 111319"/>
                  <a:gd name="connsiteX138" fmla="*/ 14484 w 132422"/>
                  <a:gd name="connsiteY138" fmla="*/ 33796 h 111319"/>
                  <a:gd name="connsiteX139" fmla="*/ 8065 w 132422"/>
                  <a:gd name="connsiteY139" fmla="*/ 33796 h 111319"/>
                  <a:gd name="connsiteX140" fmla="*/ 7352 w 132422"/>
                  <a:gd name="connsiteY140" fmla="*/ 34729 h 111319"/>
                  <a:gd name="connsiteX141" fmla="*/ 7352 w 132422"/>
                  <a:gd name="connsiteY141" fmla="*/ 34729 h 111319"/>
                  <a:gd name="connsiteX142" fmla="*/ 7352 w 132422"/>
                  <a:gd name="connsiteY142" fmla="*/ 34729 h 111319"/>
                  <a:gd name="connsiteX143" fmla="*/ 6748 w 132422"/>
                  <a:gd name="connsiteY143" fmla="*/ 36759 h 111319"/>
                  <a:gd name="connsiteX144" fmla="*/ 6748 w 132422"/>
                  <a:gd name="connsiteY144" fmla="*/ 36814 h 111319"/>
                  <a:gd name="connsiteX145" fmla="*/ 6748 w 132422"/>
                  <a:gd name="connsiteY145" fmla="*/ 37088 h 111319"/>
                  <a:gd name="connsiteX146" fmla="*/ 6748 w 132422"/>
                  <a:gd name="connsiteY146" fmla="*/ 37198 h 111319"/>
                  <a:gd name="connsiteX147" fmla="*/ 6748 w 132422"/>
                  <a:gd name="connsiteY147" fmla="*/ 37472 h 111319"/>
                  <a:gd name="connsiteX148" fmla="*/ 6748 w 132422"/>
                  <a:gd name="connsiteY148" fmla="*/ 37582 h 111319"/>
                  <a:gd name="connsiteX149" fmla="*/ 6803 w 132422"/>
                  <a:gd name="connsiteY149" fmla="*/ 37856 h 111319"/>
                  <a:gd name="connsiteX150" fmla="*/ 6858 w 132422"/>
                  <a:gd name="connsiteY150" fmla="*/ 38021 h 111319"/>
                  <a:gd name="connsiteX151" fmla="*/ 6968 w 132422"/>
                  <a:gd name="connsiteY151" fmla="*/ 38350 h 111319"/>
                  <a:gd name="connsiteX152" fmla="*/ 7023 w 132422"/>
                  <a:gd name="connsiteY152" fmla="*/ 38569 h 111319"/>
                  <a:gd name="connsiteX153" fmla="*/ 7077 w 132422"/>
                  <a:gd name="connsiteY153" fmla="*/ 38734 h 111319"/>
                  <a:gd name="connsiteX154" fmla="*/ 7187 w 132422"/>
                  <a:gd name="connsiteY154" fmla="*/ 38953 h 111319"/>
                  <a:gd name="connsiteX155" fmla="*/ 7242 w 132422"/>
                  <a:gd name="connsiteY155" fmla="*/ 39118 h 111319"/>
                  <a:gd name="connsiteX156" fmla="*/ 7352 w 132422"/>
                  <a:gd name="connsiteY156" fmla="*/ 39337 h 111319"/>
                  <a:gd name="connsiteX157" fmla="*/ 7462 w 132422"/>
                  <a:gd name="connsiteY157" fmla="*/ 39502 h 111319"/>
                  <a:gd name="connsiteX158" fmla="*/ 7626 w 132422"/>
                  <a:gd name="connsiteY158" fmla="*/ 39722 h 111319"/>
                  <a:gd name="connsiteX159" fmla="*/ 7736 w 132422"/>
                  <a:gd name="connsiteY159" fmla="*/ 39831 h 111319"/>
                  <a:gd name="connsiteX160" fmla="*/ 8010 w 132422"/>
                  <a:gd name="connsiteY160" fmla="*/ 40160 h 111319"/>
                  <a:gd name="connsiteX161" fmla="*/ 22439 w 132422"/>
                  <a:gd name="connsiteY161" fmla="*/ 54590 h 111319"/>
                  <a:gd name="connsiteX162" fmla="*/ 25621 w 132422"/>
                  <a:gd name="connsiteY162" fmla="*/ 55906 h 111319"/>
                  <a:gd name="connsiteX163" fmla="*/ 32095 w 132422"/>
                  <a:gd name="connsiteY163" fmla="*/ 55906 h 111319"/>
                  <a:gd name="connsiteX164" fmla="*/ 30888 w 132422"/>
                  <a:gd name="connsiteY164" fmla="*/ 64959 h 111319"/>
                  <a:gd name="connsiteX165" fmla="*/ 4499 w 132422"/>
                  <a:gd name="connsiteY165" fmla="*/ 64959 h 111319"/>
                  <a:gd name="connsiteX166" fmla="*/ 604 w 132422"/>
                  <a:gd name="connsiteY166" fmla="*/ 67208 h 111319"/>
                  <a:gd name="connsiteX167" fmla="*/ 604 w 132422"/>
                  <a:gd name="connsiteY167" fmla="*/ 67208 h 111319"/>
                  <a:gd name="connsiteX168" fmla="*/ 604 w 132422"/>
                  <a:gd name="connsiteY168" fmla="*/ 67208 h 111319"/>
                  <a:gd name="connsiteX169" fmla="*/ 165 w 132422"/>
                  <a:gd name="connsiteY169" fmla="*/ 68251 h 111319"/>
                  <a:gd name="connsiteX170" fmla="*/ 165 w 132422"/>
                  <a:gd name="connsiteY170" fmla="*/ 68361 h 111319"/>
                  <a:gd name="connsiteX171" fmla="*/ 55 w 132422"/>
                  <a:gd name="connsiteY171" fmla="*/ 68799 h 111319"/>
                  <a:gd name="connsiteX172" fmla="*/ 55 w 132422"/>
                  <a:gd name="connsiteY172" fmla="*/ 68964 h 111319"/>
                  <a:gd name="connsiteX173" fmla="*/ 0 w 132422"/>
                  <a:gd name="connsiteY173" fmla="*/ 69513 h 111319"/>
                  <a:gd name="connsiteX174" fmla="*/ 4554 w 132422"/>
                  <a:gd name="connsiteY174" fmla="*/ 74066 h 111319"/>
                  <a:gd name="connsiteX175" fmla="*/ 31272 w 132422"/>
                  <a:gd name="connsiteY175" fmla="*/ 74066 h 111319"/>
                  <a:gd name="connsiteX176" fmla="*/ 33193 w 132422"/>
                  <a:gd name="connsiteY176" fmla="*/ 83119 h 111319"/>
                  <a:gd name="connsiteX177" fmla="*/ 25621 w 132422"/>
                  <a:gd name="connsiteY177" fmla="*/ 83119 h 111319"/>
                  <a:gd name="connsiteX178" fmla="*/ 22439 w 132422"/>
                  <a:gd name="connsiteY178" fmla="*/ 84436 h 111319"/>
                  <a:gd name="connsiteX179" fmla="*/ 8010 w 132422"/>
                  <a:gd name="connsiteY179" fmla="*/ 98865 h 111319"/>
                  <a:gd name="connsiteX180" fmla="*/ 7297 w 132422"/>
                  <a:gd name="connsiteY180" fmla="*/ 99798 h 111319"/>
                  <a:gd name="connsiteX181" fmla="*/ 7297 w 132422"/>
                  <a:gd name="connsiteY181" fmla="*/ 99798 h 111319"/>
                  <a:gd name="connsiteX182" fmla="*/ 7297 w 132422"/>
                  <a:gd name="connsiteY182" fmla="*/ 99798 h 111319"/>
                  <a:gd name="connsiteX183" fmla="*/ 6693 w 132422"/>
                  <a:gd name="connsiteY183" fmla="*/ 101828 h 111319"/>
                  <a:gd name="connsiteX184" fmla="*/ 6693 w 132422"/>
                  <a:gd name="connsiteY184" fmla="*/ 101882 h 111319"/>
                  <a:gd name="connsiteX185" fmla="*/ 6693 w 132422"/>
                  <a:gd name="connsiteY185" fmla="*/ 102157 h 111319"/>
                  <a:gd name="connsiteX186" fmla="*/ 6693 w 132422"/>
                  <a:gd name="connsiteY186" fmla="*/ 102267 h 111319"/>
                  <a:gd name="connsiteX187" fmla="*/ 6693 w 132422"/>
                  <a:gd name="connsiteY187" fmla="*/ 102541 h 111319"/>
                  <a:gd name="connsiteX188" fmla="*/ 6693 w 132422"/>
                  <a:gd name="connsiteY188" fmla="*/ 102651 h 111319"/>
                  <a:gd name="connsiteX189" fmla="*/ 6748 w 132422"/>
                  <a:gd name="connsiteY189" fmla="*/ 102925 h 111319"/>
                  <a:gd name="connsiteX190" fmla="*/ 6803 w 132422"/>
                  <a:gd name="connsiteY190" fmla="*/ 103089 h 111319"/>
                  <a:gd name="connsiteX191" fmla="*/ 6913 w 132422"/>
                  <a:gd name="connsiteY191" fmla="*/ 103419 h 111319"/>
                  <a:gd name="connsiteX192" fmla="*/ 6968 w 132422"/>
                  <a:gd name="connsiteY192" fmla="*/ 103638 h 111319"/>
                  <a:gd name="connsiteX193" fmla="*/ 7023 w 132422"/>
                  <a:gd name="connsiteY193" fmla="*/ 103803 h 111319"/>
                  <a:gd name="connsiteX194" fmla="*/ 7132 w 132422"/>
                  <a:gd name="connsiteY194" fmla="*/ 104022 h 111319"/>
                  <a:gd name="connsiteX195" fmla="*/ 7187 w 132422"/>
                  <a:gd name="connsiteY195" fmla="*/ 104187 h 111319"/>
                  <a:gd name="connsiteX196" fmla="*/ 7297 w 132422"/>
                  <a:gd name="connsiteY196" fmla="*/ 104406 h 111319"/>
                  <a:gd name="connsiteX197" fmla="*/ 7407 w 132422"/>
                  <a:gd name="connsiteY197" fmla="*/ 104571 h 111319"/>
                  <a:gd name="connsiteX198" fmla="*/ 7571 w 132422"/>
                  <a:gd name="connsiteY198" fmla="*/ 104790 h 111319"/>
                  <a:gd name="connsiteX199" fmla="*/ 7681 w 132422"/>
                  <a:gd name="connsiteY199" fmla="*/ 104900 h 111319"/>
                  <a:gd name="connsiteX200" fmla="*/ 7955 w 132422"/>
                  <a:gd name="connsiteY200" fmla="*/ 105229 h 111319"/>
                  <a:gd name="connsiteX201" fmla="*/ 11137 w 132422"/>
                  <a:gd name="connsiteY201" fmla="*/ 106546 h 111319"/>
                  <a:gd name="connsiteX202" fmla="*/ 14320 w 132422"/>
                  <a:gd name="connsiteY202" fmla="*/ 105229 h 111319"/>
                  <a:gd name="connsiteX203" fmla="*/ 27432 w 132422"/>
                  <a:gd name="connsiteY203" fmla="*/ 92117 h 111319"/>
                  <a:gd name="connsiteX204" fmla="*/ 36923 w 132422"/>
                  <a:gd name="connsiteY204" fmla="*/ 92117 h 111319"/>
                  <a:gd name="connsiteX205" fmla="*/ 63697 w 132422"/>
                  <a:gd name="connsiteY205" fmla="*/ 111264 h 111319"/>
                  <a:gd name="connsiteX206" fmla="*/ 63862 w 132422"/>
                  <a:gd name="connsiteY206" fmla="*/ 111264 h 111319"/>
                  <a:gd name="connsiteX207" fmla="*/ 64794 w 132422"/>
                  <a:gd name="connsiteY207" fmla="*/ 111319 h 111319"/>
                  <a:gd name="connsiteX208" fmla="*/ 65069 w 132422"/>
                  <a:gd name="connsiteY208" fmla="*/ 111319 h 111319"/>
                  <a:gd name="connsiteX209" fmla="*/ 66166 w 132422"/>
                  <a:gd name="connsiteY209" fmla="*/ 111319 h 111319"/>
                  <a:gd name="connsiteX210" fmla="*/ 67263 w 132422"/>
                  <a:gd name="connsiteY210" fmla="*/ 111319 h 111319"/>
                  <a:gd name="connsiteX211" fmla="*/ 67538 w 132422"/>
                  <a:gd name="connsiteY211" fmla="*/ 111319 h 111319"/>
                  <a:gd name="connsiteX212" fmla="*/ 68470 w 132422"/>
                  <a:gd name="connsiteY212" fmla="*/ 111264 h 111319"/>
                  <a:gd name="connsiteX213" fmla="*/ 68635 w 132422"/>
                  <a:gd name="connsiteY213" fmla="*/ 111264 h 111319"/>
                  <a:gd name="connsiteX214" fmla="*/ 95409 w 132422"/>
                  <a:gd name="connsiteY214" fmla="*/ 92117 h 111319"/>
                  <a:gd name="connsiteX215" fmla="*/ 104900 w 132422"/>
                  <a:gd name="connsiteY215" fmla="*/ 92117 h 111319"/>
                  <a:gd name="connsiteX216" fmla="*/ 118012 w 132422"/>
                  <a:gd name="connsiteY216" fmla="*/ 105229 h 111319"/>
                  <a:gd name="connsiteX217" fmla="*/ 121195 w 132422"/>
                  <a:gd name="connsiteY217" fmla="*/ 106546 h 111319"/>
                  <a:gd name="connsiteX218" fmla="*/ 124377 w 132422"/>
                  <a:gd name="connsiteY218" fmla="*/ 105229 h 111319"/>
                  <a:gd name="connsiteX219" fmla="*/ 124651 w 132422"/>
                  <a:gd name="connsiteY219" fmla="*/ 104900 h 111319"/>
                  <a:gd name="connsiteX220" fmla="*/ 124761 w 132422"/>
                  <a:gd name="connsiteY220" fmla="*/ 104790 h 111319"/>
                  <a:gd name="connsiteX221" fmla="*/ 124925 w 132422"/>
                  <a:gd name="connsiteY221" fmla="*/ 104571 h 111319"/>
                  <a:gd name="connsiteX222" fmla="*/ 125035 w 132422"/>
                  <a:gd name="connsiteY222" fmla="*/ 104406 h 111319"/>
                  <a:gd name="connsiteX223" fmla="*/ 125145 w 132422"/>
                  <a:gd name="connsiteY223" fmla="*/ 104187 h 111319"/>
                  <a:gd name="connsiteX224" fmla="*/ 125200 w 132422"/>
                  <a:gd name="connsiteY224" fmla="*/ 104022 h 111319"/>
                  <a:gd name="connsiteX225" fmla="*/ 125309 w 132422"/>
                  <a:gd name="connsiteY225" fmla="*/ 103803 h 111319"/>
                  <a:gd name="connsiteX226" fmla="*/ 125364 w 132422"/>
                  <a:gd name="connsiteY226" fmla="*/ 103638 h 111319"/>
                  <a:gd name="connsiteX227" fmla="*/ 125419 w 132422"/>
                  <a:gd name="connsiteY227" fmla="*/ 103419 h 111319"/>
                  <a:gd name="connsiteX228" fmla="*/ 125529 w 132422"/>
                  <a:gd name="connsiteY228" fmla="*/ 103089 h 111319"/>
                  <a:gd name="connsiteX229" fmla="*/ 125584 w 132422"/>
                  <a:gd name="connsiteY229" fmla="*/ 102925 h 111319"/>
                  <a:gd name="connsiteX230" fmla="*/ 125639 w 132422"/>
                  <a:gd name="connsiteY230" fmla="*/ 102651 h 111319"/>
                  <a:gd name="connsiteX231" fmla="*/ 125639 w 132422"/>
                  <a:gd name="connsiteY231" fmla="*/ 102541 h 111319"/>
                  <a:gd name="connsiteX232" fmla="*/ 125639 w 132422"/>
                  <a:gd name="connsiteY232" fmla="*/ 102267 h 111319"/>
                  <a:gd name="connsiteX233" fmla="*/ 125639 w 132422"/>
                  <a:gd name="connsiteY233" fmla="*/ 102157 h 111319"/>
                  <a:gd name="connsiteX234" fmla="*/ 125639 w 132422"/>
                  <a:gd name="connsiteY234" fmla="*/ 101882 h 111319"/>
                  <a:gd name="connsiteX235" fmla="*/ 125639 w 132422"/>
                  <a:gd name="connsiteY235" fmla="*/ 101828 h 111319"/>
                  <a:gd name="connsiteX236" fmla="*/ 125035 w 132422"/>
                  <a:gd name="connsiteY236" fmla="*/ 99798 h 111319"/>
                  <a:gd name="connsiteX237" fmla="*/ 125035 w 132422"/>
                  <a:gd name="connsiteY237" fmla="*/ 99798 h 111319"/>
                  <a:gd name="connsiteX238" fmla="*/ 125035 w 132422"/>
                  <a:gd name="connsiteY238" fmla="*/ 99798 h 111319"/>
                  <a:gd name="connsiteX239" fmla="*/ 124322 w 132422"/>
                  <a:gd name="connsiteY239" fmla="*/ 98865 h 111319"/>
                  <a:gd name="connsiteX240" fmla="*/ 109893 w 132422"/>
                  <a:gd name="connsiteY240" fmla="*/ 84436 h 111319"/>
                  <a:gd name="connsiteX241" fmla="*/ 106710 w 132422"/>
                  <a:gd name="connsiteY241" fmla="*/ 83119 h 111319"/>
                  <a:gd name="connsiteX242" fmla="*/ 99139 w 132422"/>
                  <a:gd name="connsiteY242" fmla="*/ 83119 h 111319"/>
                  <a:gd name="connsiteX243" fmla="*/ 101059 w 132422"/>
                  <a:gd name="connsiteY243" fmla="*/ 74066 h 111319"/>
                  <a:gd name="connsiteX244" fmla="*/ 127778 w 132422"/>
                  <a:gd name="connsiteY244" fmla="*/ 74066 h 111319"/>
                  <a:gd name="connsiteX245" fmla="*/ 132332 w 132422"/>
                  <a:gd name="connsiteY245" fmla="*/ 69513 h 111319"/>
                  <a:gd name="connsiteX246" fmla="*/ 132387 w 132422"/>
                  <a:gd name="connsiteY246" fmla="*/ 68964 h 111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</a:cxnLst>
                <a:rect l="l" t="t" r="r" b="b"/>
                <a:pathLst>
                  <a:path w="132422" h="111319">
                    <a:moveTo>
                      <a:pt x="132387" y="68964"/>
                    </a:moveTo>
                    <a:cubicBezTo>
                      <a:pt x="132387" y="68909"/>
                      <a:pt x="132387" y="68854"/>
                      <a:pt x="132387" y="68799"/>
                    </a:cubicBezTo>
                    <a:cubicBezTo>
                      <a:pt x="132387" y="68635"/>
                      <a:pt x="132332" y="68525"/>
                      <a:pt x="132277" y="68361"/>
                    </a:cubicBezTo>
                    <a:cubicBezTo>
                      <a:pt x="132277" y="68306"/>
                      <a:pt x="132277" y="68306"/>
                      <a:pt x="132277" y="68251"/>
                    </a:cubicBezTo>
                    <a:cubicBezTo>
                      <a:pt x="132167" y="67867"/>
                      <a:pt x="132003" y="67538"/>
                      <a:pt x="131838" y="67208"/>
                    </a:cubicBezTo>
                    <a:lnTo>
                      <a:pt x="131838" y="67208"/>
                    </a:lnTo>
                    <a:lnTo>
                      <a:pt x="131838" y="67208"/>
                    </a:lnTo>
                    <a:cubicBezTo>
                      <a:pt x="131070" y="65837"/>
                      <a:pt x="129589" y="64959"/>
                      <a:pt x="127943" y="64959"/>
                    </a:cubicBezTo>
                    <a:lnTo>
                      <a:pt x="101553" y="64959"/>
                    </a:lnTo>
                    <a:cubicBezTo>
                      <a:pt x="101389" y="61832"/>
                      <a:pt x="101005" y="58814"/>
                      <a:pt x="100346" y="55906"/>
                    </a:cubicBezTo>
                    <a:lnTo>
                      <a:pt x="106820" y="55906"/>
                    </a:lnTo>
                    <a:cubicBezTo>
                      <a:pt x="108027" y="55906"/>
                      <a:pt x="109179" y="55413"/>
                      <a:pt x="110002" y="54590"/>
                    </a:cubicBezTo>
                    <a:lnTo>
                      <a:pt x="124432" y="40160"/>
                    </a:lnTo>
                    <a:cubicBezTo>
                      <a:pt x="124541" y="40051"/>
                      <a:pt x="124651" y="39941"/>
                      <a:pt x="124706" y="39831"/>
                    </a:cubicBezTo>
                    <a:cubicBezTo>
                      <a:pt x="124761" y="39776"/>
                      <a:pt x="124761" y="39776"/>
                      <a:pt x="124816" y="39722"/>
                    </a:cubicBezTo>
                    <a:cubicBezTo>
                      <a:pt x="124870" y="39667"/>
                      <a:pt x="124925" y="39557"/>
                      <a:pt x="124980" y="39502"/>
                    </a:cubicBezTo>
                    <a:cubicBezTo>
                      <a:pt x="125035" y="39447"/>
                      <a:pt x="125035" y="39392"/>
                      <a:pt x="125090" y="39337"/>
                    </a:cubicBezTo>
                    <a:cubicBezTo>
                      <a:pt x="125145" y="39283"/>
                      <a:pt x="125200" y="39173"/>
                      <a:pt x="125200" y="39118"/>
                    </a:cubicBezTo>
                    <a:cubicBezTo>
                      <a:pt x="125255" y="39063"/>
                      <a:pt x="125255" y="39008"/>
                      <a:pt x="125255" y="38953"/>
                    </a:cubicBezTo>
                    <a:cubicBezTo>
                      <a:pt x="125309" y="38899"/>
                      <a:pt x="125309" y="38789"/>
                      <a:pt x="125364" y="38734"/>
                    </a:cubicBezTo>
                    <a:cubicBezTo>
                      <a:pt x="125364" y="38679"/>
                      <a:pt x="125419" y="38624"/>
                      <a:pt x="125419" y="38569"/>
                    </a:cubicBezTo>
                    <a:cubicBezTo>
                      <a:pt x="125474" y="38515"/>
                      <a:pt x="125474" y="38405"/>
                      <a:pt x="125474" y="38350"/>
                    </a:cubicBezTo>
                    <a:cubicBezTo>
                      <a:pt x="125529" y="38240"/>
                      <a:pt x="125529" y="38130"/>
                      <a:pt x="125584" y="38021"/>
                    </a:cubicBezTo>
                    <a:cubicBezTo>
                      <a:pt x="125584" y="37966"/>
                      <a:pt x="125639" y="37911"/>
                      <a:pt x="125639" y="37856"/>
                    </a:cubicBezTo>
                    <a:cubicBezTo>
                      <a:pt x="125639" y="37746"/>
                      <a:pt x="125693" y="37692"/>
                      <a:pt x="125693" y="37582"/>
                    </a:cubicBezTo>
                    <a:cubicBezTo>
                      <a:pt x="125693" y="37527"/>
                      <a:pt x="125693" y="37472"/>
                      <a:pt x="125693" y="37472"/>
                    </a:cubicBezTo>
                    <a:cubicBezTo>
                      <a:pt x="125693" y="37362"/>
                      <a:pt x="125693" y="37308"/>
                      <a:pt x="125693" y="37198"/>
                    </a:cubicBezTo>
                    <a:cubicBezTo>
                      <a:pt x="125693" y="37143"/>
                      <a:pt x="125693" y="37143"/>
                      <a:pt x="125693" y="37088"/>
                    </a:cubicBezTo>
                    <a:cubicBezTo>
                      <a:pt x="125693" y="36978"/>
                      <a:pt x="125693" y="36923"/>
                      <a:pt x="125693" y="36814"/>
                    </a:cubicBezTo>
                    <a:cubicBezTo>
                      <a:pt x="125693" y="36814"/>
                      <a:pt x="125693" y="36759"/>
                      <a:pt x="125693" y="36759"/>
                    </a:cubicBezTo>
                    <a:cubicBezTo>
                      <a:pt x="125639" y="36046"/>
                      <a:pt x="125474" y="35332"/>
                      <a:pt x="125090" y="34729"/>
                    </a:cubicBezTo>
                    <a:lnTo>
                      <a:pt x="125090" y="34729"/>
                    </a:lnTo>
                    <a:lnTo>
                      <a:pt x="125090" y="34729"/>
                    </a:lnTo>
                    <a:cubicBezTo>
                      <a:pt x="124870" y="34400"/>
                      <a:pt x="124651" y="34071"/>
                      <a:pt x="124377" y="33796"/>
                    </a:cubicBezTo>
                    <a:cubicBezTo>
                      <a:pt x="122621" y="32041"/>
                      <a:pt x="119768" y="32041"/>
                      <a:pt x="117958" y="33796"/>
                    </a:cubicBezTo>
                    <a:lnTo>
                      <a:pt x="104845" y="46909"/>
                    </a:lnTo>
                    <a:lnTo>
                      <a:pt x="97329" y="46909"/>
                    </a:lnTo>
                    <a:cubicBezTo>
                      <a:pt x="95299" y="42136"/>
                      <a:pt x="92556" y="37856"/>
                      <a:pt x="89264" y="34345"/>
                    </a:cubicBezTo>
                    <a:cubicBezTo>
                      <a:pt x="89264" y="34345"/>
                      <a:pt x="89264" y="34345"/>
                      <a:pt x="89264" y="34345"/>
                    </a:cubicBezTo>
                    <a:cubicBezTo>
                      <a:pt x="89209" y="34235"/>
                      <a:pt x="89099" y="34180"/>
                      <a:pt x="88989" y="34071"/>
                    </a:cubicBezTo>
                    <a:cubicBezTo>
                      <a:pt x="88770" y="33851"/>
                      <a:pt x="88551" y="33632"/>
                      <a:pt x="88331" y="33412"/>
                    </a:cubicBezTo>
                    <a:cubicBezTo>
                      <a:pt x="88112" y="33193"/>
                      <a:pt x="87947" y="33028"/>
                      <a:pt x="87728" y="32864"/>
                    </a:cubicBezTo>
                    <a:cubicBezTo>
                      <a:pt x="87508" y="32644"/>
                      <a:pt x="87289" y="32425"/>
                      <a:pt x="87069" y="32260"/>
                    </a:cubicBezTo>
                    <a:cubicBezTo>
                      <a:pt x="86850" y="32095"/>
                      <a:pt x="86685" y="31876"/>
                      <a:pt x="86466" y="31711"/>
                    </a:cubicBezTo>
                    <a:cubicBezTo>
                      <a:pt x="86246" y="31492"/>
                      <a:pt x="86027" y="31327"/>
                      <a:pt x="85807" y="31108"/>
                    </a:cubicBezTo>
                    <a:cubicBezTo>
                      <a:pt x="85588" y="30943"/>
                      <a:pt x="85368" y="30779"/>
                      <a:pt x="85204" y="30614"/>
                    </a:cubicBezTo>
                    <a:cubicBezTo>
                      <a:pt x="84984" y="30450"/>
                      <a:pt x="84765" y="30230"/>
                      <a:pt x="84491" y="30065"/>
                    </a:cubicBezTo>
                    <a:cubicBezTo>
                      <a:pt x="84271" y="29901"/>
                      <a:pt x="84052" y="29736"/>
                      <a:pt x="83832" y="29572"/>
                    </a:cubicBezTo>
                    <a:cubicBezTo>
                      <a:pt x="83668" y="29462"/>
                      <a:pt x="83503" y="29297"/>
                      <a:pt x="83338" y="29188"/>
                    </a:cubicBezTo>
                    <a:cubicBezTo>
                      <a:pt x="83448" y="28694"/>
                      <a:pt x="83558" y="28200"/>
                      <a:pt x="83668" y="27651"/>
                    </a:cubicBezTo>
                    <a:cubicBezTo>
                      <a:pt x="83777" y="26774"/>
                      <a:pt x="83887" y="25841"/>
                      <a:pt x="83887" y="24963"/>
                    </a:cubicBezTo>
                    <a:cubicBezTo>
                      <a:pt x="83887" y="24360"/>
                      <a:pt x="83832" y="23756"/>
                      <a:pt x="83777" y="23153"/>
                    </a:cubicBezTo>
                    <a:cubicBezTo>
                      <a:pt x="83668" y="21946"/>
                      <a:pt x="83393" y="20793"/>
                      <a:pt x="83064" y="19696"/>
                    </a:cubicBezTo>
                    <a:cubicBezTo>
                      <a:pt x="82735" y="18599"/>
                      <a:pt x="82241" y="17502"/>
                      <a:pt x="81693" y="16514"/>
                    </a:cubicBezTo>
                    <a:cubicBezTo>
                      <a:pt x="81418" y="16020"/>
                      <a:pt x="81144" y="15527"/>
                      <a:pt x="80815" y="15033"/>
                    </a:cubicBezTo>
                    <a:cubicBezTo>
                      <a:pt x="80760" y="14923"/>
                      <a:pt x="80650" y="14813"/>
                      <a:pt x="80595" y="14704"/>
                    </a:cubicBezTo>
                    <a:lnTo>
                      <a:pt x="87728" y="7571"/>
                    </a:lnTo>
                    <a:cubicBezTo>
                      <a:pt x="88057" y="7242"/>
                      <a:pt x="88276" y="6913"/>
                      <a:pt x="88496" y="6584"/>
                    </a:cubicBezTo>
                    <a:lnTo>
                      <a:pt x="88496" y="6584"/>
                    </a:lnTo>
                    <a:lnTo>
                      <a:pt x="88496" y="6584"/>
                    </a:lnTo>
                    <a:cubicBezTo>
                      <a:pt x="88551" y="6474"/>
                      <a:pt x="88605" y="6419"/>
                      <a:pt x="88660" y="6309"/>
                    </a:cubicBezTo>
                    <a:cubicBezTo>
                      <a:pt x="88660" y="6309"/>
                      <a:pt x="88660" y="6255"/>
                      <a:pt x="88715" y="6255"/>
                    </a:cubicBezTo>
                    <a:cubicBezTo>
                      <a:pt x="88770" y="6145"/>
                      <a:pt x="88770" y="6090"/>
                      <a:pt x="88825" y="5980"/>
                    </a:cubicBezTo>
                    <a:cubicBezTo>
                      <a:pt x="88825" y="5980"/>
                      <a:pt x="88825" y="5925"/>
                      <a:pt x="88880" y="5925"/>
                    </a:cubicBezTo>
                    <a:cubicBezTo>
                      <a:pt x="88935" y="5816"/>
                      <a:pt x="88935" y="5761"/>
                      <a:pt x="88989" y="5651"/>
                    </a:cubicBezTo>
                    <a:cubicBezTo>
                      <a:pt x="88989" y="5651"/>
                      <a:pt x="88989" y="5596"/>
                      <a:pt x="88989" y="5596"/>
                    </a:cubicBezTo>
                    <a:cubicBezTo>
                      <a:pt x="89044" y="5267"/>
                      <a:pt x="89099" y="4993"/>
                      <a:pt x="89154" y="4663"/>
                    </a:cubicBezTo>
                    <a:cubicBezTo>
                      <a:pt x="89154" y="4609"/>
                      <a:pt x="89154" y="4609"/>
                      <a:pt x="89154" y="4554"/>
                    </a:cubicBezTo>
                    <a:cubicBezTo>
                      <a:pt x="89154" y="4499"/>
                      <a:pt x="89154" y="4389"/>
                      <a:pt x="89154" y="4334"/>
                    </a:cubicBezTo>
                    <a:cubicBezTo>
                      <a:pt x="89154" y="4279"/>
                      <a:pt x="89154" y="4225"/>
                      <a:pt x="89154" y="4170"/>
                    </a:cubicBezTo>
                    <a:cubicBezTo>
                      <a:pt x="89154" y="4115"/>
                      <a:pt x="89154" y="4005"/>
                      <a:pt x="89154" y="3950"/>
                    </a:cubicBezTo>
                    <a:cubicBezTo>
                      <a:pt x="89154" y="3895"/>
                      <a:pt x="89154" y="3840"/>
                      <a:pt x="89154" y="3786"/>
                    </a:cubicBezTo>
                    <a:cubicBezTo>
                      <a:pt x="89154" y="3731"/>
                      <a:pt x="89154" y="3676"/>
                      <a:pt x="89099" y="3566"/>
                    </a:cubicBezTo>
                    <a:cubicBezTo>
                      <a:pt x="89099" y="3511"/>
                      <a:pt x="89044" y="3402"/>
                      <a:pt x="89044" y="3347"/>
                    </a:cubicBezTo>
                    <a:cubicBezTo>
                      <a:pt x="89044" y="3292"/>
                      <a:pt x="89044" y="3237"/>
                      <a:pt x="88989" y="3182"/>
                    </a:cubicBezTo>
                    <a:cubicBezTo>
                      <a:pt x="88935" y="3072"/>
                      <a:pt x="88935" y="2963"/>
                      <a:pt x="88880" y="2798"/>
                    </a:cubicBezTo>
                    <a:cubicBezTo>
                      <a:pt x="88880" y="2743"/>
                      <a:pt x="88825" y="2688"/>
                      <a:pt x="88825" y="2688"/>
                    </a:cubicBezTo>
                    <a:cubicBezTo>
                      <a:pt x="88770" y="2633"/>
                      <a:pt x="88770" y="2524"/>
                      <a:pt x="88715" y="2469"/>
                    </a:cubicBezTo>
                    <a:cubicBezTo>
                      <a:pt x="88715" y="2414"/>
                      <a:pt x="88660" y="2359"/>
                      <a:pt x="88660" y="2304"/>
                    </a:cubicBezTo>
                    <a:cubicBezTo>
                      <a:pt x="88605" y="2249"/>
                      <a:pt x="88551" y="2140"/>
                      <a:pt x="88551" y="2085"/>
                    </a:cubicBezTo>
                    <a:cubicBezTo>
                      <a:pt x="88496" y="2030"/>
                      <a:pt x="88496" y="1975"/>
                      <a:pt x="88441" y="1975"/>
                    </a:cubicBezTo>
                    <a:cubicBezTo>
                      <a:pt x="88386" y="1920"/>
                      <a:pt x="88331" y="1811"/>
                      <a:pt x="88276" y="1756"/>
                    </a:cubicBezTo>
                    <a:cubicBezTo>
                      <a:pt x="88221" y="1701"/>
                      <a:pt x="88221" y="1701"/>
                      <a:pt x="88166" y="1646"/>
                    </a:cubicBezTo>
                    <a:cubicBezTo>
                      <a:pt x="88057" y="1536"/>
                      <a:pt x="88002" y="1426"/>
                      <a:pt x="87892" y="1317"/>
                    </a:cubicBezTo>
                    <a:cubicBezTo>
                      <a:pt x="86136" y="-439"/>
                      <a:pt x="83284" y="-439"/>
                      <a:pt x="81473" y="1317"/>
                    </a:cubicBezTo>
                    <a:lnTo>
                      <a:pt x="73792" y="8998"/>
                    </a:lnTo>
                    <a:cubicBezTo>
                      <a:pt x="71488" y="7900"/>
                      <a:pt x="68909" y="7297"/>
                      <a:pt x="66221" y="7297"/>
                    </a:cubicBezTo>
                    <a:cubicBezTo>
                      <a:pt x="63533" y="7297"/>
                      <a:pt x="60954" y="7900"/>
                      <a:pt x="58650" y="8998"/>
                    </a:cubicBezTo>
                    <a:lnTo>
                      <a:pt x="50969" y="1317"/>
                    </a:lnTo>
                    <a:cubicBezTo>
                      <a:pt x="49213" y="-439"/>
                      <a:pt x="46360" y="-439"/>
                      <a:pt x="44550" y="1317"/>
                    </a:cubicBezTo>
                    <a:cubicBezTo>
                      <a:pt x="44440" y="1426"/>
                      <a:pt x="44330" y="1536"/>
                      <a:pt x="44275" y="1646"/>
                    </a:cubicBezTo>
                    <a:cubicBezTo>
                      <a:pt x="44220" y="1701"/>
                      <a:pt x="44220" y="1701"/>
                      <a:pt x="44166" y="1756"/>
                    </a:cubicBezTo>
                    <a:cubicBezTo>
                      <a:pt x="44111" y="1811"/>
                      <a:pt x="44056" y="1920"/>
                      <a:pt x="44001" y="1975"/>
                    </a:cubicBezTo>
                    <a:cubicBezTo>
                      <a:pt x="43946" y="2030"/>
                      <a:pt x="43946" y="2085"/>
                      <a:pt x="43891" y="2085"/>
                    </a:cubicBezTo>
                    <a:cubicBezTo>
                      <a:pt x="43836" y="2140"/>
                      <a:pt x="43781" y="2249"/>
                      <a:pt x="43781" y="2304"/>
                    </a:cubicBezTo>
                    <a:cubicBezTo>
                      <a:pt x="43781" y="2359"/>
                      <a:pt x="43727" y="2414"/>
                      <a:pt x="43727" y="2469"/>
                    </a:cubicBezTo>
                    <a:cubicBezTo>
                      <a:pt x="43672" y="2524"/>
                      <a:pt x="43672" y="2633"/>
                      <a:pt x="43617" y="2688"/>
                    </a:cubicBezTo>
                    <a:cubicBezTo>
                      <a:pt x="43617" y="2743"/>
                      <a:pt x="43562" y="2798"/>
                      <a:pt x="43562" y="2798"/>
                    </a:cubicBezTo>
                    <a:cubicBezTo>
                      <a:pt x="43507" y="2908"/>
                      <a:pt x="43452" y="3018"/>
                      <a:pt x="43452" y="3182"/>
                    </a:cubicBezTo>
                    <a:cubicBezTo>
                      <a:pt x="43452" y="3237"/>
                      <a:pt x="43452" y="3292"/>
                      <a:pt x="43397" y="3347"/>
                    </a:cubicBezTo>
                    <a:cubicBezTo>
                      <a:pt x="43397" y="3402"/>
                      <a:pt x="43343" y="3511"/>
                      <a:pt x="43343" y="3566"/>
                    </a:cubicBezTo>
                    <a:cubicBezTo>
                      <a:pt x="43343" y="3621"/>
                      <a:pt x="43343" y="3676"/>
                      <a:pt x="43288" y="3786"/>
                    </a:cubicBezTo>
                    <a:cubicBezTo>
                      <a:pt x="43288" y="3840"/>
                      <a:pt x="43288" y="3895"/>
                      <a:pt x="43288" y="3950"/>
                    </a:cubicBezTo>
                    <a:cubicBezTo>
                      <a:pt x="43288" y="4005"/>
                      <a:pt x="43288" y="4115"/>
                      <a:pt x="43288" y="4170"/>
                    </a:cubicBezTo>
                    <a:cubicBezTo>
                      <a:pt x="43288" y="4225"/>
                      <a:pt x="43288" y="4279"/>
                      <a:pt x="43288" y="4334"/>
                    </a:cubicBezTo>
                    <a:cubicBezTo>
                      <a:pt x="43288" y="4389"/>
                      <a:pt x="43288" y="4499"/>
                      <a:pt x="43288" y="4554"/>
                    </a:cubicBezTo>
                    <a:cubicBezTo>
                      <a:pt x="43288" y="4609"/>
                      <a:pt x="43288" y="4609"/>
                      <a:pt x="43288" y="4663"/>
                    </a:cubicBezTo>
                    <a:cubicBezTo>
                      <a:pt x="43288" y="4993"/>
                      <a:pt x="43343" y="5267"/>
                      <a:pt x="43452" y="5596"/>
                    </a:cubicBezTo>
                    <a:cubicBezTo>
                      <a:pt x="43452" y="5596"/>
                      <a:pt x="43452" y="5651"/>
                      <a:pt x="43452" y="5651"/>
                    </a:cubicBezTo>
                    <a:cubicBezTo>
                      <a:pt x="43452" y="5761"/>
                      <a:pt x="43507" y="5816"/>
                      <a:pt x="43562" y="5925"/>
                    </a:cubicBezTo>
                    <a:cubicBezTo>
                      <a:pt x="43562" y="5925"/>
                      <a:pt x="43562" y="5980"/>
                      <a:pt x="43617" y="5980"/>
                    </a:cubicBezTo>
                    <a:cubicBezTo>
                      <a:pt x="43672" y="6090"/>
                      <a:pt x="43672" y="6145"/>
                      <a:pt x="43727" y="6255"/>
                    </a:cubicBezTo>
                    <a:cubicBezTo>
                      <a:pt x="43727" y="6255"/>
                      <a:pt x="43727" y="6309"/>
                      <a:pt x="43781" y="6309"/>
                    </a:cubicBezTo>
                    <a:cubicBezTo>
                      <a:pt x="43836" y="6419"/>
                      <a:pt x="43891" y="6474"/>
                      <a:pt x="43946" y="6584"/>
                    </a:cubicBezTo>
                    <a:lnTo>
                      <a:pt x="43946" y="6584"/>
                    </a:lnTo>
                    <a:lnTo>
                      <a:pt x="43946" y="6584"/>
                    </a:lnTo>
                    <a:cubicBezTo>
                      <a:pt x="44166" y="6968"/>
                      <a:pt x="44385" y="7297"/>
                      <a:pt x="44714" y="7571"/>
                    </a:cubicBezTo>
                    <a:lnTo>
                      <a:pt x="51846" y="14704"/>
                    </a:lnTo>
                    <a:cubicBezTo>
                      <a:pt x="51792" y="14813"/>
                      <a:pt x="51682" y="14923"/>
                      <a:pt x="51627" y="15033"/>
                    </a:cubicBezTo>
                    <a:cubicBezTo>
                      <a:pt x="51298" y="15527"/>
                      <a:pt x="51024" y="16020"/>
                      <a:pt x="50749" y="16514"/>
                    </a:cubicBezTo>
                    <a:cubicBezTo>
                      <a:pt x="50201" y="17502"/>
                      <a:pt x="49762" y="18599"/>
                      <a:pt x="49378" y="19696"/>
                    </a:cubicBezTo>
                    <a:cubicBezTo>
                      <a:pt x="49048" y="20793"/>
                      <a:pt x="48774" y="22000"/>
                      <a:pt x="48664" y="23153"/>
                    </a:cubicBezTo>
                    <a:cubicBezTo>
                      <a:pt x="48610" y="23756"/>
                      <a:pt x="48555" y="24360"/>
                      <a:pt x="48555" y="24963"/>
                    </a:cubicBezTo>
                    <a:cubicBezTo>
                      <a:pt x="48555" y="25896"/>
                      <a:pt x="48610" y="26774"/>
                      <a:pt x="48774" y="27651"/>
                    </a:cubicBezTo>
                    <a:cubicBezTo>
                      <a:pt x="48829" y="28145"/>
                      <a:pt x="48939" y="28694"/>
                      <a:pt x="49103" y="29188"/>
                    </a:cubicBezTo>
                    <a:cubicBezTo>
                      <a:pt x="48939" y="29297"/>
                      <a:pt x="48774" y="29462"/>
                      <a:pt x="48610" y="29572"/>
                    </a:cubicBezTo>
                    <a:cubicBezTo>
                      <a:pt x="48390" y="29736"/>
                      <a:pt x="48171" y="29901"/>
                      <a:pt x="47951" y="30065"/>
                    </a:cubicBezTo>
                    <a:cubicBezTo>
                      <a:pt x="47732" y="30230"/>
                      <a:pt x="47512" y="30450"/>
                      <a:pt x="47238" y="30614"/>
                    </a:cubicBezTo>
                    <a:cubicBezTo>
                      <a:pt x="47018" y="30779"/>
                      <a:pt x="46799" y="30943"/>
                      <a:pt x="46634" y="31108"/>
                    </a:cubicBezTo>
                    <a:cubicBezTo>
                      <a:pt x="46415" y="31272"/>
                      <a:pt x="46195" y="31492"/>
                      <a:pt x="45976" y="31711"/>
                    </a:cubicBezTo>
                    <a:cubicBezTo>
                      <a:pt x="45757" y="31876"/>
                      <a:pt x="45592" y="32095"/>
                      <a:pt x="45373" y="32260"/>
                    </a:cubicBezTo>
                    <a:cubicBezTo>
                      <a:pt x="45153" y="32479"/>
                      <a:pt x="44934" y="32644"/>
                      <a:pt x="44714" y="32864"/>
                    </a:cubicBezTo>
                    <a:cubicBezTo>
                      <a:pt x="44495" y="33028"/>
                      <a:pt x="44330" y="33248"/>
                      <a:pt x="44111" y="33412"/>
                    </a:cubicBezTo>
                    <a:cubicBezTo>
                      <a:pt x="43891" y="33632"/>
                      <a:pt x="43672" y="33851"/>
                      <a:pt x="43452" y="34071"/>
                    </a:cubicBezTo>
                    <a:cubicBezTo>
                      <a:pt x="43397" y="34180"/>
                      <a:pt x="43288" y="34235"/>
                      <a:pt x="43178" y="34345"/>
                    </a:cubicBezTo>
                    <a:cubicBezTo>
                      <a:pt x="43178" y="34345"/>
                      <a:pt x="43178" y="34345"/>
                      <a:pt x="43178" y="34345"/>
                    </a:cubicBezTo>
                    <a:cubicBezTo>
                      <a:pt x="39886" y="37856"/>
                      <a:pt x="37198" y="42136"/>
                      <a:pt x="35113" y="46909"/>
                    </a:cubicBezTo>
                    <a:lnTo>
                      <a:pt x="27597" y="46909"/>
                    </a:lnTo>
                    <a:lnTo>
                      <a:pt x="14484" y="33796"/>
                    </a:lnTo>
                    <a:cubicBezTo>
                      <a:pt x="12728" y="32041"/>
                      <a:pt x="9876" y="32041"/>
                      <a:pt x="8065" y="33796"/>
                    </a:cubicBezTo>
                    <a:cubicBezTo>
                      <a:pt x="7791" y="34071"/>
                      <a:pt x="7571" y="34400"/>
                      <a:pt x="7352" y="34729"/>
                    </a:cubicBezTo>
                    <a:lnTo>
                      <a:pt x="7352" y="34729"/>
                    </a:lnTo>
                    <a:lnTo>
                      <a:pt x="7352" y="34729"/>
                    </a:lnTo>
                    <a:cubicBezTo>
                      <a:pt x="6968" y="35387"/>
                      <a:pt x="6803" y="36046"/>
                      <a:pt x="6748" y="36759"/>
                    </a:cubicBezTo>
                    <a:cubicBezTo>
                      <a:pt x="6748" y="36759"/>
                      <a:pt x="6748" y="36814"/>
                      <a:pt x="6748" y="36814"/>
                    </a:cubicBezTo>
                    <a:cubicBezTo>
                      <a:pt x="6748" y="36923"/>
                      <a:pt x="6748" y="36978"/>
                      <a:pt x="6748" y="37088"/>
                    </a:cubicBezTo>
                    <a:cubicBezTo>
                      <a:pt x="6748" y="37143"/>
                      <a:pt x="6748" y="37143"/>
                      <a:pt x="6748" y="37198"/>
                    </a:cubicBezTo>
                    <a:cubicBezTo>
                      <a:pt x="6748" y="37308"/>
                      <a:pt x="6748" y="37362"/>
                      <a:pt x="6748" y="37472"/>
                    </a:cubicBezTo>
                    <a:cubicBezTo>
                      <a:pt x="6748" y="37527"/>
                      <a:pt x="6748" y="37582"/>
                      <a:pt x="6748" y="37582"/>
                    </a:cubicBezTo>
                    <a:cubicBezTo>
                      <a:pt x="6748" y="37692"/>
                      <a:pt x="6748" y="37746"/>
                      <a:pt x="6803" y="37856"/>
                    </a:cubicBezTo>
                    <a:cubicBezTo>
                      <a:pt x="6803" y="37911"/>
                      <a:pt x="6858" y="37966"/>
                      <a:pt x="6858" y="38021"/>
                    </a:cubicBezTo>
                    <a:cubicBezTo>
                      <a:pt x="6913" y="38130"/>
                      <a:pt x="6913" y="38240"/>
                      <a:pt x="6968" y="38350"/>
                    </a:cubicBezTo>
                    <a:cubicBezTo>
                      <a:pt x="6968" y="38405"/>
                      <a:pt x="7023" y="38515"/>
                      <a:pt x="7023" y="38569"/>
                    </a:cubicBezTo>
                    <a:cubicBezTo>
                      <a:pt x="7023" y="38624"/>
                      <a:pt x="7077" y="38679"/>
                      <a:pt x="7077" y="38734"/>
                    </a:cubicBezTo>
                    <a:cubicBezTo>
                      <a:pt x="7132" y="38789"/>
                      <a:pt x="7132" y="38899"/>
                      <a:pt x="7187" y="38953"/>
                    </a:cubicBezTo>
                    <a:cubicBezTo>
                      <a:pt x="7187" y="39008"/>
                      <a:pt x="7242" y="39063"/>
                      <a:pt x="7242" y="39118"/>
                    </a:cubicBezTo>
                    <a:cubicBezTo>
                      <a:pt x="7297" y="39173"/>
                      <a:pt x="7352" y="39283"/>
                      <a:pt x="7352" y="39337"/>
                    </a:cubicBezTo>
                    <a:cubicBezTo>
                      <a:pt x="7407" y="39392"/>
                      <a:pt x="7407" y="39447"/>
                      <a:pt x="7462" y="39502"/>
                    </a:cubicBezTo>
                    <a:cubicBezTo>
                      <a:pt x="7516" y="39557"/>
                      <a:pt x="7571" y="39667"/>
                      <a:pt x="7626" y="39722"/>
                    </a:cubicBezTo>
                    <a:cubicBezTo>
                      <a:pt x="7681" y="39776"/>
                      <a:pt x="7681" y="39776"/>
                      <a:pt x="7736" y="39831"/>
                    </a:cubicBezTo>
                    <a:cubicBezTo>
                      <a:pt x="7846" y="39941"/>
                      <a:pt x="7900" y="40051"/>
                      <a:pt x="8010" y="40160"/>
                    </a:cubicBezTo>
                    <a:lnTo>
                      <a:pt x="22439" y="54590"/>
                    </a:lnTo>
                    <a:cubicBezTo>
                      <a:pt x="23262" y="55413"/>
                      <a:pt x="24414" y="55906"/>
                      <a:pt x="25621" y="55906"/>
                    </a:cubicBezTo>
                    <a:lnTo>
                      <a:pt x="32095" y="55906"/>
                    </a:lnTo>
                    <a:cubicBezTo>
                      <a:pt x="31437" y="58814"/>
                      <a:pt x="31053" y="61832"/>
                      <a:pt x="30888" y="64959"/>
                    </a:cubicBezTo>
                    <a:lnTo>
                      <a:pt x="4499" y="64959"/>
                    </a:lnTo>
                    <a:cubicBezTo>
                      <a:pt x="2798" y="64959"/>
                      <a:pt x="1372" y="65892"/>
                      <a:pt x="604" y="67208"/>
                    </a:cubicBezTo>
                    <a:lnTo>
                      <a:pt x="604" y="67208"/>
                    </a:lnTo>
                    <a:lnTo>
                      <a:pt x="604" y="67208"/>
                    </a:lnTo>
                    <a:cubicBezTo>
                      <a:pt x="439" y="67538"/>
                      <a:pt x="274" y="67867"/>
                      <a:pt x="165" y="68251"/>
                    </a:cubicBezTo>
                    <a:cubicBezTo>
                      <a:pt x="165" y="68306"/>
                      <a:pt x="165" y="68306"/>
                      <a:pt x="165" y="68361"/>
                    </a:cubicBezTo>
                    <a:cubicBezTo>
                      <a:pt x="110" y="68525"/>
                      <a:pt x="110" y="68635"/>
                      <a:pt x="55" y="68799"/>
                    </a:cubicBezTo>
                    <a:cubicBezTo>
                      <a:pt x="55" y="68854"/>
                      <a:pt x="55" y="68909"/>
                      <a:pt x="55" y="68964"/>
                    </a:cubicBezTo>
                    <a:cubicBezTo>
                      <a:pt x="55" y="69129"/>
                      <a:pt x="0" y="69348"/>
                      <a:pt x="0" y="69513"/>
                    </a:cubicBezTo>
                    <a:cubicBezTo>
                      <a:pt x="0" y="72036"/>
                      <a:pt x="2030" y="74066"/>
                      <a:pt x="4554" y="74066"/>
                    </a:cubicBezTo>
                    <a:lnTo>
                      <a:pt x="31272" y="74066"/>
                    </a:lnTo>
                    <a:cubicBezTo>
                      <a:pt x="31657" y="77194"/>
                      <a:pt x="32315" y="80211"/>
                      <a:pt x="33193" y="83119"/>
                    </a:cubicBezTo>
                    <a:lnTo>
                      <a:pt x="25621" y="83119"/>
                    </a:lnTo>
                    <a:cubicBezTo>
                      <a:pt x="24414" y="83119"/>
                      <a:pt x="23262" y="83613"/>
                      <a:pt x="22439" y="84436"/>
                    </a:cubicBezTo>
                    <a:lnTo>
                      <a:pt x="8010" y="98865"/>
                    </a:lnTo>
                    <a:cubicBezTo>
                      <a:pt x="7736" y="99139"/>
                      <a:pt x="7516" y="99468"/>
                      <a:pt x="7297" y="99798"/>
                    </a:cubicBezTo>
                    <a:lnTo>
                      <a:pt x="7297" y="99798"/>
                    </a:lnTo>
                    <a:lnTo>
                      <a:pt x="7297" y="99798"/>
                    </a:lnTo>
                    <a:cubicBezTo>
                      <a:pt x="6913" y="100456"/>
                      <a:pt x="6748" y="101114"/>
                      <a:pt x="6693" y="101828"/>
                    </a:cubicBezTo>
                    <a:cubicBezTo>
                      <a:pt x="6693" y="101828"/>
                      <a:pt x="6693" y="101882"/>
                      <a:pt x="6693" y="101882"/>
                    </a:cubicBezTo>
                    <a:cubicBezTo>
                      <a:pt x="6693" y="101992"/>
                      <a:pt x="6693" y="102047"/>
                      <a:pt x="6693" y="102157"/>
                    </a:cubicBezTo>
                    <a:cubicBezTo>
                      <a:pt x="6693" y="102212"/>
                      <a:pt x="6693" y="102212"/>
                      <a:pt x="6693" y="102267"/>
                    </a:cubicBezTo>
                    <a:cubicBezTo>
                      <a:pt x="6693" y="102376"/>
                      <a:pt x="6693" y="102431"/>
                      <a:pt x="6693" y="102541"/>
                    </a:cubicBezTo>
                    <a:cubicBezTo>
                      <a:pt x="6693" y="102596"/>
                      <a:pt x="6693" y="102651"/>
                      <a:pt x="6693" y="102651"/>
                    </a:cubicBezTo>
                    <a:cubicBezTo>
                      <a:pt x="6693" y="102760"/>
                      <a:pt x="6693" y="102815"/>
                      <a:pt x="6748" y="102925"/>
                    </a:cubicBezTo>
                    <a:cubicBezTo>
                      <a:pt x="6748" y="102980"/>
                      <a:pt x="6803" y="103035"/>
                      <a:pt x="6803" y="103089"/>
                    </a:cubicBezTo>
                    <a:cubicBezTo>
                      <a:pt x="6858" y="103199"/>
                      <a:pt x="6858" y="103309"/>
                      <a:pt x="6913" y="103419"/>
                    </a:cubicBezTo>
                    <a:cubicBezTo>
                      <a:pt x="6913" y="103474"/>
                      <a:pt x="6968" y="103583"/>
                      <a:pt x="6968" y="103638"/>
                    </a:cubicBezTo>
                    <a:cubicBezTo>
                      <a:pt x="6968" y="103693"/>
                      <a:pt x="7023" y="103748"/>
                      <a:pt x="7023" y="103803"/>
                    </a:cubicBezTo>
                    <a:cubicBezTo>
                      <a:pt x="7077" y="103858"/>
                      <a:pt x="7077" y="103967"/>
                      <a:pt x="7132" y="104022"/>
                    </a:cubicBezTo>
                    <a:cubicBezTo>
                      <a:pt x="7132" y="104077"/>
                      <a:pt x="7187" y="104132"/>
                      <a:pt x="7187" y="104187"/>
                    </a:cubicBezTo>
                    <a:cubicBezTo>
                      <a:pt x="7242" y="104242"/>
                      <a:pt x="7297" y="104351"/>
                      <a:pt x="7297" y="104406"/>
                    </a:cubicBezTo>
                    <a:cubicBezTo>
                      <a:pt x="7352" y="104461"/>
                      <a:pt x="7352" y="104516"/>
                      <a:pt x="7407" y="104571"/>
                    </a:cubicBezTo>
                    <a:cubicBezTo>
                      <a:pt x="7462" y="104626"/>
                      <a:pt x="7516" y="104735"/>
                      <a:pt x="7571" y="104790"/>
                    </a:cubicBezTo>
                    <a:cubicBezTo>
                      <a:pt x="7626" y="104845"/>
                      <a:pt x="7626" y="104845"/>
                      <a:pt x="7681" y="104900"/>
                    </a:cubicBezTo>
                    <a:cubicBezTo>
                      <a:pt x="7791" y="105010"/>
                      <a:pt x="7846" y="105119"/>
                      <a:pt x="7955" y="105229"/>
                    </a:cubicBezTo>
                    <a:cubicBezTo>
                      <a:pt x="8833" y="106107"/>
                      <a:pt x="9985" y="106546"/>
                      <a:pt x="11137" y="106546"/>
                    </a:cubicBezTo>
                    <a:cubicBezTo>
                      <a:pt x="12290" y="106546"/>
                      <a:pt x="13442" y="106107"/>
                      <a:pt x="14320" y="105229"/>
                    </a:cubicBezTo>
                    <a:lnTo>
                      <a:pt x="27432" y="92117"/>
                    </a:lnTo>
                    <a:lnTo>
                      <a:pt x="36923" y="92117"/>
                    </a:lnTo>
                    <a:cubicBezTo>
                      <a:pt x="42849" y="102925"/>
                      <a:pt x="52560" y="110332"/>
                      <a:pt x="63697" y="111264"/>
                    </a:cubicBezTo>
                    <a:cubicBezTo>
                      <a:pt x="63752" y="111264"/>
                      <a:pt x="63807" y="111264"/>
                      <a:pt x="63862" y="111264"/>
                    </a:cubicBezTo>
                    <a:cubicBezTo>
                      <a:pt x="64191" y="111264"/>
                      <a:pt x="64520" y="111319"/>
                      <a:pt x="64794" y="111319"/>
                    </a:cubicBezTo>
                    <a:cubicBezTo>
                      <a:pt x="64904" y="111319"/>
                      <a:pt x="64959" y="111319"/>
                      <a:pt x="65069" y="111319"/>
                    </a:cubicBezTo>
                    <a:cubicBezTo>
                      <a:pt x="65453" y="111319"/>
                      <a:pt x="65837" y="111319"/>
                      <a:pt x="66166" y="111319"/>
                    </a:cubicBezTo>
                    <a:cubicBezTo>
                      <a:pt x="66495" y="111319"/>
                      <a:pt x="66934" y="111319"/>
                      <a:pt x="67263" y="111319"/>
                    </a:cubicBezTo>
                    <a:cubicBezTo>
                      <a:pt x="67373" y="111319"/>
                      <a:pt x="67428" y="111319"/>
                      <a:pt x="67538" y="111319"/>
                    </a:cubicBezTo>
                    <a:cubicBezTo>
                      <a:pt x="67867" y="111319"/>
                      <a:pt x="68196" y="111264"/>
                      <a:pt x="68470" y="111264"/>
                    </a:cubicBezTo>
                    <a:cubicBezTo>
                      <a:pt x="68525" y="111264"/>
                      <a:pt x="68580" y="111264"/>
                      <a:pt x="68635" y="111264"/>
                    </a:cubicBezTo>
                    <a:cubicBezTo>
                      <a:pt x="79772" y="110277"/>
                      <a:pt x="89483" y="102925"/>
                      <a:pt x="95409" y="92117"/>
                    </a:cubicBezTo>
                    <a:lnTo>
                      <a:pt x="104900" y="92117"/>
                    </a:lnTo>
                    <a:lnTo>
                      <a:pt x="118012" y="105229"/>
                    </a:lnTo>
                    <a:cubicBezTo>
                      <a:pt x="118890" y="106107"/>
                      <a:pt x="120042" y="106546"/>
                      <a:pt x="121195" y="106546"/>
                    </a:cubicBezTo>
                    <a:cubicBezTo>
                      <a:pt x="122347" y="106546"/>
                      <a:pt x="123499" y="106107"/>
                      <a:pt x="124377" y="105229"/>
                    </a:cubicBezTo>
                    <a:cubicBezTo>
                      <a:pt x="124486" y="105119"/>
                      <a:pt x="124596" y="105010"/>
                      <a:pt x="124651" y="104900"/>
                    </a:cubicBezTo>
                    <a:cubicBezTo>
                      <a:pt x="124706" y="104845"/>
                      <a:pt x="124706" y="104845"/>
                      <a:pt x="124761" y="104790"/>
                    </a:cubicBezTo>
                    <a:cubicBezTo>
                      <a:pt x="124816" y="104735"/>
                      <a:pt x="124870" y="104626"/>
                      <a:pt x="124925" y="104571"/>
                    </a:cubicBezTo>
                    <a:cubicBezTo>
                      <a:pt x="124980" y="104516"/>
                      <a:pt x="124980" y="104461"/>
                      <a:pt x="125035" y="104406"/>
                    </a:cubicBezTo>
                    <a:cubicBezTo>
                      <a:pt x="125090" y="104351"/>
                      <a:pt x="125145" y="104242"/>
                      <a:pt x="125145" y="104187"/>
                    </a:cubicBezTo>
                    <a:cubicBezTo>
                      <a:pt x="125200" y="104132"/>
                      <a:pt x="125200" y="104077"/>
                      <a:pt x="125200" y="104022"/>
                    </a:cubicBezTo>
                    <a:cubicBezTo>
                      <a:pt x="125255" y="103967"/>
                      <a:pt x="125255" y="103858"/>
                      <a:pt x="125309" y="103803"/>
                    </a:cubicBezTo>
                    <a:cubicBezTo>
                      <a:pt x="125309" y="103748"/>
                      <a:pt x="125364" y="103693"/>
                      <a:pt x="125364" y="103638"/>
                    </a:cubicBezTo>
                    <a:cubicBezTo>
                      <a:pt x="125419" y="103583"/>
                      <a:pt x="125419" y="103474"/>
                      <a:pt x="125419" y="103419"/>
                    </a:cubicBezTo>
                    <a:cubicBezTo>
                      <a:pt x="125474" y="103309"/>
                      <a:pt x="125474" y="103199"/>
                      <a:pt x="125529" y="103089"/>
                    </a:cubicBezTo>
                    <a:cubicBezTo>
                      <a:pt x="125529" y="103035"/>
                      <a:pt x="125584" y="102980"/>
                      <a:pt x="125584" y="102925"/>
                    </a:cubicBezTo>
                    <a:cubicBezTo>
                      <a:pt x="125584" y="102815"/>
                      <a:pt x="125639" y="102760"/>
                      <a:pt x="125639" y="102651"/>
                    </a:cubicBezTo>
                    <a:cubicBezTo>
                      <a:pt x="125639" y="102596"/>
                      <a:pt x="125639" y="102541"/>
                      <a:pt x="125639" y="102541"/>
                    </a:cubicBezTo>
                    <a:cubicBezTo>
                      <a:pt x="125639" y="102431"/>
                      <a:pt x="125639" y="102376"/>
                      <a:pt x="125639" y="102267"/>
                    </a:cubicBezTo>
                    <a:cubicBezTo>
                      <a:pt x="125639" y="102212"/>
                      <a:pt x="125639" y="102212"/>
                      <a:pt x="125639" y="102157"/>
                    </a:cubicBezTo>
                    <a:cubicBezTo>
                      <a:pt x="125639" y="102047"/>
                      <a:pt x="125639" y="101992"/>
                      <a:pt x="125639" y="101882"/>
                    </a:cubicBezTo>
                    <a:cubicBezTo>
                      <a:pt x="125639" y="101882"/>
                      <a:pt x="125639" y="101828"/>
                      <a:pt x="125639" y="101828"/>
                    </a:cubicBezTo>
                    <a:cubicBezTo>
                      <a:pt x="125584" y="101114"/>
                      <a:pt x="125419" y="100401"/>
                      <a:pt x="125035" y="99798"/>
                    </a:cubicBezTo>
                    <a:lnTo>
                      <a:pt x="125035" y="99798"/>
                    </a:lnTo>
                    <a:lnTo>
                      <a:pt x="125035" y="99798"/>
                    </a:lnTo>
                    <a:cubicBezTo>
                      <a:pt x="124816" y="99468"/>
                      <a:pt x="124596" y="99139"/>
                      <a:pt x="124322" y="98865"/>
                    </a:cubicBezTo>
                    <a:lnTo>
                      <a:pt x="109893" y="84436"/>
                    </a:lnTo>
                    <a:cubicBezTo>
                      <a:pt x="109070" y="83613"/>
                      <a:pt x="107917" y="83119"/>
                      <a:pt x="106710" y="83119"/>
                    </a:cubicBezTo>
                    <a:lnTo>
                      <a:pt x="99139" y="83119"/>
                    </a:lnTo>
                    <a:cubicBezTo>
                      <a:pt x="100017" y="80211"/>
                      <a:pt x="100675" y="77194"/>
                      <a:pt x="101059" y="74066"/>
                    </a:cubicBezTo>
                    <a:lnTo>
                      <a:pt x="127778" y="74066"/>
                    </a:lnTo>
                    <a:cubicBezTo>
                      <a:pt x="130302" y="74066"/>
                      <a:pt x="132332" y="72036"/>
                      <a:pt x="132332" y="69513"/>
                    </a:cubicBezTo>
                    <a:cubicBezTo>
                      <a:pt x="132442" y="69348"/>
                      <a:pt x="132442" y="69184"/>
                      <a:pt x="132387" y="68964"/>
                    </a:cubicBezTo>
                    <a:close/>
                  </a:path>
                </a:pathLst>
              </a:custGeom>
              <a:solidFill>
                <a:srgbClr val="DADADA"/>
              </a:solidFill>
              <a:ln w="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74" name="Graphic 122">
                <a:extLst>
                  <a:ext uri="{FF2B5EF4-FFF2-40B4-BE49-F238E27FC236}">
                    <a16:creationId xmlns:a16="http://schemas.microsoft.com/office/drawing/2014/main" id="{ECBAA46B-9EA0-E818-B2E7-268A3A9F449A}"/>
                  </a:ext>
                </a:extLst>
              </p:cNvPr>
              <p:cNvGrpSpPr/>
              <p:nvPr/>
            </p:nvGrpSpPr>
            <p:grpSpPr>
              <a:xfrm>
                <a:off x="-1859264" y="4995045"/>
                <a:ext cx="132551" cy="111757"/>
                <a:chOff x="-1859264" y="4995045"/>
                <a:chExt cx="132551" cy="111757"/>
              </a:xfrm>
            </p:grpSpPr>
            <p:sp>
              <p:nvSpPr>
                <p:cNvPr id="175" name="Freeform: Shape 174">
                  <a:extLst>
                    <a:ext uri="{FF2B5EF4-FFF2-40B4-BE49-F238E27FC236}">
                      <a16:creationId xmlns:a16="http://schemas.microsoft.com/office/drawing/2014/main" id="{B2E6CA3F-1CDF-1D79-2914-039BC56AD609}"/>
                    </a:ext>
                  </a:extLst>
                </p:cNvPr>
                <p:cNvSpPr/>
                <p:nvPr/>
              </p:nvSpPr>
              <p:spPr>
                <a:xfrm>
                  <a:off x="-1859264" y="5027744"/>
                  <a:ext cx="132496" cy="74230"/>
                </a:xfrm>
                <a:custGeom>
                  <a:avLst/>
                  <a:gdLst>
                    <a:gd name="connsiteX0" fmla="*/ 78785 w 132496"/>
                    <a:gd name="connsiteY0" fmla="*/ 18983 h 74230"/>
                    <a:gd name="connsiteX1" fmla="*/ 83338 w 132496"/>
                    <a:gd name="connsiteY1" fmla="*/ 14429 h 74230"/>
                    <a:gd name="connsiteX2" fmla="*/ 105010 w 132496"/>
                    <a:gd name="connsiteY2" fmla="*/ 14429 h 74230"/>
                    <a:gd name="connsiteX3" fmla="*/ 118122 w 132496"/>
                    <a:gd name="connsiteY3" fmla="*/ 1317 h 74230"/>
                    <a:gd name="connsiteX4" fmla="*/ 124541 w 132496"/>
                    <a:gd name="connsiteY4" fmla="*/ 1317 h 74230"/>
                    <a:gd name="connsiteX5" fmla="*/ 124541 w 132496"/>
                    <a:gd name="connsiteY5" fmla="*/ 7736 h 74230"/>
                    <a:gd name="connsiteX6" fmla="*/ 110057 w 132496"/>
                    <a:gd name="connsiteY6" fmla="*/ 22220 h 74230"/>
                    <a:gd name="connsiteX7" fmla="*/ 106875 w 132496"/>
                    <a:gd name="connsiteY7" fmla="*/ 23537 h 74230"/>
                    <a:gd name="connsiteX8" fmla="*/ 83338 w 132496"/>
                    <a:gd name="connsiteY8" fmla="*/ 23537 h 74230"/>
                    <a:gd name="connsiteX9" fmla="*/ 78785 w 132496"/>
                    <a:gd name="connsiteY9" fmla="*/ 18983 h 74230"/>
                    <a:gd name="connsiteX10" fmla="*/ 110057 w 132496"/>
                    <a:gd name="connsiteY10" fmla="*/ 52011 h 74230"/>
                    <a:gd name="connsiteX11" fmla="*/ 106875 w 132496"/>
                    <a:gd name="connsiteY11" fmla="*/ 50694 h 74230"/>
                    <a:gd name="connsiteX12" fmla="*/ 83338 w 132496"/>
                    <a:gd name="connsiteY12" fmla="*/ 50694 h 74230"/>
                    <a:gd name="connsiteX13" fmla="*/ 78785 w 132496"/>
                    <a:gd name="connsiteY13" fmla="*/ 55248 h 74230"/>
                    <a:gd name="connsiteX14" fmla="*/ 83338 w 132496"/>
                    <a:gd name="connsiteY14" fmla="*/ 59802 h 74230"/>
                    <a:gd name="connsiteX15" fmla="*/ 105010 w 132496"/>
                    <a:gd name="connsiteY15" fmla="*/ 59802 h 74230"/>
                    <a:gd name="connsiteX16" fmla="*/ 118122 w 132496"/>
                    <a:gd name="connsiteY16" fmla="*/ 72914 h 74230"/>
                    <a:gd name="connsiteX17" fmla="*/ 121304 w 132496"/>
                    <a:gd name="connsiteY17" fmla="*/ 74231 h 74230"/>
                    <a:gd name="connsiteX18" fmla="*/ 124486 w 132496"/>
                    <a:gd name="connsiteY18" fmla="*/ 72914 h 74230"/>
                    <a:gd name="connsiteX19" fmla="*/ 124486 w 132496"/>
                    <a:gd name="connsiteY19" fmla="*/ 66495 h 74230"/>
                    <a:gd name="connsiteX20" fmla="*/ 110057 w 132496"/>
                    <a:gd name="connsiteY20" fmla="*/ 52011 h 74230"/>
                    <a:gd name="connsiteX21" fmla="*/ 127943 w 132496"/>
                    <a:gd name="connsiteY21" fmla="*/ 32589 h 74230"/>
                    <a:gd name="connsiteX22" fmla="*/ 83338 w 132496"/>
                    <a:gd name="connsiteY22" fmla="*/ 32589 h 74230"/>
                    <a:gd name="connsiteX23" fmla="*/ 78785 w 132496"/>
                    <a:gd name="connsiteY23" fmla="*/ 37143 h 74230"/>
                    <a:gd name="connsiteX24" fmla="*/ 83338 w 132496"/>
                    <a:gd name="connsiteY24" fmla="*/ 41697 h 74230"/>
                    <a:gd name="connsiteX25" fmla="*/ 127943 w 132496"/>
                    <a:gd name="connsiteY25" fmla="*/ 41697 h 74230"/>
                    <a:gd name="connsiteX26" fmla="*/ 132497 w 132496"/>
                    <a:gd name="connsiteY26" fmla="*/ 37143 h 74230"/>
                    <a:gd name="connsiteX27" fmla="*/ 127943 w 132496"/>
                    <a:gd name="connsiteY27" fmla="*/ 32589 h 74230"/>
                    <a:gd name="connsiteX28" fmla="*/ 49158 w 132496"/>
                    <a:gd name="connsiteY28" fmla="*/ 14484 h 74230"/>
                    <a:gd name="connsiteX29" fmla="*/ 27487 w 132496"/>
                    <a:gd name="connsiteY29" fmla="*/ 14484 h 74230"/>
                    <a:gd name="connsiteX30" fmla="*/ 14374 w 132496"/>
                    <a:gd name="connsiteY30" fmla="*/ 1372 h 74230"/>
                    <a:gd name="connsiteX31" fmla="*/ 7955 w 132496"/>
                    <a:gd name="connsiteY31" fmla="*/ 1372 h 74230"/>
                    <a:gd name="connsiteX32" fmla="*/ 7955 w 132496"/>
                    <a:gd name="connsiteY32" fmla="*/ 7791 h 74230"/>
                    <a:gd name="connsiteX33" fmla="*/ 22385 w 132496"/>
                    <a:gd name="connsiteY33" fmla="*/ 22220 h 74230"/>
                    <a:gd name="connsiteX34" fmla="*/ 25567 w 132496"/>
                    <a:gd name="connsiteY34" fmla="*/ 23537 h 74230"/>
                    <a:gd name="connsiteX35" fmla="*/ 49103 w 132496"/>
                    <a:gd name="connsiteY35" fmla="*/ 23537 h 74230"/>
                    <a:gd name="connsiteX36" fmla="*/ 53657 w 132496"/>
                    <a:gd name="connsiteY36" fmla="*/ 18983 h 74230"/>
                    <a:gd name="connsiteX37" fmla="*/ 49158 w 132496"/>
                    <a:gd name="connsiteY37" fmla="*/ 14484 h 74230"/>
                    <a:gd name="connsiteX38" fmla="*/ 49158 w 132496"/>
                    <a:gd name="connsiteY38" fmla="*/ 50694 h 74230"/>
                    <a:gd name="connsiteX39" fmla="*/ 25621 w 132496"/>
                    <a:gd name="connsiteY39" fmla="*/ 50694 h 74230"/>
                    <a:gd name="connsiteX40" fmla="*/ 22439 w 132496"/>
                    <a:gd name="connsiteY40" fmla="*/ 52011 h 74230"/>
                    <a:gd name="connsiteX41" fmla="*/ 8010 w 132496"/>
                    <a:gd name="connsiteY41" fmla="*/ 66440 h 74230"/>
                    <a:gd name="connsiteX42" fmla="*/ 8010 w 132496"/>
                    <a:gd name="connsiteY42" fmla="*/ 72859 h 74230"/>
                    <a:gd name="connsiteX43" fmla="*/ 11192 w 132496"/>
                    <a:gd name="connsiteY43" fmla="*/ 74176 h 74230"/>
                    <a:gd name="connsiteX44" fmla="*/ 14374 w 132496"/>
                    <a:gd name="connsiteY44" fmla="*/ 72859 h 74230"/>
                    <a:gd name="connsiteX45" fmla="*/ 27487 w 132496"/>
                    <a:gd name="connsiteY45" fmla="*/ 59747 h 74230"/>
                    <a:gd name="connsiteX46" fmla="*/ 49158 w 132496"/>
                    <a:gd name="connsiteY46" fmla="*/ 59747 h 74230"/>
                    <a:gd name="connsiteX47" fmla="*/ 53712 w 132496"/>
                    <a:gd name="connsiteY47" fmla="*/ 55193 h 74230"/>
                    <a:gd name="connsiteX48" fmla="*/ 49158 w 132496"/>
                    <a:gd name="connsiteY48" fmla="*/ 50694 h 74230"/>
                    <a:gd name="connsiteX49" fmla="*/ 49158 w 132496"/>
                    <a:gd name="connsiteY49" fmla="*/ 32589 h 74230"/>
                    <a:gd name="connsiteX50" fmla="*/ 4554 w 132496"/>
                    <a:gd name="connsiteY50" fmla="*/ 32589 h 74230"/>
                    <a:gd name="connsiteX51" fmla="*/ 0 w 132496"/>
                    <a:gd name="connsiteY51" fmla="*/ 37143 h 74230"/>
                    <a:gd name="connsiteX52" fmla="*/ 4554 w 132496"/>
                    <a:gd name="connsiteY52" fmla="*/ 41697 h 74230"/>
                    <a:gd name="connsiteX53" fmla="*/ 49158 w 132496"/>
                    <a:gd name="connsiteY53" fmla="*/ 41697 h 74230"/>
                    <a:gd name="connsiteX54" fmla="*/ 53712 w 132496"/>
                    <a:gd name="connsiteY54" fmla="*/ 37143 h 74230"/>
                    <a:gd name="connsiteX55" fmla="*/ 49158 w 132496"/>
                    <a:gd name="connsiteY55" fmla="*/ 32589 h 74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</a:cxnLst>
                  <a:rect l="l" t="t" r="r" b="b"/>
                  <a:pathLst>
                    <a:path w="132496" h="74230">
                      <a:moveTo>
                        <a:pt x="78785" y="18983"/>
                      </a:moveTo>
                      <a:cubicBezTo>
                        <a:pt x="78785" y="16459"/>
                        <a:pt x="80815" y="14429"/>
                        <a:pt x="83338" y="14429"/>
                      </a:cubicBezTo>
                      <a:lnTo>
                        <a:pt x="105010" y="14429"/>
                      </a:lnTo>
                      <a:lnTo>
                        <a:pt x="118122" y="1317"/>
                      </a:lnTo>
                      <a:cubicBezTo>
                        <a:pt x="119878" y="-439"/>
                        <a:pt x="122731" y="-439"/>
                        <a:pt x="124541" y="1317"/>
                      </a:cubicBezTo>
                      <a:cubicBezTo>
                        <a:pt x="126297" y="3072"/>
                        <a:pt x="126297" y="5925"/>
                        <a:pt x="124541" y="7736"/>
                      </a:cubicBezTo>
                      <a:lnTo>
                        <a:pt x="110057" y="22220"/>
                      </a:lnTo>
                      <a:cubicBezTo>
                        <a:pt x="109234" y="23043"/>
                        <a:pt x="108082" y="23537"/>
                        <a:pt x="106875" y="23537"/>
                      </a:cubicBezTo>
                      <a:lnTo>
                        <a:pt x="83338" y="23537"/>
                      </a:lnTo>
                      <a:cubicBezTo>
                        <a:pt x="80815" y="23537"/>
                        <a:pt x="78785" y="21507"/>
                        <a:pt x="78785" y="18983"/>
                      </a:cubicBezTo>
                      <a:close/>
                      <a:moveTo>
                        <a:pt x="110057" y="52011"/>
                      </a:moveTo>
                      <a:cubicBezTo>
                        <a:pt x="109234" y="51188"/>
                        <a:pt x="108082" y="50694"/>
                        <a:pt x="106875" y="50694"/>
                      </a:cubicBezTo>
                      <a:lnTo>
                        <a:pt x="83338" y="50694"/>
                      </a:lnTo>
                      <a:cubicBezTo>
                        <a:pt x="80815" y="50694"/>
                        <a:pt x="78785" y="52724"/>
                        <a:pt x="78785" y="55248"/>
                      </a:cubicBezTo>
                      <a:cubicBezTo>
                        <a:pt x="78785" y="57772"/>
                        <a:pt x="80815" y="59802"/>
                        <a:pt x="83338" y="59802"/>
                      </a:cubicBezTo>
                      <a:lnTo>
                        <a:pt x="105010" y="59802"/>
                      </a:lnTo>
                      <a:lnTo>
                        <a:pt x="118122" y="72914"/>
                      </a:lnTo>
                      <a:cubicBezTo>
                        <a:pt x="119000" y="73792"/>
                        <a:pt x="120152" y="74231"/>
                        <a:pt x="121304" y="74231"/>
                      </a:cubicBezTo>
                      <a:cubicBezTo>
                        <a:pt x="122456" y="74231"/>
                        <a:pt x="123609" y="73792"/>
                        <a:pt x="124486" y="72914"/>
                      </a:cubicBezTo>
                      <a:cubicBezTo>
                        <a:pt x="126242" y="71159"/>
                        <a:pt x="126242" y="68306"/>
                        <a:pt x="124486" y="66495"/>
                      </a:cubicBezTo>
                      <a:lnTo>
                        <a:pt x="110057" y="52011"/>
                      </a:lnTo>
                      <a:close/>
                      <a:moveTo>
                        <a:pt x="127943" y="32589"/>
                      </a:moveTo>
                      <a:lnTo>
                        <a:pt x="83338" y="32589"/>
                      </a:lnTo>
                      <a:cubicBezTo>
                        <a:pt x="80815" y="32589"/>
                        <a:pt x="78785" y="34619"/>
                        <a:pt x="78785" y="37143"/>
                      </a:cubicBezTo>
                      <a:cubicBezTo>
                        <a:pt x="78785" y="39667"/>
                        <a:pt x="80815" y="41697"/>
                        <a:pt x="83338" y="41697"/>
                      </a:cubicBezTo>
                      <a:lnTo>
                        <a:pt x="127943" y="41697"/>
                      </a:lnTo>
                      <a:cubicBezTo>
                        <a:pt x="130467" y="41697"/>
                        <a:pt x="132497" y="39667"/>
                        <a:pt x="132497" y="37143"/>
                      </a:cubicBezTo>
                      <a:cubicBezTo>
                        <a:pt x="132442" y="34619"/>
                        <a:pt x="130412" y="32589"/>
                        <a:pt x="127943" y="32589"/>
                      </a:cubicBezTo>
                      <a:close/>
                      <a:moveTo>
                        <a:pt x="49158" y="14484"/>
                      </a:moveTo>
                      <a:lnTo>
                        <a:pt x="27487" y="14484"/>
                      </a:lnTo>
                      <a:lnTo>
                        <a:pt x="14374" y="1372"/>
                      </a:lnTo>
                      <a:cubicBezTo>
                        <a:pt x="12619" y="-384"/>
                        <a:pt x="9766" y="-384"/>
                        <a:pt x="7955" y="1372"/>
                      </a:cubicBezTo>
                      <a:cubicBezTo>
                        <a:pt x="6200" y="3127"/>
                        <a:pt x="6200" y="5980"/>
                        <a:pt x="7955" y="7791"/>
                      </a:cubicBezTo>
                      <a:lnTo>
                        <a:pt x="22385" y="22220"/>
                      </a:lnTo>
                      <a:cubicBezTo>
                        <a:pt x="23207" y="23043"/>
                        <a:pt x="24360" y="23537"/>
                        <a:pt x="25567" y="23537"/>
                      </a:cubicBezTo>
                      <a:lnTo>
                        <a:pt x="49103" y="23537"/>
                      </a:lnTo>
                      <a:cubicBezTo>
                        <a:pt x="51627" y="23537"/>
                        <a:pt x="53657" y="21507"/>
                        <a:pt x="53657" y="18983"/>
                      </a:cubicBezTo>
                      <a:cubicBezTo>
                        <a:pt x="53657" y="16514"/>
                        <a:pt x="51627" y="14484"/>
                        <a:pt x="49158" y="14484"/>
                      </a:cubicBezTo>
                      <a:close/>
                      <a:moveTo>
                        <a:pt x="49158" y="50694"/>
                      </a:moveTo>
                      <a:lnTo>
                        <a:pt x="25621" y="50694"/>
                      </a:lnTo>
                      <a:cubicBezTo>
                        <a:pt x="24414" y="50694"/>
                        <a:pt x="23262" y="51188"/>
                        <a:pt x="22439" y="52011"/>
                      </a:cubicBezTo>
                      <a:lnTo>
                        <a:pt x="8010" y="66440"/>
                      </a:lnTo>
                      <a:cubicBezTo>
                        <a:pt x="6255" y="68196"/>
                        <a:pt x="6255" y="71049"/>
                        <a:pt x="8010" y="72859"/>
                      </a:cubicBezTo>
                      <a:cubicBezTo>
                        <a:pt x="8888" y="73737"/>
                        <a:pt x="10040" y="74176"/>
                        <a:pt x="11192" y="74176"/>
                      </a:cubicBezTo>
                      <a:cubicBezTo>
                        <a:pt x="12344" y="74176"/>
                        <a:pt x="13497" y="73737"/>
                        <a:pt x="14374" y="72859"/>
                      </a:cubicBezTo>
                      <a:lnTo>
                        <a:pt x="27487" y="59747"/>
                      </a:lnTo>
                      <a:lnTo>
                        <a:pt x="49158" y="59747"/>
                      </a:lnTo>
                      <a:cubicBezTo>
                        <a:pt x="51682" y="59747"/>
                        <a:pt x="53712" y="57717"/>
                        <a:pt x="53712" y="55193"/>
                      </a:cubicBezTo>
                      <a:cubicBezTo>
                        <a:pt x="53657" y="52724"/>
                        <a:pt x="51627" y="50694"/>
                        <a:pt x="49158" y="50694"/>
                      </a:cubicBezTo>
                      <a:close/>
                      <a:moveTo>
                        <a:pt x="49158" y="32589"/>
                      </a:moveTo>
                      <a:lnTo>
                        <a:pt x="4554" y="32589"/>
                      </a:lnTo>
                      <a:cubicBezTo>
                        <a:pt x="2030" y="32589"/>
                        <a:pt x="0" y="34619"/>
                        <a:pt x="0" y="37143"/>
                      </a:cubicBezTo>
                      <a:cubicBezTo>
                        <a:pt x="0" y="39667"/>
                        <a:pt x="2030" y="41697"/>
                        <a:pt x="4554" y="41697"/>
                      </a:cubicBezTo>
                      <a:lnTo>
                        <a:pt x="49158" y="41697"/>
                      </a:lnTo>
                      <a:cubicBezTo>
                        <a:pt x="51682" y="41697"/>
                        <a:pt x="53712" y="39667"/>
                        <a:pt x="53712" y="37143"/>
                      </a:cubicBezTo>
                      <a:cubicBezTo>
                        <a:pt x="53657" y="34619"/>
                        <a:pt x="51627" y="32589"/>
                        <a:pt x="49158" y="32589"/>
                      </a:cubicBezTo>
                      <a:close/>
                    </a:path>
                  </a:pathLst>
                </a:custGeom>
                <a:solidFill>
                  <a:srgbClr val="413E91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76" name="Graphic 122">
                  <a:extLst>
                    <a:ext uri="{FF2B5EF4-FFF2-40B4-BE49-F238E27FC236}">
                      <a16:creationId xmlns:a16="http://schemas.microsoft.com/office/drawing/2014/main" id="{89A32F57-5B21-FA29-CA86-D61946A4C99E}"/>
                    </a:ext>
                  </a:extLst>
                </p:cNvPr>
                <p:cNvGrpSpPr/>
                <p:nvPr/>
              </p:nvGrpSpPr>
              <p:grpSpPr>
                <a:xfrm>
                  <a:off x="-1859209" y="5030049"/>
                  <a:ext cx="132496" cy="71871"/>
                  <a:chOff x="-1859209" y="5030049"/>
                  <a:chExt cx="132496" cy="71871"/>
                </a:xfrm>
                <a:solidFill>
                  <a:srgbClr val="2C3088"/>
                </a:solidFill>
              </p:grpSpPr>
              <p:sp>
                <p:nvSpPr>
                  <p:cNvPr id="177" name="Freeform: Shape 176">
                    <a:extLst>
                      <a:ext uri="{FF2B5EF4-FFF2-40B4-BE49-F238E27FC236}">
                        <a16:creationId xmlns:a16="http://schemas.microsoft.com/office/drawing/2014/main" id="{1D0929B8-F45F-4D79-A18B-EA6C3D19C901}"/>
                      </a:ext>
                    </a:extLst>
                  </p:cNvPr>
                  <p:cNvSpPr/>
                  <p:nvPr/>
                </p:nvSpPr>
                <p:spPr>
                  <a:xfrm>
                    <a:off x="-1852570" y="5080688"/>
                    <a:ext cx="47017" cy="21232"/>
                  </a:xfrm>
                  <a:custGeom>
                    <a:avLst/>
                    <a:gdLst>
                      <a:gd name="connsiteX0" fmla="*/ 42464 w 47017"/>
                      <a:gd name="connsiteY0" fmla="*/ 2249 h 21232"/>
                      <a:gd name="connsiteX1" fmla="*/ 20792 w 47017"/>
                      <a:gd name="connsiteY1" fmla="*/ 2249 h 21232"/>
                      <a:gd name="connsiteX2" fmla="*/ 7680 w 47017"/>
                      <a:gd name="connsiteY2" fmla="*/ 15362 h 21232"/>
                      <a:gd name="connsiteX3" fmla="*/ 4498 w 47017"/>
                      <a:gd name="connsiteY3" fmla="*/ 16679 h 21232"/>
                      <a:gd name="connsiteX4" fmla="*/ 1316 w 47017"/>
                      <a:gd name="connsiteY4" fmla="*/ 15362 h 21232"/>
                      <a:gd name="connsiteX5" fmla="*/ 602 w 47017"/>
                      <a:gd name="connsiteY5" fmla="*/ 14429 h 21232"/>
                      <a:gd name="connsiteX6" fmla="*/ 1316 w 47017"/>
                      <a:gd name="connsiteY6" fmla="*/ 19916 h 21232"/>
                      <a:gd name="connsiteX7" fmla="*/ 4498 w 47017"/>
                      <a:gd name="connsiteY7" fmla="*/ 21232 h 21232"/>
                      <a:gd name="connsiteX8" fmla="*/ 7680 w 47017"/>
                      <a:gd name="connsiteY8" fmla="*/ 19916 h 21232"/>
                      <a:gd name="connsiteX9" fmla="*/ 20792 w 47017"/>
                      <a:gd name="connsiteY9" fmla="*/ 6803 h 21232"/>
                      <a:gd name="connsiteX10" fmla="*/ 42464 w 47017"/>
                      <a:gd name="connsiteY10" fmla="*/ 6803 h 21232"/>
                      <a:gd name="connsiteX11" fmla="*/ 47017 w 47017"/>
                      <a:gd name="connsiteY11" fmla="*/ 2249 h 21232"/>
                      <a:gd name="connsiteX12" fmla="*/ 46414 w 47017"/>
                      <a:gd name="connsiteY12" fmla="*/ 0 h 21232"/>
                      <a:gd name="connsiteX13" fmla="*/ 42464 w 47017"/>
                      <a:gd name="connsiteY13" fmla="*/ 2249 h 212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47017" h="21232">
                        <a:moveTo>
                          <a:pt x="42464" y="2249"/>
                        </a:moveTo>
                        <a:lnTo>
                          <a:pt x="20792" y="2249"/>
                        </a:lnTo>
                        <a:lnTo>
                          <a:pt x="7680" y="15362"/>
                        </a:lnTo>
                        <a:cubicBezTo>
                          <a:pt x="6802" y="16240"/>
                          <a:pt x="5650" y="16679"/>
                          <a:pt x="4498" y="16679"/>
                        </a:cubicBezTo>
                        <a:cubicBezTo>
                          <a:pt x="3345" y="16679"/>
                          <a:pt x="2193" y="16240"/>
                          <a:pt x="1316" y="15362"/>
                        </a:cubicBezTo>
                        <a:cubicBezTo>
                          <a:pt x="1041" y="15088"/>
                          <a:pt x="822" y="14758"/>
                          <a:pt x="602" y="14429"/>
                        </a:cubicBezTo>
                        <a:cubicBezTo>
                          <a:pt x="-385" y="16185"/>
                          <a:pt x="-166" y="18434"/>
                          <a:pt x="1316" y="19916"/>
                        </a:cubicBezTo>
                        <a:cubicBezTo>
                          <a:pt x="2193" y="20793"/>
                          <a:pt x="3345" y="21232"/>
                          <a:pt x="4498" y="21232"/>
                        </a:cubicBezTo>
                        <a:cubicBezTo>
                          <a:pt x="5650" y="21232"/>
                          <a:pt x="6802" y="20793"/>
                          <a:pt x="7680" y="19916"/>
                        </a:cubicBezTo>
                        <a:lnTo>
                          <a:pt x="20792" y="6803"/>
                        </a:lnTo>
                        <a:lnTo>
                          <a:pt x="42464" y="6803"/>
                        </a:lnTo>
                        <a:cubicBezTo>
                          <a:pt x="44987" y="6803"/>
                          <a:pt x="47017" y="4773"/>
                          <a:pt x="47017" y="2249"/>
                        </a:cubicBezTo>
                        <a:cubicBezTo>
                          <a:pt x="47017" y="1426"/>
                          <a:pt x="46798" y="658"/>
                          <a:pt x="46414" y="0"/>
                        </a:cubicBezTo>
                        <a:cubicBezTo>
                          <a:pt x="45591" y="1372"/>
                          <a:pt x="44109" y="2249"/>
                          <a:pt x="42464" y="2249"/>
                        </a:cubicBezTo>
                        <a:close/>
                      </a:path>
                    </a:pathLst>
                  </a:custGeom>
                  <a:solidFill>
                    <a:srgbClr val="2C3088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78" name="Freeform: Shape 177">
                    <a:extLst>
                      <a:ext uri="{FF2B5EF4-FFF2-40B4-BE49-F238E27FC236}">
                        <a16:creationId xmlns:a16="http://schemas.microsoft.com/office/drawing/2014/main" id="{5D0F325C-0570-75B6-839F-0B9831DF2FFA}"/>
                      </a:ext>
                    </a:extLst>
                  </p:cNvPr>
                  <p:cNvSpPr/>
                  <p:nvPr/>
                </p:nvSpPr>
                <p:spPr>
                  <a:xfrm>
                    <a:off x="-1780480" y="5030049"/>
                    <a:ext cx="46962" cy="21232"/>
                  </a:xfrm>
                  <a:custGeom>
                    <a:avLst/>
                    <a:gdLst>
                      <a:gd name="connsiteX0" fmla="*/ 4499 w 46962"/>
                      <a:gd name="connsiteY0" fmla="*/ 21232 h 21232"/>
                      <a:gd name="connsiteX1" fmla="*/ 28035 w 46962"/>
                      <a:gd name="connsiteY1" fmla="*/ 21232 h 21232"/>
                      <a:gd name="connsiteX2" fmla="*/ 31218 w 46962"/>
                      <a:gd name="connsiteY2" fmla="*/ 19916 h 21232"/>
                      <a:gd name="connsiteX3" fmla="*/ 45647 w 46962"/>
                      <a:gd name="connsiteY3" fmla="*/ 5486 h 21232"/>
                      <a:gd name="connsiteX4" fmla="*/ 46360 w 46962"/>
                      <a:gd name="connsiteY4" fmla="*/ 0 h 21232"/>
                      <a:gd name="connsiteX5" fmla="*/ 45647 w 46962"/>
                      <a:gd name="connsiteY5" fmla="*/ 933 h 21232"/>
                      <a:gd name="connsiteX6" fmla="*/ 31218 w 46962"/>
                      <a:gd name="connsiteY6" fmla="*/ 15362 h 21232"/>
                      <a:gd name="connsiteX7" fmla="*/ 28035 w 46962"/>
                      <a:gd name="connsiteY7" fmla="*/ 16679 h 21232"/>
                      <a:gd name="connsiteX8" fmla="*/ 4499 w 46962"/>
                      <a:gd name="connsiteY8" fmla="*/ 16679 h 21232"/>
                      <a:gd name="connsiteX9" fmla="*/ 603 w 46962"/>
                      <a:gd name="connsiteY9" fmla="*/ 14429 h 21232"/>
                      <a:gd name="connsiteX10" fmla="*/ 0 w 46962"/>
                      <a:gd name="connsiteY10" fmla="*/ 16679 h 21232"/>
                      <a:gd name="connsiteX11" fmla="*/ 4499 w 46962"/>
                      <a:gd name="connsiteY11" fmla="*/ 21232 h 212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46962" h="21232">
                        <a:moveTo>
                          <a:pt x="4499" y="21232"/>
                        </a:moveTo>
                        <a:lnTo>
                          <a:pt x="28035" y="21232"/>
                        </a:lnTo>
                        <a:cubicBezTo>
                          <a:pt x="29243" y="21232"/>
                          <a:pt x="30395" y="20739"/>
                          <a:pt x="31218" y="19916"/>
                        </a:cubicBezTo>
                        <a:lnTo>
                          <a:pt x="45647" y="5486"/>
                        </a:lnTo>
                        <a:cubicBezTo>
                          <a:pt x="47128" y="4005"/>
                          <a:pt x="47348" y="1756"/>
                          <a:pt x="46360" y="0"/>
                        </a:cubicBezTo>
                        <a:cubicBezTo>
                          <a:pt x="46141" y="329"/>
                          <a:pt x="45921" y="658"/>
                          <a:pt x="45647" y="933"/>
                        </a:cubicBezTo>
                        <a:lnTo>
                          <a:pt x="31218" y="15362"/>
                        </a:lnTo>
                        <a:cubicBezTo>
                          <a:pt x="30395" y="16185"/>
                          <a:pt x="29243" y="16679"/>
                          <a:pt x="28035" y="16679"/>
                        </a:cubicBezTo>
                        <a:lnTo>
                          <a:pt x="4499" y="16679"/>
                        </a:lnTo>
                        <a:cubicBezTo>
                          <a:pt x="2798" y="16679"/>
                          <a:pt x="1372" y="15746"/>
                          <a:pt x="603" y="14429"/>
                        </a:cubicBezTo>
                        <a:cubicBezTo>
                          <a:pt x="219" y="15088"/>
                          <a:pt x="0" y="15856"/>
                          <a:pt x="0" y="16679"/>
                        </a:cubicBezTo>
                        <a:cubicBezTo>
                          <a:pt x="0" y="19202"/>
                          <a:pt x="2030" y="21232"/>
                          <a:pt x="4499" y="21232"/>
                        </a:cubicBezTo>
                        <a:close/>
                      </a:path>
                    </a:pathLst>
                  </a:custGeom>
                  <a:solidFill>
                    <a:srgbClr val="2C3088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79" name="Freeform: Shape 178">
                    <a:extLst>
                      <a:ext uri="{FF2B5EF4-FFF2-40B4-BE49-F238E27FC236}">
                        <a16:creationId xmlns:a16="http://schemas.microsoft.com/office/drawing/2014/main" id="{88DDEDF4-DB4A-36DA-155A-45FFC0E84C86}"/>
                      </a:ext>
                    </a:extLst>
                  </p:cNvPr>
                  <p:cNvSpPr/>
                  <p:nvPr/>
                </p:nvSpPr>
                <p:spPr>
                  <a:xfrm>
                    <a:off x="-1859209" y="5062583"/>
                    <a:ext cx="53711" cy="6803"/>
                  </a:xfrm>
                  <a:custGeom>
                    <a:avLst/>
                    <a:gdLst>
                      <a:gd name="connsiteX0" fmla="*/ 49103 w 53711"/>
                      <a:gd name="connsiteY0" fmla="*/ 2249 h 6803"/>
                      <a:gd name="connsiteX1" fmla="*/ 4499 w 53711"/>
                      <a:gd name="connsiteY1" fmla="*/ 2249 h 6803"/>
                      <a:gd name="connsiteX2" fmla="*/ 604 w 53711"/>
                      <a:gd name="connsiteY2" fmla="*/ 0 h 6803"/>
                      <a:gd name="connsiteX3" fmla="*/ 0 w 53711"/>
                      <a:gd name="connsiteY3" fmla="*/ 2249 h 6803"/>
                      <a:gd name="connsiteX4" fmla="*/ 4554 w 53711"/>
                      <a:gd name="connsiteY4" fmla="*/ 6803 h 6803"/>
                      <a:gd name="connsiteX5" fmla="*/ 49158 w 53711"/>
                      <a:gd name="connsiteY5" fmla="*/ 6803 h 6803"/>
                      <a:gd name="connsiteX6" fmla="*/ 53712 w 53711"/>
                      <a:gd name="connsiteY6" fmla="*/ 2249 h 6803"/>
                      <a:gd name="connsiteX7" fmla="*/ 53108 w 53711"/>
                      <a:gd name="connsiteY7" fmla="*/ 0 h 6803"/>
                      <a:gd name="connsiteX8" fmla="*/ 49103 w 53711"/>
                      <a:gd name="connsiteY8" fmla="*/ 2249 h 68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53711" h="6803">
                        <a:moveTo>
                          <a:pt x="49103" y="2249"/>
                        </a:moveTo>
                        <a:lnTo>
                          <a:pt x="4499" y="2249"/>
                        </a:lnTo>
                        <a:cubicBezTo>
                          <a:pt x="2798" y="2249"/>
                          <a:pt x="1372" y="1317"/>
                          <a:pt x="604" y="0"/>
                        </a:cubicBezTo>
                        <a:cubicBezTo>
                          <a:pt x="219" y="658"/>
                          <a:pt x="0" y="1426"/>
                          <a:pt x="0" y="2249"/>
                        </a:cubicBezTo>
                        <a:cubicBezTo>
                          <a:pt x="0" y="4773"/>
                          <a:pt x="2030" y="6803"/>
                          <a:pt x="4554" y="6803"/>
                        </a:cubicBezTo>
                        <a:lnTo>
                          <a:pt x="49158" y="6803"/>
                        </a:lnTo>
                        <a:cubicBezTo>
                          <a:pt x="51682" y="6803"/>
                          <a:pt x="53712" y="4773"/>
                          <a:pt x="53712" y="2249"/>
                        </a:cubicBezTo>
                        <a:cubicBezTo>
                          <a:pt x="53712" y="1426"/>
                          <a:pt x="53492" y="658"/>
                          <a:pt x="53108" y="0"/>
                        </a:cubicBezTo>
                        <a:cubicBezTo>
                          <a:pt x="52231" y="1372"/>
                          <a:pt x="50749" y="2249"/>
                          <a:pt x="49103" y="2249"/>
                        </a:cubicBezTo>
                        <a:close/>
                      </a:path>
                    </a:pathLst>
                  </a:custGeom>
                  <a:solidFill>
                    <a:srgbClr val="2C3088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80" name="Freeform: Shape 179">
                    <a:extLst>
                      <a:ext uri="{FF2B5EF4-FFF2-40B4-BE49-F238E27FC236}">
                        <a16:creationId xmlns:a16="http://schemas.microsoft.com/office/drawing/2014/main" id="{05CD045F-0CBB-0BCA-B7EA-B4F0E703CFB1}"/>
                      </a:ext>
                    </a:extLst>
                  </p:cNvPr>
                  <p:cNvSpPr/>
                  <p:nvPr/>
                </p:nvSpPr>
                <p:spPr>
                  <a:xfrm>
                    <a:off x="-1852570" y="5030049"/>
                    <a:ext cx="47017" cy="21232"/>
                  </a:xfrm>
                  <a:custGeom>
                    <a:avLst/>
                    <a:gdLst>
                      <a:gd name="connsiteX0" fmla="*/ 42464 w 47017"/>
                      <a:gd name="connsiteY0" fmla="*/ 16679 h 21232"/>
                      <a:gd name="connsiteX1" fmla="*/ 18927 w 47017"/>
                      <a:gd name="connsiteY1" fmla="*/ 16679 h 21232"/>
                      <a:gd name="connsiteX2" fmla="*/ 15745 w 47017"/>
                      <a:gd name="connsiteY2" fmla="*/ 15362 h 21232"/>
                      <a:gd name="connsiteX3" fmla="*/ 1316 w 47017"/>
                      <a:gd name="connsiteY3" fmla="*/ 933 h 21232"/>
                      <a:gd name="connsiteX4" fmla="*/ 602 w 47017"/>
                      <a:gd name="connsiteY4" fmla="*/ 0 h 21232"/>
                      <a:gd name="connsiteX5" fmla="*/ 1316 w 47017"/>
                      <a:gd name="connsiteY5" fmla="*/ 5486 h 21232"/>
                      <a:gd name="connsiteX6" fmla="*/ 15745 w 47017"/>
                      <a:gd name="connsiteY6" fmla="*/ 19916 h 21232"/>
                      <a:gd name="connsiteX7" fmla="*/ 18927 w 47017"/>
                      <a:gd name="connsiteY7" fmla="*/ 21232 h 21232"/>
                      <a:gd name="connsiteX8" fmla="*/ 42464 w 47017"/>
                      <a:gd name="connsiteY8" fmla="*/ 21232 h 21232"/>
                      <a:gd name="connsiteX9" fmla="*/ 47017 w 47017"/>
                      <a:gd name="connsiteY9" fmla="*/ 16679 h 21232"/>
                      <a:gd name="connsiteX10" fmla="*/ 46414 w 47017"/>
                      <a:gd name="connsiteY10" fmla="*/ 14429 h 21232"/>
                      <a:gd name="connsiteX11" fmla="*/ 42464 w 47017"/>
                      <a:gd name="connsiteY11" fmla="*/ 16679 h 212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47017" h="21232">
                        <a:moveTo>
                          <a:pt x="42464" y="16679"/>
                        </a:moveTo>
                        <a:lnTo>
                          <a:pt x="18927" y="16679"/>
                        </a:lnTo>
                        <a:cubicBezTo>
                          <a:pt x="17720" y="16679"/>
                          <a:pt x="16568" y="16185"/>
                          <a:pt x="15745" y="15362"/>
                        </a:cubicBezTo>
                        <a:lnTo>
                          <a:pt x="1316" y="933"/>
                        </a:lnTo>
                        <a:cubicBezTo>
                          <a:pt x="1041" y="658"/>
                          <a:pt x="822" y="329"/>
                          <a:pt x="602" y="0"/>
                        </a:cubicBezTo>
                        <a:cubicBezTo>
                          <a:pt x="-385" y="1756"/>
                          <a:pt x="-166" y="4005"/>
                          <a:pt x="1316" y="5486"/>
                        </a:cubicBezTo>
                        <a:lnTo>
                          <a:pt x="15745" y="19916"/>
                        </a:lnTo>
                        <a:cubicBezTo>
                          <a:pt x="16568" y="20739"/>
                          <a:pt x="17720" y="21232"/>
                          <a:pt x="18927" y="21232"/>
                        </a:cubicBezTo>
                        <a:lnTo>
                          <a:pt x="42464" y="21232"/>
                        </a:lnTo>
                        <a:cubicBezTo>
                          <a:pt x="44987" y="21232"/>
                          <a:pt x="47017" y="19202"/>
                          <a:pt x="47017" y="16679"/>
                        </a:cubicBezTo>
                        <a:cubicBezTo>
                          <a:pt x="47017" y="15856"/>
                          <a:pt x="46798" y="15088"/>
                          <a:pt x="46414" y="14429"/>
                        </a:cubicBezTo>
                        <a:cubicBezTo>
                          <a:pt x="45591" y="15801"/>
                          <a:pt x="44109" y="16679"/>
                          <a:pt x="42464" y="16679"/>
                        </a:cubicBezTo>
                        <a:close/>
                      </a:path>
                    </a:pathLst>
                  </a:custGeom>
                  <a:solidFill>
                    <a:srgbClr val="2C3088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81" name="Freeform: Shape 180">
                    <a:extLst>
                      <a:ext uri="{FF2B5EF4-FFF2-40B4-BE49-F238E27FC236}">
                        <a16:creationId xmlns:a16="http://schemas.microsoft.com/office/drawing/2014/main" id="{53F2DE82-9718-ED59-F12D-4B78167F66F5}"/>
                      </a:ext>
                    </a:extLst>
                  </p:cNvPr>
                  <p:cNvSpPr/>
                  <p:nvPr/>
                </p:nvSpPr>
                <p:spPr>
                  <a:xfrm>
                    <a:off x="-1780425" y="5062583"/>
                    <a:ext cx="53711" cy="6803"/>
                  </a:xfrm>
                  <a:custGeom>
                    <a:avLst/>
                    <a:gdLst>
                      <a:gd name="connsiteX0" fmla="*/ 49103 w 53711"/>
                      <a:gd name="connsiteY0" fmla="*/ 2249 h 6803"/>
                      <a:gd name="connsiteX1" fmla="*/ 4499 w 53711"/>
                      <a:gd name="connsiteY1" fmla="*/ 2249 h 6803"/>
                      <a:gd name="connsiteX2" fmla="*/ 603 w 53711"/>
                      <a:gd name="connsiteY2" fmla="*/ 0 h 6803"/>
                      <a:gd name="connsiteX3" fmla="*/ 0 w 53711"/>
                      <a:gd name="connsiteY3" fmla="*/ 2249 h 6803"/>
                      <a:gd name="connsiteX4" fmla="*/ 4554 w 53711"/>
                      <a:gd name="connsiteY4" fmla="*/ 6803 h 6803"/>
                      <a:gd name="connsiteX5" fmla="*/ 49158 w 53711"/>
                      <a:gd name="connsiteY5" fmla="*/ 6803 h 6803"/>
                      <a:gd name="connsiteX6" fmla="*/ 53712 w 53711"/>
                      <a:gd name="connsiteY6" fmla="*/ 2249 h 6803"/>
                      <a:gd name="connsiteX7" fmla="*/ 53108 w 53711"/>
                      <a:gd name="connsiteY7" fmla="*/ 0 h 6803"/>
                      <a:gd name="connsiteX8" fmla="*/ 49103 w 53711"/>
                      <a:gd name="connsiteY8" fmla="*/ 2249 h 68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53711" h="6803">
                        <a:moveTo>
                          <a:pt x="49103" y="2249"/>
                        </a:moveTo>
                        <a:lnTo>
                          <a:pt x="4499" y="2249"/>
                        </a:lnTo>
                        <a:cubicBezTo>
                          <a:pt x="2798" y="2249"/>
                          <a:pt x="1372" y="1317"/>
                          <a:pt x="603" y="0"/>
                        </a:cubicBezTo>
                        <a:cubicBezTo>
                          <a:pt x="219" y="658"/>
                          <a:pt x="0" y="1426"/>
                          <a:pt x="0" y="2249"/>
                        </a:cubicBezTo>
                        <a:cubicBezTo>
                          <a:pt x="0" y="4773"/>
                          <a:pt x="2030" y="6803"/>
                          <a:pt x="4554" y="6803"/>
                        </a:cubicBezTo>
                        <a:lnTo>
                          <a:pt x="49158" y="6803"/>
                        </a:lnTo>
                        <a:cubicBezTo>
                          <a:pt x="51682" y="6803"/>
                          <a:pt x="53712" y="4773"/>
                          <a:pt x="53712" y="2249"/>
                        </a:cubicBezTo>
                        <a:cubicBezTo>
                          <a:pt x="53712" y="1426"/>
                          <a:pt x="53492" y="658"/>
                          <a:pt x="53108" y="0"/>
                        </a:cubicBezTo>
                        <a:cubicBezTo>
                          <a:pt x="52231" y="1372"/>
                          <a:pt x="50749" y="2249"/>
                          <a:pt x="49103" y="2249"/>
                        </a:cubicBezTo>
                        <a:close/>
                      </a:path>
                    </a:pathLst>
                  </a:custGeom>
                  <a:solidFill>
                    <a:srgbClr val="2C3088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82" name="Freeform: Shape 181">
                    <a:extLst>
                      <a:ext uri="{FF2B5EF4-FFF2-40B4-BE49-F238E27FC236}">
                        <a16:creationId xmlns:a16="http://schemas.microsoft.com/office/drawing/2014/main" id="{55B954EA-AAF5-6D74-BE57-B0719897AFDC}"/>
                      </a:ext>
                    </a:extLst>
                  </p:cNvPr>
                  <p:cNvSpPr/>
                  <p:nvPr/>
                </p:nvSpPr>
                <p:spPr>
                  <a:xfrm>
                    <a:off x="-1780480" y="5080688"/>
                    <a:ext cx="47017" cy="21232"/>
                  </a:xfrm>
                  <a:custGeom>
                    <a:avLst/>
                    <a:gdLst>
                      <a:gd name="connsiteX0" fmla="*/ 45647 w 47017"/>
                      <a:gd name="connsiteY0" fmla="*/ 15362 h 21232"/>
                      <a:gd name="connsiteX1" fmla="*/ 42465 w 47017"/>
                      <a:gd name="connsiteY1" fmla="*/ 16679 h 21232"/>
                      <a:gd name="connsiteX2" fmla="*/ 39283 w 47017"/>
                      <a:gd name="connsiteY2" fmla="*/ 15362 h 21232"/>
                      <a:gd name="connsiteX3" fmla="*/ 26170 w 47017"/>
                      <a:gd name="connsiteY3" fmla="*/ 2249 h 21232"/>
                      <a:gd name="connsiteX4" fmla="*/ 4499 w 47017"/>
                      <a:gd name="connsiteY4" fmla="*/ 2249 h 21232"/>
                      <a:gd name="connsiteX5" fmla="*/ 603 w 47017"/>
                      <a:gd name="connsiteY5" fmla="*/ 0 h 21232"/>
                      <a:gd name="connsiteX6" fmla="*/ 0 w 47017"/>
                      <a:gd name="connsiteY6" fmla="*/ 2249 h 21232"/>
                      <a:gd name="connsiteX7" fmla="*/ 4554 w 47017"/>
                      <a:gd name="connsiteY7" fmla="*/ 6803 h 21232"/>
                      <a:gd name="connsiteX8" fmla="*/ 26225 w 47017"/>
                      <a:gd name="connsiteY8" fmla="*/ 6803 h 21232"/>
                      <a:gd name="connsiteX9" fmla="*/ 39337 w 47017"/>
                      <a:gd name="connsiteY9" fmla="*/ 19916 h 21232"/>
                      <a:gd name="connsiteX10" fmla="*/ 42520 w 47017"/>
                      <a:gd name="connsiteY10" fmla="*/ 21232 h 21232"/>
                      <a:gd name="connsiteX11" fmla="*/ 45702 w 47017"/>
                      <a:gd name="connsiteY11" fmla="*/ 19916 h 21232"/>
                      <a:gd name="connsiteX12" fmla="*/ 46415 w 47017"/>
                      <a:gd name="connsiteY12" fmla="*/ 14429 h 21232"/>
                      <a:gd name="connsiteX13" fmla="*/ 45647 w 47017"/>
                      <a:gd name="connsiteY13" fmla="*/ 15362 h 212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47017" h="21232">
                        <a:moveTo>
                          <a:pt x="45647" y="15362"/>
                        </a:moveTo>
                        <a:cubicBezTo>
                          <a:pt x="44769" y="16240"/>
                          <a:pt x="43617" y="16679"/>
                          <a:pt x="42465" y="16679"/>
                        </a:cubicBezTo>
                        <a:cubicBezTo>
                          <a:pt x="41313" y="16679"/>
                          <a:pt x="40160" y="16240"/>
                          <a:pt x="39283" y="15362"/>
                        </a:cubicBezTo>
                        <a:lnTo>
                          <a:pt x="26170" y="2249"/>
                        </a:lnTo>
                        <a:lnTo>
                          <a:pt x="4499" y="2249"/>
                        </a:lnTo>
                        <a:cubicBezTo>
                          <a:pt x="2798" y="2249"/>
                          <a:pt x="1372" y="1317"/>
                          <a:pt x="603" y="0"/>
                        </a:cubicBezTo>
                        <a:cubicBezTo>
                          <a:pt x="219" y="658"/>
                          <a:pt x="0" y="1426"/>
                          <a:pt x="0" y="2249"/>
                        </a:cubicBezTo>
                        <a:cubicBezTo>
                          <a:pt x="0" y="4773"/>
                          <a:pt x="2030" y="6803"/>
                          <a:pt x="4554" y="6803"/>
                        </a:cubicBezTo>
                        <a:lnTo>
                          <a:pt x="26225" y="6803"/>
                        </a:lnTo>
                        <a:lnTo>
                          <a:pt x="39337" y="19916"/>
                        </a:lnTo>
                        <a:cubicBezTo>
                          <a:pt x="40215" y="20793"/>
                          <a:pt x="41367" y="21232"/>
                          <a:pt x="42520" y="21232"/>
                        </a:cubicBezTo>
                        <a:cubicBezTo>
                          <a:pt x="43672" y="21232"/>
                          <a:pt x="44824" y="20793"/>
                          <a:pt x="45702" y="19916"/>
                        </a:cubicBezTo>
                        <a:cubicBezTo>
                          <a:pt x="47183" y="18434"/>
                          <a:pt x="47402" y="16185"/>
                          <a:pt x="46415" y="14429"/>
                        </a:cubicBezTo>
                        <a:cubicBezTo>
                          <a:pt x="46195" y="14758"/>
                          <a:pt x="45976" y="15088"/>
                          <a:pt x="45647" y="15362"/>
                        </a:cubicBezTo>
                        <a:close/>
                      </a:path>
                    </a:pathLst>
                  </a:custGeom>
                  <a:solidFill>
                    <a:srgbClr val="2C3088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83" name="Freeform: Shape 182">
                  <a:extLst>
                    <a:ext uri="{FF2B5EF4-FFF2-40B4-BE49-F238E27FC236}">
                      <a16:creationId xmlns:a16="http://schemas.microsoft.com/office/drawing/2014/main" id="{180F0AFE-4F1E-CA07-7E16-EA5135BA3377}"/>
                    </a:ext>
                  </a:extLst>
                </p:cNvPr>
                <p:cNvSpPr/>
                <p:nvPr/>
              </p:nvSpPr>
              <p:spPr>
                <a:xfrm>
                  <a:off x="-1810874" y="5002397"/>
                  <a:ext cx="35661" cy="35661"/>
                </a:xfrm>
                <a:custGeom>
                  <a:avLst/>
                  <a:gdLst>
                    <a:gd name="connsiteX0" fmla="*/ 35662 w 35661"/>
                    <a:gd name="connsiteY0" fmla="*/ 17831 h 35661"/>
                    <a:gd name="connsiteX1" fmla="*/ 17831 w 35661"/>
                    <a:gd name="connsiteY1" fmla="*/ 35662 h 35661"/>
                    <a:gd name="connsiteX2" fmla="*/ 0 w 35661"/>
                    <a:gd name="connsiteY2" fmla="*/ 17831 h 35661"/>
                    <a:gd name="connsiteX3" fmla="*/ 17831 w 35661"/>
                    <a:gd name="connsiteY3" fmla="*/ 0 h 35661"/>
                    <a:gd name="connsiteX4" fmla="*/ 35662 w 35661"/>
                    <a:gd name="connsiteY4" fmla="*/ 17831 h 356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61" h="35661">
                      <a:moveTo>
                        <a:pt x="35662" y="17831"/>
                      </a:moveTo>
                      <a:cubicBezTo>
                        <a:pt x="35662" y="27678"/>
                        <a:pt x="27678" y="35662"/>
                        <a:pt x="17831" y="35662"/>
                      </a:cubicBezTo>
                      <a:cubicBezTo>
                        <a:pt x="7983" y="35662"/>
                        <a:pt x="0" y="27678"/>
                        <a:pt x="0" y="17831"/>
                      </a:cubicBezTo>
                      <a:cubicBezTo>
                        <a:pt x="0" y="7983"/>
                        <a:pt x="7983" y="0"/>
                        <a:pt x="17831" y="0"/>
                      </a:cubicBezTo>
                      <a:cubicBezTo>
                        <a:pt x="27678" y="0"/>
                        <a:pt x="35662" y="7983"/>
                        <a:pt x="35662" y="17831"/>
                      </a:cubicBezTo>
                      <a:close/>
                    </a:path>
                  </a:pathLst>
                </a:custGeom>
                <a:solidFill>
                  <a:srgbClr val="A44995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84" name="Graphic 122">
                  <a:extLst>
                    <a:ext uri="{FF2B5EF4-FFF2-40B4-BE49-F238E27FC236}">
                      <a16:creationId xmlns:a16="http://schemas.microsoft.com/office/drawing/2014/main" id="{8E64B277-52BC-BA11-7681-25D8A72AAFD0}"/>
                    </a:ext>
                  </a:extLst>
                </p:cNvPr>
                <p:cNvGrpSpPr/>
                <p:nvPr/>
              </p:nvGrpSpPr>
              <p:grpSpPr>
                <a:xfrm>
                  <a:off x="-1810874" y="5002397"/>
                  <a:ext cx="35661" cy="35716"/>
                  <a:chOff x="-1810874" y="5002397"/>
                  <a:chExt cx="35661" cy="35716"/>
                </a:xfrm>
                <a:solidFill>
                  <a:srgbClr val="952584"/>
                </a:solidFill>
              </p:grpSpPr>
              <p:sp>
                <p:nvSpPr>
                  <p:cNvPr id="185" name="Freeform: Shape 184">
                    <a:extLst>
                      <a:ext uri="{FF2B5EF4-FFF2-40B4-BE49-F238E27FC236}">
                        <a16:creationId xmlns:a16="http://schemas.microsoft.com/office/drawing/2014/main" id="{9D7CAF13-8790-BB30-2980-78E4FFBCE6D1}"/>
                      </a:ext>
                    </a:extLst>
                  </p:cNvPr>
                  <p:cNvSpPr/>
                  <p:nvPr/>
                </p:nvSpPr>
                <p:spPr>
                  <a:xfrm>
                    <a:off x="-1810874" y="5002397"/>
                    <a:ext cx="17830" cy="35661"/>
                  </a:xfrm>
                  <a:custGeom>
                    <a:avLst/>
                    <a:gdLst>
                      <a:gd name="connsiteX0" fmla="*/ 7352 w 17830"/>
                      <a:gd name="connsiteY0" fmla="*/ 17831 h 35661"/>
                      <a:gd name="connsiteX1" fmla="*/ 17831 w 17830"/>
                      <a:gd name="connsiteY1" fmla="*/ 0 h 35661"/>
                      <a:gd name="connsiteX2" fmla="*/ 0 w 17830"/>
                      <a:gd name="connsiteY2" fmla="*/ 17831 h 35661"/>
                      <a:gd name="connsiteX3" fmla="*/ 17831 w 17830"/>
                      <a:gd name="connsiteY3" fmla="*/ 35662 h 35661"/>
                      <a:gd name="connsiteX4" fmla="*/ 7352 w 17830"/>
                      <a:gd name="connsiteY4" fmla="*/ 17831 h 356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830" h="35661">
                        <a:moveTo>
                          <a:pt x="7352" y="17831"/>
                        </a:moveTo>
                        <a:cubicBezTo>
                          <a:pt x="7352" y="8010"/>
                          <a:pt x="12015" y="0"/>
                          <a:pt x="17831" y="0"/>
                        </a:cubicBezTo>
                        <a:cubicBezTo>
                          <a:pt x="8010" y="0"/>
                          <a:pt x="0" y="7955"/>
                          <a:pt x="0" y="17831"/>
                        </a:cubicBezTo>
                        <a:cubicBezTo>
                          <a:pt x="0" y="27651"/>
                          <a:pt x="7955" y="35662"/>
                          <a:pt x="17831" y="35662"/>
                        </a:cubicBezTo>
                        <a:cubicBezTo>
                          <a:pt x="12070" y="35662"/>
                          <a:pt x="7352" y="27706"/>
                          <a:pt x="7352" y="17831"/>
                        </a:cubicBezTo>
                        <a:close/>
                      </a:path>
                    </a:pathLst>
                  </a:custGeom>
                  <a:solidFill>
                    <a:srgbClr val="952584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86" name="Freeform: Shape 185">
                    <a:extLst>
                      <a:ext uri="{FF2B5EF4-FFF2-40B4-BE49-F238E27FC236}">
                        <a16:creationId xmlns:a16="http://schemas.microsoft.com/office/drawing/2014/main" id="{FD6C28D0-E3A9-6CF3-7261-22AAE09CAAEA}"/>
                      </a:ext>
                    </a:extLst>
                  </p:cNvPr>
                  <p:cNvSpPr/>
                  <p:nvPr/>
                </p:nvSpPr>
                <p:spPr>
                  <a:xfrm>
                    <a:off x="-1793044" y="5002452"/>
                    <a:ext cx="17830" cy="35661"/>
                  </a:xfrm>
                  <a:custGeom>
                    <a:avLst/>
                    <a:gdLst>
                      <a:gd name="connsiteX0" fmla="*/ 0 w 17830"/>
                      <a:gd name="connsiteY0" fmla="*/ 0 h 35661"/>
                      <a:gd name="connsiteX1" fmla="*/ 10479 w 17830"/>
                      <a:gd name="connsiteY1" fmla="*/ 17831 h 35661"/>
                      <a:gd name="connsiteX2" fmla="*/ 0 w 17830"/>
                      <a:gd name="connsiteY2" fmla="*/ 35662 h 35661"/>
                      <a:gd name="connsiteX3" fmla="*/ 17831 w 17830"/>
                      <a:gd name="connsiteY3" fmla="*/ 17831 h 35661"/>
                      <a:gd name="connsiteX4" fmla="*/ 0 w 17830"/>
                      <a:gd name="connsiteY4" fmla="*/ 0 h 356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830" h="35661">
                        <a:moveTo>
                          <a:pt x="0" y="0"/>
                        </a:moveTo>
                        <a:cubicBezTo>
                          <a:pt x="5761" y="0"/>
                          <a:pt x="10479" y="7955"/>
                          <a:pt x="10479" y="17831"/>
                        </a:cubicBezTo>
                        <a:cubicBezTo>
                          <a:pt x="10479" y="27651"/>
                          <a:pt x="5816" y="35662"/>
                          <a:pt x="0" y="35662"/>
                        </a:cubicBezTo>
                        <a:cubicBezTo>
                          <a:pt x="9821" y="35662"/>
                          <a:pt x="17831" y="27706"/>
                          <a:pt x="17831" y="17831"/>
                        </a:cubicBezTo>
                        <a:cubicBezTo>
                          <a:pt x="17831" y="7955"/>
                          <a:pt x="9821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952584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87" name="Freeform: Shape 186">
                  <a:extLst>
                    <a:ext uri="{FF2B5EF4-FFF2-40B4-BE49-F238E27FC236}">
                      <a16:creationId xmlns:a16="http://schemas.microsoft.com/office/drawing/2014/main" id="{07865FB5-39DF-6FFA-42E6-BC257064D46D}"/>
                    </a:ext>
                  </a:extLst>
                </p:cNvPr>
                <p:cNvSpPr/>
                <p:nvPr/>
              </p:nvSpPr>
              <p:spPr>
                <a:xfrm>
                  <a:off x="-1828431" y="5029665"/>
                  <a:ext cx="70774" cy="77138"/>
                </a:xfrm>
                <a:custGeom>
                  <a:avLst/>
                  <a:gdLst>
                    <a:gd name="connsiteX0" fmla="*/ 58595 w 70774"/>
                    <a:gd name="connsiteY0" fmla="*/ 0 h 77138"/>
                    <a:gd name="connsiteX1" fmla="*/ 35387 w 70774"/>
                    <a:gd name="connsiteY1" fmla="*/ 9327 h 77138"/>
                    <a:gd name="connsiteX2" fmla="*/ 12180 w 70774"/>
                    <a:gd name="connsiteY2" fmla="*/ 0 h 77138"/>
                    <a:gd name="connsiteX3" fmla="*/ 0 w 70774"/>
                    <a:gd name="connsiteY3" fmla="*/ 33193 h 77138"/>
                    <a:gd name="connsiteX4" fmla="*/ 35387 w 70774"/>
                    <a:gd name="connsiteY4" fmla="*/ 77139 h 77138"/>
                    <a:gd name="connsiteX5" fmla="*/ 70775 w 70774"/>
                    <a:gd name="connsiteY5" fmla="*/ 33193 h 77138"/>
                    <a:gd name="connsiteX6" fmla="*/ 58595 w 70774"/>
                    <a:gd name="connsiteY6" fmla="*/ 0 h 771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0774" h="77138">
                      <a:moveTo>
                        <a:pt x="58595" y="0"/>
                      </a:moveTo>
                      <a:cubicBezTo>
                        <a:pt x="52560" y="5761"/>
                        <a:pt x="44385" y="9327"/>
                        <a:pt x="35387" y="9327"/>
                      </a:cubicBezTo>
                      <a:cubicBezTo>
                        <a:pt x="26390" y="9327"/>
                        <a:pt x="18215" y="5761"/>
                        <a:pt x="12180" y="0"/>
                      </a:cubicBezTo>
                      <a:cubicBezTo>
                        <a:pt x="4718" y="8065"/>
                        <a:pt x="0" y="19916"/>
                        <a:pt x="0" y="33193"/>
                      </a:cubicBezTo>
                      <a:cubicBezTo>
                        <a:pt x="0" y="57443"/>
                        <a:pt x="15856" y="77139"/>
                        <a:pt x="35387" y="77139"/>
                      </a:cubicBezTo>
                      <a:cubicBezTo>
                        <a:pt x="54919" y="77139"/>
                        <a:pt x="70775" y="57443"/>
                        <a:pt x="70775" y="33193"/>
                      </a:cubicBezTo>
                      <a:cubicBezTo>
                        <a:pt x="70775" y="19916"/>
                        <a:pt x="66056" y="8010"/>
                        <a:pt x="58595" y="0"/>
                      </a:cubicBezTo>
                      <a:close/>
                    </a:path>
                  </a:pathLst>
                </a:custGeom>
                <a:solidFill>
                  <a:srgbClr val="36A9E1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8" name="Freeform: Shape 187">
                  <a:extLst>
                    <a:ext uri="{FF2B5EF4-FFF2-40B4-BE49-F238E27FC236}">
                      <a16:creationId xmlns:a16="http://schemas.microsoft.com/office/drawing/2014/main" id="{B87D108F-F2D5-C6DC-39DD-6D894F7159E9}"/>
                    </a:ext>
                  </a:extLst>
                </p:cNvPr>
                <p:cNvSpPr/>
                <p:nvPr/>
              </p:nvSpPr>
              <p:spPr>
                <a:xfrm>
                  <a:off x="-1816909" y="5018856"/>
                  <a:ext cx="47731" cy="20135"/>
                </a:xfrm>
                <a:custGeom>
                  <a:avLst/>
                  <a:gdLst>
                    <a:gd name="connsiteX0" fmla="*/ 658 w 47731"/>
                    <a:gd name="connsiteY0" fmla="*/ 10808 h 20135"/>
                    <a:gd name="connsiteX1" fmla="*/ 23866 w 47731"/>
                    <a:gd name="connsiteY1" fmla="*/ 20135 h 20135"/>
                    <a:gd name="connsiteX2" fmla="*/ 47073 w 47731"/>
                    <a:gd name="connsiteY2" fmla="*/ 10808 h 20135"/>
                    <a:gd name="connsiteX3" fmla="*/ 47732 w 47731"/>
                    <a:gd name="connsiteY3" fmla="*/ 11521 h 20135"/>
                    <a:gd name="connsiteX4" fmla="*/ 23866 w 47731"/>
                    <a:gd name="connsiteY4" fmla="*/ 0 h 20135"/>
                    <a:gd name="connsiteX5" fmla="*/ 0 w 47731"/>
                    <a:gd name="connsiteY5" fmla="*/ 11521 h 20135"/>
                    <a:gd name="connsiteX6" fmla="*/ 658 w 47731"/>
                    <a:gd name="connsiteY6" fmla="*/ 10808 h 2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7731" h="20135">
                      <a:moveTo>
                        <a:pt x="658" y="10808"/>
                      </a:moveTo>
                      <a:cubicBezTo>
                        <a:pt x="6693" y="16569"/>
                        <a:pt x="14868" y="20135"/>
                        <a:pt x="23866" y="20135"/>
                      </a:cubicBezTo>
                      <a:cubicBezTo>
                        <a:pt x="32864" y="20135"/>
                        <a:pt x="41038" y="16569"/>
                        <a:pt x="47073" y="10808"/>
                      </a:cubicBezTo>
                      <a:cubicBezTo>
                        <a:pt x="47293" y="11028"/>
                        <a:pt x="47512" y="11302"/>
                        <a:pt x="47732" y="11521"/>
                      </a:cubicBezTo>
                      <a:cubicBezTo>
                        <a:pt x="41422" y="4389"/>
                        <a:pt x="33083" y="0"/>
                        <a:pt x="23866" y="0"/>
                      </a:cubicBezTo>
                      <a:cubicBezTo>
                        <a:pt x="14649" y="0"/>
                        <a:pt x="6309" y="4334"/>
                        <a:pt x="0" y="11521"/>
                      </a:cubicBezTo>
                      <a:cubicBezTo>
                        <a:pt x="219" y="11247"/>
                        <a:pt x="439" y="11028"/>
                        <a:pt x="658" y="1080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189" name="Graphic 122">
                  <a:extLst>
                    <a:ext uri="{FF2B5EF4-FFF2-40B4-BE49-F238E27FC236}">
                      <a16:creationId xmlns:a16="http://schemas.microsoft.com/office/drawing/2014/main" id="{DE51B594-E131-96BB-8134-14108705FA0B}"/>
                    </a:ext>
                  </a:extLst>
                </p:cNvPr>
                <p:cNvGrpSpPr/>
                <p:nvPr/>
              </p:nvGrpSpPr>
              <p:grpSpPr>
                <a:xfrm>
                  <a:off x="-1816909" y="5018856"/>
                  <a:ext cx="47731" cy="17995"/>
                  <a:chOff x="-1816909" y="5018856"/>
                  <a:chExt cx="47731" cy="17995"/>
                </a:xfrm>
                <a:solidFill>
                  <a:srgbClr val="DADADA"/>
                </a:solidFill>
              </p:grpSpPr>
              <p:sp>
                <p:nvSpPr>
                  <p:cNvPr id="190" name="Freeform: Shape 189">
                    <a:extLst>
                      <a:ext uri="{FF2B5EF4-FFF2-40B4-BE49-F238E27FC236}">
                        <a16:creationId xmlns:a16="http://schemas.microsoft.com/office/drawing/2014/main" id="{0617D7B0-9A8B-5E24-09DB-66C016D35D96}"/>
                      </a:ext>
                    </a:extLst>
                  </p:cNvPr>
                  <p:cNvSpPr/>
                  <p:nvPr/>
                </p:nvSpPr>
                <p:spPr>
                  <a:xfrm>
                    <a:off x="-1769781" y="5029665"/>
                    <a:ext cx="603" cy="713"/>
                  </a:xfrm>
                  <a:custGeom>
                    <a:avLst/>
                    <a:gdLst>
                      <a:gd name="connsiteX0" fmla="*/ 0 w 603"/>
                      <a:gd name="connsiteY0" fmla="*/ 0 h 713"/>
                      <a:gd name="connsiteX1" fmla="*/ 603 w 603"/>
                      <a:gd name="connsiteY1" fmla="*/ 713 h 713"/>
                      <a:gd name="connsiteX2" fmla="*/ 0 w 603"/>
                      <a:gd name="connsiteY2" fmla="*/ 0 h 7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03" h="713">
                        <a:moveTo>
                          <a:pt x="0" y="0"/>
                        </a:moveTo>
                        <a:cubicBezTo>
                          <a:pt x="219" y="219"/>
                          <a:pt x="439" y="439"/>
                          <a:pt x="603" y="713"/>
                        </a:cubicBezTo>
                        <a:cubicBezTo>
                          <a:pt x="384" y="494"/>
                          <a:pt x="165" y="274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DADADA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1" name="Freeform: Shape 190">
                    <a:extLst>
                      <a:ext uri="{FF2B5EF4-FFF2-40B4-BE49-F238E27FC236}">
                        <a16:creationId xmlns:a16="http://schemas.microsoft.com/office/drawing/2014/main" id="{59A4FF14-F839-51C5-8C89-1A783DB86FA2}"/>
                      </a:ext>
                    </a:extLst>
                  </p:cNvPr>
                  <p:cNvSpPr/>
                  <p:nvPr/>
                </p:nvSpPr>
                <p:spPr>
                  <a:xfrm>
                    <a:off x="-1769836" y="5029665"/>
                    <a:ext cx="548" cy="548"/>
                  </a:xfrm>
                  <a:custGeom>
                    <a:avLst/>
                    <a:gdLst>
                      <a:gd name="connsiteX0" fmla="*/ 0 w 548"/>
                      <a:gd name="connsiteY0" fmla="*/ 0 h 548"/>
                      <a:gd name="connsiteX1" fmla="*/ 0 w 548"/>
                      <a:gd name="connsiteY1" fmla="*/ 0 h 548"/>
                      <a:gd name="connsiteX2" fmla="*/ 0 w 548"/>
                      <a:gd name="connsiteY2" fmla="*/ 0 h 548"/>
                      <a:gd name="connsiteX3" fmla="*/ 0 w 548"/>
                      <a:gd name="connsiteY3" fmla="*/ 0 h 5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48" h="548"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DADADA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2" name="Freeform: Shape 191">
                    <a:extLst>
                      <a:ext uri="{FF2B5EF4-FFF2-40B4-BE49-F238E27FC236}">
                        <a16:creationId xmlns:a16="http://schemas.microsoft.com/office/drawing/2014/main" id="{470B7D21-21E7-20B4-B035-FCB79C9DB18D}"/>
                      </a:ext>
                    </a:extLst>
                  </p:cNvPr>
                  <p:cNvSpPr/>
                  <p:nvPr/>
                </p:nvSpPr>
                <p:spPr>
                  <a:xfrm>
                    <a:off x="-1816251" y="5029665"/>
                    <a:ext cx="548" cy="548"/>
                  </a:xfrm>
                  <a:custGeom>
                    <a:avLst/>
                    <a:gdLst>
                      <a:gd name="connsiteX0" fmla="*/ 0 w 548"/>
                      <a:gd name="connsiteY0" fmla="*/ 0 h 548"/>
                      <a:gd name="connsiteX1" fmla="*/ 0 w 548"/>
                      <a:gd name="connsiteY1" fmla="*/ 0 h 548"/>
                      <a:gd name="connsiteX2" fmla="*/ 0 w 548"/>
                      <a:gd name="connsiteY2" fmla="*/ 0 h 548"/>
                      <a:gd name="connsiteX3" fmla="*/ 0 w 548"/>
                      <a:gd name="connsiteY3" fmla="*/ 0 h 5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48" h="548"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DADADA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3" name="Freeform: Shape 192">
                    <a:extLst>
                      <a:ext uri="{FF2B5EF4-FFF2-40B4-BE49-F238E27FC236}">
                        <a16:creationId xmlns:a16="http://schemas.microsoft.com/office/drawing/2014/main" id="{5828A2D3-F38F-5A51-3783-DEB7E2AB03CB}"/>
                      </a:ext>
                    </a:extLst>
                  </p:cNvPr>
                  <p:cNvSpPr/>
                  <p:nvPr/>
                </p:nvSpPr>
                <p:spPr>
                  <a:xfrm>
                    <a:off x="-1816909" y="5029665"/>
                    <a:ext cx="603" cy="713"/>
                  </a:xfrm>
                  <a:custGeom>
                    <a:avLst/>
                    <a:gdLst>
                      <a:gd name="connsiteX0" fmla="*/ 604 w 603"/>
                      <a:gd name="connsiteY0" fmla="*/ 0 h 713"/>
                      <a:gd name="connsiteX1" fmla="*/ 0 w 603"/>
                      <a:gd name="connsiteY1" fmla="*/ 713 h 713"/>
                      <a:gd name="connsiteX2" fmla="*/ 604 w 603"/>
                      <a:gd name="connsiteY2" fmla="*/ 0 h 7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03" h="713">
                        <a:moveTo>
                          <a:pt x="604" y="0"/>
                        </a:moveTo>
                        <a:cubicBezTo>
                          <a:pt x="384" y="219"/>
                          <a:pt x="165" y="439"/>
                          <a:pt x="0" y="713"/>
                        </a:cubicBezTo>
                        <a:cubicBezTo>
                          <a:pt x="219" y="494"/>
                          <a:pt x="439" y="274"/>
                          <a:pt x="604" y="0"/>
                        </a:cubicBezTo>
                        <a:close/>
                      </a:path>
                    </a:pathLst>
                  </a:custGeom>
                  <a:solidFill>
                    <a:srgbClr val="DADADA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4" name="Freeform: Shape 193">
                    <a:extLst>
                      <a:ext uri="{FF2B5EF4-FFF2-40B4-BE49-F238E27FC236}">
                        <a16:creationId xmlns:a16="http://schemas.microsoft.com/office/drawing/2014/main" id="{64D729CA-7CAB-25A0-BD0C-74326F45C1E2}"/>
                      </a:ext>
                    </a:extLst>
                  </p:cNvPr>
                  <p:cNvSpPr/>
                  <p:nvPr/>
                </p:nvSpPr>
                <p:spPr>
                  <a:xfrm>
                    <a:off x="-1816251" y="5018856"/>
                    <a:ext cx="23207" cy="17940"/>
                  </a:xfrm>
                  <a:custGeom>
                    <a:avLst/>
                    <a:gdLst>
                      <a:gd name="connsiteX0" fmla="*/ 23207 w 23207"/>
                      <a:gd name="connsiteY0" fmla="*/ 0 h 17940"/>
                      <a:gd name="connsiteX1" fmla="*/ 0 w 23207"/>
                      <a:gd name="connsiteY1" fmla="*/ 10753 h 17940"/>
                      <a:gd name="connsiteX2" fmla="*/ 11412 w 23207"/>
                      <a:gd name="connsiteY2" fmla="*/ 17941 h 17940"/>
                      <a:gd name="connsiteX3" fmla="*/ 23207 w 23207"/>
                      <a:gd name="connsiteY3" fmla="*/ 0 h 179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3207" h="17940">
                        <a:moveTo>
                          <a:pt x="23207" y="0"/>
                        </a:moveTo>
                        <a:cubicBezTo>
                          <a:pt x="14319" y="0"/>
                          <a:pt x="6200" y="4060"/>
                          <a:pt x="0" y="10753"/>
                        </a:cubicBezTo>
                        <a:cubicBezTo>
                          <a:pt x="3237" y="13881"/>
                          <a:pt x="7132" y="16349"/>
                          <a:pt x="11412" y="17941"/>
                        </a:cubicBezTo>
                        <a:cubicBezTo>
                          <a:pt x="14649" y="6748"/>
                          <a:pt x="18763" y="0"/>
                          <a:pt x="23207" y="0"/>
                        </a:cubicBezTo>
                        <a:close/>
                      </a:path>
                    </a:pathLst>
                  </a:custGeom>
                  <a:solidFill>
                    <a:srgbClr val="DADADA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5" name="Freeform: Shape 194">
                    <a:extLst>
                      <a:ext uri="{FF2B5EF4-FFF2-40B4-BE49-F238E27FC236}">
                        <a16:creationId xmlns:a16="http://schemas.microsoft.com/office/drawing/2014/main" id="{4F99F736-1CB9-4041-6CB4-D9C4D85928FC}"/>
                      </a:ext>
                    </a:extLst>
                  </p:cNvPr>
                  <p:cNvSpPr/>
                  <p:nvPr/>
                </p:nvSpPr>
                <p:spPr>
                  <a:xfrm>
                    <a:off x="-1793098" y="5018911"/>
                    <a:ext cx="23207" cy="17940"/>
                  </a:xfrm>
                  <a:custGeom>
                    <a:avLst/>
                    <a:gdLst>
                      <a:gd name="connsiteX0" fmla="*/ 11796 w 23207"/>
                      <a:gd name="connsiteY0" fmla="*/ 17941 h 17940"/>
                      <a:gd name="connsiteX1" fmla="*/ 23207 w 23207"/>
                      <a:gd name="connsiteY1" fmla="*/ 10754 h 17940"/>
                      <a:gd name="connsiteX2" fmla="*/ 0 w 23207"/>
                      <a:gd name="connsiteY2" fmla="*/ 0 h 17940"/>
                      <a:gd name="connsiteX3" fmla="*/ 11796 w 23207"/>
                      <a:gd name="connsiteY3" fmla="*/ 17941 h 179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3207" h="17940">
                        <a:moveTo>
                          <a:pt x="11796" y="17941"/>
                        </a:moveTo>
                        <a:cubicBezTo>
                          <a:pt x="16075" y="16350"/>
                          <a:pt x="19970" y="13881"/>
                          <a:pt x="23207" y="10754"/>
                        </a:cubicBezTo>
                        <a:cubicBezTo>
                          <a:pt x="17008" y="4060"/>
                          <a:pt x="8888" y="0"/>
                          <a:pt x="0" y="0"/>
                        </a:cubicBezTo>
                        <a:cubicBezTo>
                          <a:pt x="4499" y="-55"/>
                          <a:pt x="8614" y="6694"/>
                          <a:pt x="11796" y="17941"/>
                        </a:cubicBezTo>
                        <a:close/>
                      </a:path>
                    </a:pathLst>
                  </a:custGeom>
                  <a:solidFill>
                    <a:srgbClr val="DADADA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96" name="Graphic 122">
                  <a:extLst>
                    <a:ext uri="{FF2B5EF4-FFF2-40B4-BE49-F238E27FC236}">
                      <a16:creationId xmlns:a16="http://schemas.microsoft.com/office/drawing/2014/main" id="{78AA11AF-D58D-5025-E550-E2EF8CC4AE28}"/>
                    </a:ext>
                  </a:extLst>
                </p:cNvPr>
                <p:cNvGrpSpPr/>
                <p:nvPr/>
              </p:nvGrpSpPr>
              <p:grpSpPr>
                <a:xfrm>
                  <a:off x="-1828431" y="5029610"/>
                  <a:ext cx="70774" cy="77193"/>
                  <a:chOff x="-1828431" y="5029610"/>
                  <a:chExt cx="70774" cy="77193"/>
                </a:xfrm>
                <a:solidFill>
                  <a:srgbClr val="0091C5"/>
                </a:solidFill>
              </p:grpSpPr>
              <p:sp>
                <p:nvSpPr>
                  <p:cNvPr id="197" name="Freeform: Shape 196">
                    <a:extLst>
                      <a:ext uri="{FF2B5EF4-FFF2-40B4-BE49-F238E27FC236}">
                        <a16:creationId xmlns:a16="http://schemas.microsoft.com/office/drawing/2014/main" id="{268FEE2E-2CEC-1C91-DB5A-38560265A2DF}"/>
                      </a:ext>
                    </a:extLst>
                  </p:cNvPr>
                  <p:cNvSpPr/>
                  <p:nvPr/>
                </p:nvSpPr>
                <p:spPr>
                  <a:xfrm>
                    <a:off x="-1828431" y="5029610"/>
                    <a:ext cx="35387" cy="77138"/>
                  </a:xfrm>
                  <a:custGeom>
                    <a:avLst/>
                    <a:gdLst>
                      <a:gd name="connsiteX0" fmla="*/ 7516 w 35387"/>
                      <a:gd name="connsiteY0" fmla="*/ 33193 h 77138"/>
                      <a:gd name="connsiteX1" fmla="*/ 15307 w 35387"/>
                      <a:gd name="connsiteY1" fmla="*/ 2688 h 77138"/>
                      <a:gd name="connsiteX2" fmla="*/ 12180 w 35387"/>
                      <a:gd name="connsiteY2" fmla="*/ 0 h 77138"/>
                      <a:gd name="connsiteX3" fmla="*/ 0 w 35387"/>
                      <a:gd name="connsiteY3" fmla="*/ 33193 h 77138"/>
                      <a:gd name="connsiteX4" fmla="*/ 35387 w 35387"/>
                      <a:gd name="connsiteY4" fmla="*/ 77139 h 77138"/>
                      <a:gd name="connsiteX5" fmla="*/ 7516 w 35387"/>
                      <a:gd name="connsiteY5" fmla="*/ 33193 h 771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5387" h="77138">
                        <a:moveTo>
                          <a:pt x="7516" y="33193"/>
                        </a:moveTo>
                        <a:cubicBezTo>
                          <a:pt x="7516" y="21342"/>
                          <a:pt x="10479" y="10589"/>
                          <a:pt x="15307" y="2688"/>
                        </a:cubicBezTo>
                        <a:cubicBezTo>
                          <a:pt x="14210" y="1865"/>
                          <a:pt x="13167" y="988"/>
                          <a:pt x="12180" y="0"/>
                        </a:cubicBezTo>
                        <a:cubicBezTo>
                          <a:pt x="4718" y="8065"/>
                          <a:pt x="0" y="19916"/>
                          <a:pt x="0" y="33193"/>
                        </a:cubicBezTo>
                        <a:cubicBezTo>
                          <a:pt x="0" y="57443"/>
                          <a:pt x="15856" y="77139"/>
                          <a:pt x="35387" y="77139"/>
                        </a:cubicBezTo>
                        <a:cubicBezTo>
                          <a:pt x="19970" y="77139"/>
                          <a:pt x="7516" y="57443"/>
                          <a:pt x="7516" y="33193"/>
                        </a:cubicBezTo>
                        <a:close/>
                      </a:path>
                    </a:pathLst>
                  </a:custGeom>
                  <a:solidFill>
                    <a:srgbClr val="0091C5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8" name="Freeform: Shape 197">
                    <a:extLst>
                      <a:ext uri="{FF2B5EF4-FFF2-40B4-BE49-F238E27FC236}">
                        <a16:creationId xmlns:a16="http://schemas.microsoft.com/office/drawing/2014/main" id="{F86C1DFF-4966-89B3-695C-63FFCDDB9C0D}"/>
                      </a:ext>
                    </a:extLst>
                  </p:cNvPr>
                  <p:cNvSpPr/>
                  <p:nvPr/>
                </p:nvSpPr>
                <p:spPr>
                  <a:xfrm>
                    <a:off x="-1793044" y="5029665"/>
                    <a:ext cx="35387" cy="77138"/>
                  </a:xfrm>
                  <a:custGeom>
                    <a:avLst/>
                    <a:gdLst>
                      <a:gd name="connsiteX0" fmla="*/ 23207 w 35387"/>
                      <a:gd name="connsiteY0" fmla="*/ 0 h 77138"/>
                      <a:gd name="connsiteX1" fmla="*/ 20080 w 35387"/>
                      <a:gd name="connsiteY1" fmla="*/ 2688 h 77138"/>
                      <a:gd name="connsiteX2" fmla="*/ 27871 w 35387"/>
                      <a:gd name="connsiteY2" fmla="*/ 33193 h 77138"/>
                      <a:gd name="connsiteX3" fmla="*/ 0 w 35387"/>
                      <a:gd name="connsiteY3" fmla="*/ 77139 h 77138"/>
                      <a:gd name="connsiteX4" fmla="*/ 35387 w 35387"/>
                      <a:gd name="connsiteY4" fmla="*/ 33193 h 77138"/>
                      <a:gd name="connsiteX5" fmla="*/ 23207 w 35387"/>
                      <a:gd name="connsiteY5" fmla="*/ 0 h 771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5387" h="77138">
                        <a:moveTo>
                          <a:pt x="23207" y="0"/>
                        </a:moveTo>
                        <a:cubicBezTo>
                          <a:pt x="22220" y="933"/>
                          <a:pt x="21177" y="1865"/>
                          <a:pt x="20080" y="2688"/>
                        </a:cubicBezTo>
                        <a:cubicBezTo>
                          <a:pt x="24908" y="10589"/>
                          <a:pt x="27871" y="21342"/>
                          <a:pt x="27871" y="33193"/>
                        </a:cubicBezTo>
                        <a:cubicBezTo>
                          <a:pt x="27871" y="57443"/>
                          <a:pt x="15417" y="77139"/>
                          <a:pt x="0" y="77139"/>
                        </a:cubicBezTo>
                        <a:cubicBezTo>
                          <a:pt x="19532" y="77139"/>
                          <a:pt x="35387" y="57443"/>
                          <a:pt x="35387" y="33193"/>
                        </a:cubicBezTo>
                        <a:cubicBezTo>
                          <a:pt x="35387" y="19916"/>
                          <a:pt x="30669" y="8010"/>
                          <a:pt x="23207" y="0"/>
                        </a:cubicBezTo>
                        <a:close/>
                      </a:path>
                    </a:pathLst>
                  </a:custGeom>
                  <a:solidFill>
                    <a:srgbClr val="0091C5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99" name="Freeform: Shape 198">
                  <a:extLst>
                    <a:ext uri="{FF2B5EF4-FFF2-40B4-BE49-F238E27FC236}">
                      <a16:creationId xmlns:a16="http://schemas.microsoft.com/office/drawing/2014/main" id="{F0F362F6-9183-1E67-9A27-0951C237F071}"/>
                    </a:ext>
                  </a:extLst>
                </p:cNvPr>
                <p:cNvSpPr/>
                <p:nvPr/>
              </p:nvSpPr>
              <p:spPr>
                <a:xfrm>
                  <a:off x="-1797872" y="5034109"/>
                  <a:ext cx="9656" cy="72639"/>
                </a:xfrm>
                <a:custGeom>
                  <a:avLst/>
                  <a:gdLst>
                    <a:gd name="connsiteX0" fmla="*/ 0 w 9656"/>
                    <a:gd name="connsiteY0" fmla="*/ 72256 h 72639"/>
                    <a:gd name="connsiteX1" fmla="*/ 4828 w 9656"/>
                    <a:gd name="connsiteY1" fmla="*/ 72640 h 72639"/>
                    <a:gd name="connsiteX2" fmla="*/ 9656 w 9656"/>
                    <a:gd name="connsiteY2" fmla="*/ 72256 h 72639"/>
                    <a:gd name="connsiteX3" fmla="*/ 9656 w 9656"/>
                    <a:gd name="connsiteY3" fmla="*/ 0 h 72639"/>
                    <a:gd name="connsiteX4" fmla="*/ 4828 w 9656"/>
                    <a:gd name="connsiteY4" fmla="*/ 329 h 72639"/>
                    <a:gd name="connsiteX5" fmla="*/ 0 w 9656"/>
                    <a:gd name="connsiteY5" fmla="*/ 0 h 72639"/>
                    <a:gd name="connsiteX6" fmla="*/ 0 w 9656"/>
                    <a:gd name="connsiteY6" fmla="*/ 72256 h 726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656" h="72639">
                      <a:moveTo>
                        <a:pt x="0" y="72256"/>
                      </a:moveTo>
                      <a:cubicBezTo>
                        <a:pt x="1591" y="72530"/>
                        <a:pt x="3182" y="72640"/>
                        <a:pt x="4828" y="72640"/>
                      </a:cubicBezTo>
                      <a:cubicBezTo>
                        <a:pt x="6474" y="72640"/>
                        <a:pt x="8065" y="72475"/>
                        <a:pt x="9656" y="72256"/>
                      </a:cubicBezTo>
                      <a:lnTo>
                        <a:pt x="9656" y="0"/>
                      </a:lnTo>
                      <a:cubicBezTo>
                        <a:pt x="8065" y="219"/>
                        <a:pt x="6474" y="329"/>
                        <a:pt x="4828" y="329"/>
                      </a:cubicBezTo>
                      <a:cubicBezTo>
                        <a:pt x="3182" y="329"/>
                        <a:pt x="1591" y="219"/>
                        <a:pt x="0" y="0"/>
                      </a:cubicBezTo>
                      <a:lnTo>
                        <a:pt x="0" y="7225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0" name="Freeform: Shape 199">
                  <a:extLst>
                    <a:ext uri="{FF2B5EF4-FFF2-40B4-BE49-F238E27FC236}">
                      <a16:creationId xmlns:a16="http://schemas.microsoft.com/office/drawing/2014/main" id="{42A9A34B-1D42-E6F2-A6E9-73A97CF919C5}"/>
                    </a:ext>
                  </a:extLst>
                </p:cNvPr>
                <p:cNvSpPr/>
                <p:nvPr/>
              </p:nvSpPr>
              <p:spPr>
                <a:xfrm>
                  <a:off x="-1816032" y="4995100"/>
                  <a:ext cx="45982" cy="18434"/>
                </a:xfrm>
                <a:custGeom>
                  <a:avLst/>
                  <a:gdLst>
                    <a:gd name="connsiteX0" fmla="*/ 44659 w 45982"/>
                    <a:gd name="connsiteY0" fmla="*/ 7736 h 18434"/>
                    <a:gd name="connsiteX1" fmla="*/ 35278 w 45982"/>
                    <a:gd name="connsiteY1" fmla="*/ 17118 h 18434"/>
                    <a:gd name="connsiteX2" fmla="*/ 32095 w 45982"/>
                    <a:gd name="connsiteY2" fmla="*/ 18434 h 18434"/>
                    <a:gd name="connsiteX3" fmla="*/ 28913 w 45982"/>
                    <a:gd name="connsiteY3" fmla="*/ 17118 h 18434"/>
                    <a:gd name="connsiteX4" fmla="*/ 28913 w 45982"/>
                    <a:gd name="connsiteY4" fmla="*/ 10698 h 18434"/>
                    <a:gd name="connsiteX5" fmla="*/ 38295 w 45982"/>
                    <a:gd name="connsiteY5" fmla="*/ 1317 h 18434"/>
                    <a:gd name="connsiteX6" fmla="*/ 44714 w 45982"/>
                    <a:gd name="connsiteY6" fmla="*/ 1317 h 18434"/>
                    <a:gd name="connsiteX7" fmla="*/ 44659 w 45982"/>
                    <a:gd name="connsiteY7" fmla="*/ 7736 h 18434"/>
                    <a:gd name="connsiteX8" fmla="*/ 7736 w 45982"/>
                    <a:gd name="connsiteY8" fmla="*/ 1317 h 18434"/>
                    <a:gd name="connsiteX9" fmla="*/ 1317 w 45982"/>
                    <a:gd name="connsiteY9" fmla="*/ 1317 h 18434"/>
                    <a:gd name="connsiteX10" fmla="*/ 1317 w 45982"/>
                    <a:gd name="connsiteY10" fmla="*/ 7736 h 18434"/>
                    <a:gd name="connsiteX11" fmla="*/ 10698 w 45982"/>
                    <a:gd name="connsiteY11" fmla="*/ 17118 h 18434"/>
                    <a:gd name="connsiteX12" fmla="*/ 13881 w 45982"/>
                    <a:gd name="connsiteY12" fmla="*/ 18434 h 18434"/>
                    <a:gd name="connsiteX13" fmla="*/ 17063 w 45982"/>
                    <a:gd name="connsiteY13" fmla="*/ 17118 h 18434"/>
                    <a:gd name="connsiteX14" fmla="*/ 17063 w 45982"/>
                    <a:gd name="connsiteY14" fmla="*/ 10698 h 18434"/>
                    <a:gd name="connsiteX15" fmla="*/ 7736 w 45982"/>
                    <a:gd name="connsiteY15" fmla="*/ 1317 h 184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5982" h="18434">
                      <a:moveTo>
                        <a:pt x="44659" y="7736"/>
                      </a:moveTo>
                      <a:lnTo>
                        <a:pt x="35278" y="17118"/>
                      </a:lnTo>
                      <a:cubicBezTo>
                        <a:pt x="34400" y="17995"/>
                        <a:pt x="33248" y="18434"/>
                        <a:pt x="32095" y="18434"/>
                      </a:cubicBezTo>
                      <a:cubicBezTo>
                        <a:pt x="30943" y="18434"/>
                        <a:pt x="29791" y="17995"/>
                        <a:pt x="28913" y="17118"/>
                      </a:cubicBezTo>
                      <a:cubicBezTo>
                        <a:pt x="27158" y="15362"/>
                        <a:pt x="27158" y="12509"/>
                        <a:pt x="28913" y="10698"/>
                      </a:cubicBezTo>
                      <a:lnTo>
                        <a:pt x="38295" y="1317"/>
                      </a:lnTo>
                      <a:cubicBezTo>
                        <a:pt x="40051" y="-439"/>
                        <a:pt x="42904" y="-439"/>
                        <a:pt x="44714" y="1317"/>
                      </a:cubicBezTo>
                      <a:cubicBezTo>
                        <a:pt x="46415" y="3072"/>
                        <a:pt x="46415" y="5980"/>
                        <a:pt x="44659" y="7736"/>
                      </a:cubicBezTo>
                      <a:close/>
                      <a:moveTo>
                        <a:pt x="7736" y="1317"/>
                      </a:moveTo>
                      <a:cubicBezTo>
                        <a:pt x="5980" y="-439"/>
                        <a:pt x="3127" y="-439"/>
                        <a:pt x="1317" y="1317"/>
                      </a:cubicBezTo>
                      <a:cubicBezTo>
                        <a:pt x="-439" y="3072"/>
                        <a:pt x="-439" y="5925"/>
                        <a:pt x="1317" y="7736"/>
                      </a:cubicBezTo>
                      <a:lnTo>
                        <a:pt x="10698" y="17118"/>
                      </a:lnTo>
                      <a:cubicBezTo>
                        <a:pt x="11576" y="17995"/>
                        <a:pt x="12728" y="18434"/>
                        <a:pt x="13881" y="18434"/>
                      </a:cubicBezTo>
                      <a:cubicBezTo>
                        <a:pt x="15033" y="18434"/>
                        <a:pt x="16185" y="17995"/>
                        <a:pt x="17063" y="17118"/>
                      </a:cubicBezTo>
                      <a:cubicBezTo>
                        <a:pt x="18818" y="15362"/>
                        <a:pt x="18818" y="12509"/>
                        <a:pt x="17063" y="10698"/>
                      </a:cubicBezTo>
                      <a:lnTo>
                        <a:pt x="7736" y="1317"/>
                      </a:lnTo>
                      <a:close/>
                    </a:path>
                  </a:pathLst>
                </a:custGeom>
                <a:solidFill>
                  <a:srgbClr val="2C3088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201" name="Graphic 122">
                  <a:extLst>
                    <a:ext uri="{FF2B5EF4-FFF2-40B4-BE49-F238E27FC236}">
                      <a16:creationId xmlns:a16="http://schemas.microsoft.com/office/drawing/2014/main" id="{AA454312-BECC-E7E2-15CF-9F2251B9E26A}"/>
                    </a:ext>
                  </a:extLst>
                </p:cNvPr>
                <p:cNvGrpSpPr/>
                <p:nvPr/>
              </p:nvGrpSpPr>
              <p:grpSpPr>
                <a:xfrm>
                  <a:off x="-1816042" y="4995045"/>
                  <a:ext cx="46052" cy="16130"/>
                  <a:chOff x="-1816042" y="4995045"/>
                  <a:chExt cx="46052" cy="16130"/>
                </a:xfrm>
                <a:solidFill>
                  <a:srgbClr val="413E91"/>
                </a:solidFill>
              </p:grpSpPr>
              <p:sp>
                <p:nvSpPr>
                  <p:cNvPr id="202" name="Freeform: Shape 201">
                    <a:extLst>
                      <a:ext uri="{FF2B5EF4-FFF2-40B4-BE49-F238E27FC236}">
                        <a16:creationId xmlns:a16="http://schemas.microsoft.com/office/drawing/2014/main" id="{400EFE4C-3A1A-9EF2-43A5-93CD6DFF2AD3}"/>
                      </a:ext>
                    </a:extLst>
                  </p:cNvPr>
                  <p:cNvSpPr/>
                  <p:nvPr/>
                </p:nvSpPr>
                <p:spPr>
                  <a:xfrm>
                    <a:off x="-1816042" y="4995100"/>
                    <a:ext cx="18455" cy="16075"/>
                  </a:xfrm>
                  <a:custGeom>
                    <a:avLst/>
                    <a:gdLst>
                      <a:gd name="connsiteX0" fmla="*/ 7746 w 18455"/>
                      <a:gd name="connsiteY0" fmla="*/ 1317 h 16075"/>
                      <a:gd name="connsiteX1" fmla="*/ 1327 w 18455"/>
                      <a:gd name="connsiteY1" fmla="*/ 1317 h 16075"/>
                      <a:gd name="connsiteX2" fmla="*/ 559 w 18455"/>
                      <a:gd name="connsiteY2" fmla="*/ 6693 h 16075"/>
                      <a:gd name="connsiteX3" fmla="*/ 1327 w 18455"/>
                      <a:gd name="connsiteY3" fmla="*/ 5706 h 16075"/>
                      <a:gd name="connsiteX4" fmla="*/ 7746 w 18455"/>
                      <a:gd name="connsiteY4" fmla="*/ 5706 h 16075"/>
                      <a:gd name="connsiteX5" fmla="*/ 17128 w 18455"/>
                      <a:gd name="connsiteY5" fmla="*/ 15088 h 16075"/>
                      <a:gd name="connsiteX6" fmla="*/ 17896 w 18455"/>
                      <a:gd name="connsiteY6" fmla="*/ 16075 h 16075"/>
                      <a:gd name="connsiteX7" fmla="*/ 17128 w 18455"/>
                      <a:gd name="connsiteY7" fmla="*/ 10698 h 16075"/>
                      <a:gd name="connsiteX8" fmla="*/ 7746 w 18455"/>
                      <a:gd name="connsiteY8" fmla="*/ 1317 h 160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8455" h="16075">
                        <a:moveTo>
                          <a:pt x="7746" y="1317"/>
                        </a:moveTo>
                        <a:cubicBezTo>
                          <a:pt x="5991" y="-439"/>
                          <a:pt x="3138" y="-439"/>
                          <a:pt x="1327" y="1317"/>
                        </a:cubicBezTo>
                        <a:cubicBezTo>
                          <a:pt x="-154" y="2798"/>
                          <a:pt x="-373" y="4993"/>
                          <a:pt x="559" y="6693"/>
                        </a:cubicBezTo>
                        <a:cubicBezTo>
                          <a:pt x="779" y="6309"/>
                          <a:pt x="998" y="5980"/>
                          <a:pt x="1327" y="5706"/>
                        </a:cubicBezTo>
                        <a:cubicBezTo>
                          <a:pt x="3083" y="3950"/>
                          <a:pt x="5936" y="3950"/>
                          <a:pt x="7746" y="5706"/>
                        </a:cubicBezTo>
                        <a:lnTo>
                          <a:pt x="17128" y="15088"/>
                        </a:lnTo>
                        <a:cubicBezTo>
                          <a:pt x="17457" y="15417"/>
                          <a:pt x="17677" y="15746"/>
                          <a:pt x="17896" y="16075"/>
                        </a:cubicBezTo>
                        <a:cubicBezTo>
                          <a:pt x="18829" y="14374"/>
                          <a:pt x="18609" y="12125"/>
                          <a:pt x="17128" y="10698"/>
                        </a:cubicBezTo>
                        <a:lnTo>
                          <a:pt x="7746" y="1317"/>
                        </a:lnTo>
                        <a:close/>
                      </a:path>
                    </a:pathLst>
                  </a:custGeom>
                  <a:solidFill>
                    <a:srgbClr val="413E91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03" name="Freeform: Shape 202">
                    <a:extLst>
                      <a:ext uri="{FF2B5EF4-FFF2-40B4-BE49-F238E27FC236}">
                        <a16:creationId xmlns:a16="http://schemas.microsoft.com/office/drawing/2014/main" id="{1A35E0AB-F8B2-5AC5-84D8-8B4C7D6D2311}"/>
                      </a:ext>
                    </a:extLst>
                  </p:cNvPr>
                  <p:cNvSpPr/>
                  <p:nvPr/>
                </p:nvSpPr>
                <p:spPr>
                  <a:xfrm>
                    <a:off x="-1788445" y="4995045"/>
                    <a:ext cx="18455" cy="16075"/>
                  </a:xfrm>
                  <a:custGeom>
                    <a:avLst/>
                    <a:gdLst>
                      <a:gd name="connsiteX0" fmla="*/ 1327 w 18455"/>
                      <a:gd name="connsiteY0" fmla="*/ 15088 h 16075"/>
                      <a:gd name="connsiteX1" fmla="*/ 10709 w 18455"/>
                      <a:gd name="connsiteY1" fmla="*/ 5706 h 16075"/>
                      <a:gd name="connsiteX2" fmla="*/ 17128 w 18455"/>
                      <a:gd name="connsiteY2" fmla="*/ 5706 h 16075"/>
                      <a:gd name="connsiteX3" fmla="*/ 17896 w 18455"/>
                      <a:gd name="connsiteY3" fmla="*/ 6693 h 16075"/>
                      <a:gd name="connsiteX4" fmla="*/ 17128 w 18455"/>
                      <a:gd name="connsiteY4" fmla="*/ 1317 h 16075"/>
                      <a:gd name="connsiteX5" fmla="*/ 10709 w 18455"/>
                      <a:gd name="connsiteY5" fmla="*/ 1317 h 16075"/>
                      <a:gd name="connsiteX6" fmla="*/ 1327 w 18455"/>
                      <a:gd name="connsiteY6" fmla="*/ 10698 h 16075"/>
                      <a:gd name="connsiteX7" fmla="*/ 559 w 18455"/>
                      <a:gd name="connsiteY7" fmla="*/ 16075 h 16075"/>
                      <a:gd name="connsiteX8" fmla="*/ 1327 w 18455"/>
                      <a:gd name="connsiteY8" fmla="*/ 15088 h 160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8455" h="16075">
                        <a:moveTo>
                          <a:pt x="1327" y="15088"/>
                        </a:moveTo>
                        <a:lnTo>
                          <a:pt x="10709" y="5706"/>
                        </a:lnTo>
                        <a:cubicBezTo>
                          <a:pt x="12465" y="3950"/>
                          <a:pt x="15318" y="3950"/>
                          <a:pt x="17128" y="5706"/>
                        </a:cubicBezTo>
                        <a:cubicBezTo>
                          <a:pt x="17457" y="6035"/>
                          <a:pt x="17677" y="6364"/>
                          <a:pt x="17896" y="6693"/>
                        </a:cubicBezTo>
                        <a:cubicBezTo>
                          <a:pt x="18829" y="4993"/>
                          <a:pt x="18609" y="2743"/>
                          <a:pt x="17128" y="1317"/>
                        </a:cubicBezTo>
                        <a:cubicBezTo>
                          <a:pt x="15372" y="-439"/>
                          <a:pt x="12520" y="-439"/>
                          <a:pt x="10709" y="1317"/>
                        </a:cubicBezTo>
                        <a:lnTo>
                          <a:pt x="1327" y="10698"/>
                        </a:lnTo>
                        <a:cubicBezTo>
                          <a:pt x="-154" y="12180"/>
                          <a:pt x="-373" y="14374"/>
                          <a:pt x="559" y="16075"/>
                        </a:cubicBezTo>
                        <a:cubicBezTo>
                          <a:pt x="724" y="15746"/>
                          <a:pt x="998" y="15417"/>
                          <a:pt x="1327" y="15088"/>
                        </a:cubicBezTo>
                        <a:close/>
                      </a:path>
                    </a:pathLst>
                  </a:custGeom>
                  <a:solidFill>
                    <a:srgbClr val="413E91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</p:grpSp>
      </p:grpSp>
      <p:grpSp>
        <p:nvGrpSpPr>
          <p:cNvPr id="204" name="Graphic 116">
            <a:extLst>
              <a:ext uri="{FF2B5EF4-FFF2-40B4-BE49-F238E27FC236}">
                <a16:creationId xmlns:a16="http://schemas.microsoft.com/office/drawing/2014/main" id="{5FB4DA12-58BC-C60A-8067-194E57FCFFD7}"/>
              </a:ext>
            </a:extLst>
          </p:cNvPr>
          <p:cNvGrpSpPr/>
          <p:nvPr/>
        </p:nvGrpSpPr>
        <p:grpSpPr>
          <a:xfrm>
            <a:off x="3294569" y="3738481"/>
            <a:ext cx="436717" cy="436717"/>
            <a:chOff x="4497503" y="2589317"/>
            <a:chExt cx="436717" cy="436717"/>
          </a:xfrm>
        </p:grpSpPr>
        <p:grpSp>
          <p:nvGrpSpPr>
            <p:cNvPr id="205" name="Graphic 116">
              <a:extLst>
                <a:ext uri="{FF2B5EF4-FFF2-40B4-BE49-F238E27FC236}">
                  <a16:creationId xmlns:a16="http://schemas.microsoft.com/office/drawing/2014/main" id="{5F9A356D-A366-3D6C-4CCF-A30EF8627301}"/>
                </a:ext>
              </a:extLst>
            </p:cNvPr>
            <p:cNvGrpSpPr/>
            <p:nvPr/>
          </p:nvGrpSpPr>
          <p:grpSpPr>
            <a:xfrm>
              <a:off x="4497503" y="2589317"/>
              <a:ext cx="436717" cy="436717"/>
              <a:chOff x="4497503" y="2589317"/>
              <a:chExt cx="436717" cy="436717"/>
            </a:xfrm>
          </p:grpSpPr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7A83B3CA-1E44-99C0-B83F-9E5E7C0709CC}"/>
                  </a:ext>
                </a:extLst>
              </p:cNvPr>
              <p:cNvSpPr/>
              <p:nvPr/>
            </p:nvSpPr>
            <p:spPr>
              <a:xfrm>
                <a:off x="4497503" y="2589317"/>
                <a:ext cx="436717" cy="436717"/>
              </a:xfrm>
              <a:custGeom>
                <a:avLst/>
                <a:gdLst>
                  <a:gd name="connsiteX0" fmla="*/ 436717 w 436717"/>
                  <a:gd name="connsiteY0" fmla="*/ 218359 h 436717"/>
                  <a:gd name="connsiteX1" fmla="*/ 218359 w 436717"/>
                  <a:gd name="connsiteY1" fmla="*/ 436717 h 436717"/>
                  <a:gd name="connsiteX2" fmla="*/ 0 w 436717"/>
                  <a:gd name="connsiteY2" fmla="*/ 218359 h 436717"/>
                  <a:gd name="connsiteX3" fmla="*/ 218359 w 436717"/>
                  <a:gd name="connsiteY3" fmla="*/ 0 h 436717"/>
                  <a:gd name="connsiteX4" fmla="*/ 436717 w 436717"/>
                  <a:gd name="connsiteY4" fmla="*/ 218359 h 436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6717" h="436717">
                    <a:moveTo>
                      <a:pt x="436717" y="218359"/>
                    </a:moveTo>
                    <a:cubicBezTo>
                      <a:pt x="436717" y="338955"/>
                      <a:pt x="338955" y="436717"/>
                      <a:pt x="218359" y="436717"/>
                    </a:cubicBezTo>
                    <a:cubicBezTo>
                      <a:pt x="97763" y="436717"/>
                      <a:pt x="0" y="338955"/>
                      <a:pt x="0" y="218359"/>
                    </a:cubicBezTo>
                    <a:cubicBezTo>
                      <a:pt x="0" y="97763"/>
                      <a:pt x="97763" y="0"/>
                      <a:pt x="218359" y="0"/>
                    </a:cubicBezTo>
                    <a:cubicBezTo>
                      <a:pt x="338955" y="0"/>
                      <a:pt x="436717" y="97763"/>
                      <a:pt x="436717" y="218359"/>
                    </a:cubicBezTo>
                    <a:close/>
                  </a:path>
                </a:pathLst>
              </a:custGeom>
              <a:solidFill>
                <a:srgbClr val="F7B2D8"/>
              </a:solidFill>
              <a:ln w="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01B1F97B-4E5B-840D-97FB-2074ABC35060}"/>
                  </a:ext>
                </a:extLst>
              </p:cNvPr>
              <p:cNvSpPr/>
              <p:nvPr/>
            </p:nvSpPr>
            <p:spPr>
              <a:xfrm>
                <a:off x="4526965" y="2618779"/>
                <a:ext cx="377793" cy="377793"/>
              </a:xfrm>
              <a:custGeom>
                <a:avLst/>
                <a:gdLst>
                  <a:gd name="connsiteX0" fmla="*/ 377794 w 377793"/>
                  <a:gd name="connsiteY0" fmla="*/ 188897 h 377793"/>
                  <a:gd name="connsiteX1" fmla="*/ 188897 w 377793"/>
                  <a:gd name="connsiteY1" fmla="*/ 377794 h 377793"/>
                  <a:gd name="connsiteX2" fmla="*/ 0 w 377793"/>
                  <a:gd name="connsiteY2" fmla="*/ 188897 h 377793"/>
                  <a:gd name="connsiteX3" fmla="*/ 188897 w 377793"/>
                  <a:gd name="connsiteY3" fmla="*/ 0 h 377793"/>
                  <a:gd name="connsiteX4" fmla="*/ 377794 w 377793"/>
                  <a:gd name="connsiteY4" fmla="*/ 188897 h 377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793" h="377793">
                    <a:moveTo>
                      <a:pt x="377794" y="188897"/>
                    </a:moveTo>
                    <a:cubicBezTo>
                      <a:pt x="377794" y="293222"/>
                      <a:pt x="293222" y="377794"/>
                      <a:pt x="188897" y="377794"/>
                    </a:cubicBezTo>
                    <a:cubicBezTo>
                      <a:pt x="84572" y="377794"/>
                      <a:pt x="0" y="293222"/>
                      <a:pt x="0" y="188897"/>
                    </a:cubicBezTo>
                    <a:cubicBezTo>
                      <a:pt x="0" y="84572"/>
                      <a:pt x="84572" y="0"/>
                      <a:pt x="188897" y="0"/>
                    </a:cubicBezTo>
                    <a:cubicBezTo>
                      <a:pt x="293222" y="0"/>
                      <a:pt x="377794" y="84572"/>
                      <a:pt x="377794" y="188897"/>
                    </a:cubicBezTo>
                    <a:close/>
                  </a:path>
                </a:pathLst>
              </a:custGeom>
              <a:solidFill>
                <a:srgbClr val="F7B2D8"/>
              </a:solidFill>
              <a:ln w="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FE219130-55D0-75FE-3198-220BE03CCE6B}"/>
                </a:ext>
              </a:extLst>
            </p:cNvPr>
            <p:cNvSpPr/>
            <p:nvPr/>
          </p:nvSpPr>
          <p:spPr>
            <a:xfrm>
              <a:off x="4605585" y="2707988"/>
              <a:ext cx="252320" cy="210348"/>
            </a:xfrm>
            <a:custGeom>
              <a:avLst/>
              <a:gdLst>
                <a:gd name="connsiteX0" fmla="*/ 243048 w 252320"/>
                <a:gd name="connsiteY0" fmla="*/ 17721 h 210348"/>
                <a:gd name="connsiteX1" fmla="*/ 243048 w 252320"/>
                <a:gd name="connsiteY1" fmla="*/ 17721 h 210348"/>
                <a:gd name="connsiteX2" fmla="*/ 220553 w 252320"/>
                <a:gd name="connsiteY2" fmla="*/ 9601 h 210348"/>
                <a:gd name="connsiteX3" fmla="*/ 220553 w 252320"/>
                <a:gd name="connsiteY3" fmla="*/ 5486 h 210348"/>
                <a:gd name="connsiteX4" fmla="*/ 215067 w 252320"/>
                <a:gd name="connsiteY4" fmla="*/ 0 h 210348"/>
                <a:gd name="connsiteX5" fmla="*/ 131783 w 252320"/>
                <a:gd name="connsiteY5" fmla="*/ 0 h 210348"/>
                <a:gd name="connsiteX6" fmla="*/ 131728 w 252320"/>
                <a:gd name="connsiteY6" fmla="*/ 55 h 210348"/>
                <a:gd name="connsiteX7" fmla="*/ 5486 w 252320"/>
                <a:gd name="connsiteY7" fmla="*/ 55 h 210348"/>
                <a:gd name="connsiteX8" fmla="*/ 0 w 252320"/>
                <a:gd name="connsiteY8" fmla="*/ 5541 h 210348"/>
                <a:gd name="connsiteX9" fmla="*/ 0 w 252320"/>
                <a:gd name="connsiteY9" fmla="*/ 35497 h 210348"/>
                <a:gd name="connsiteX10" fmla="*/ 0 w 252320"/>
                <a:gd name="connsiteY10" fmla="*/ 35497 h 210348"/>
                <a:gd name="connsiteX11" fmla="*/ 0 w 252320"/>
                <a:gd name="connsiteY11" fmla="*/ 43178 h 210348"/>
                <a:gd name="connsiteX12" fmla="*/ 1262 w 252320"/>
                <a:gd name="connsiteY12" fmla="*/ 46689 h 210348"/>
                <a:gd name="connsiteX13" fmla="*/ 1975 w 252320"/>
                <a:gd name="connsiteY13" fmla="*/ 47403 h 210348"/>
                <a:gd name="connsiteX14" fmla="*/ 2414 w 252320"/>
                <a:gd name="connsiteY14" fmla="*/ 47732 h 210348"/>
                <a:gd name="connsiteX15" fmla="*/ 3127 w 252320"/>
                <a:gd name="connsiteY15" fmla="*/ 48116 h 210348"/>
                <a:gd name="connsiteX16" fmla="*/ 5486 w 252320"/>
                <a:gd name="connsiteY16" fmla="*/ 48664 h 210348"/>
                <a:gd name="connsiteX17" fmla="*/ 5486 w 252320"/>
                <a:gd name="connsiteY17" fmla="*/ 48664 h 210348"/>
                <a:gd name="connsiteX18" fmla="*/ 15856 w 252320"/>
                <a:gd name="connsiteY18" fmla="*/ 48664 h 210348"/>
                <a:gd name="connsiteX19" fmla="*/ 15856 w 252320"/>
                <a:gd name="connsiteY19" fmla="*/ 60021 h 210348"/>
                <a:gd name="connsiteX20" fmla="*/ 110496 w 252320"/>
                <a:gd name="connsiteY20" fmla="*/ 60021 h 210348"/>
                <a:gd name="connsiteX21" fmla="*/ 129479 w 252320"/>
                <a:gd name="connsiteY21" fmla="*/ 60021 h 210348"/>
                <a:gd name="connsiteX22" fmla="*/ 129479 w 252320"/>
                <a:gd name="connsiteY22" fmla="*/ 60076 h 210348"/>
                <a:gd name="connsiteX23" fmla="*/ 5486 w 252320"/>
                <a:gd name="connsiteY23" fmla="*/ 60076 h 210348"/>
                <a:gd name="connsiteX24" fmla="*/ 0 w 252320"/>
                <a:gd name="connsiteY24" fmla="*/ 65562 h 210348"/>
                <a:gd name="connsiteX25" fmla="*/ 0 w 252320"/>
                <a:gd name="connsiteY25" fmla="*/ 95463 h 210348"/>
                <a:gd name="connsiteX26" fmla="*/ 0 w 252320"/>
                <a:gd name="connsiteY26" fmla="*/ 95463 h 210348"/>
                <a:gd name="connsiteX27" fmla="*/ 0 w 252320"/>
                <a:gd name="connsiteY27" fmla="*/ 103144 h 210348"/>
                <a:gd name="connsiteX28" fmla="*/ 549 w 252320"/>
                <a:gd name="connsiteY28" fmla="*/ 105503 h 210348"/>
                <a:gd name="connsiteX29" fmla="*/ 823 w 252320"/>
                <a:gd name="connsiteY29" fmla="*/ 105997 h 210348"/>
                <a:gd name="connsiteX30" fmla="*/ 1262 w 252320"/>
                <a:gd name="connsiteY30" fmla="*/ 106656 h 210348"/>
                <a:gd name="connsiteX31" fmla="*/ 5486 w 252320"/>
                <a:gd name="connsiteY31" fmla="*/ 108631 h 210348"/>
                <a:gd name="connsiteX32" fmla="*/ 15856 w 252320"/>
                <a:gd name="connsiteY32" fmla="*/ 108631 h 210348"/>
                <a:gd name="connsiteX33" fmla="*/ 15856 w 252320"/>
                <a:gd name="connsiteY33" fmla="*/ 119988 h 210348"/>
                <a:gd name="connsiteX34" fmla="*/ 110496 w 252320"/>
                <a:gd name="connsiteY34" fmla="*/ 119988 h 210348"/>
                <a:gd name="connsiteX35" fmla="*/ 131728 w 252320"/>
                <a:gd name="connsiteY35" fmla="*/ 119988 h 210348"/>
                <a:gd name="connsiteX36" fmla="*/ 131674 w 252320"/>
                <a:gd name="connsiteY36" fmla="*/ 120042 h 210348"/>
                <a:gd name="connsiteX37" fmla="*/ 5486 w 252320"/>
                <a:gd name="connsiteY37" fmla="*/ 120042 h 210348"/>
                <a:gd name="connsiteX38" fmla="*/ 0 w 252320"/>
                <a:gd name="connsiteY38" fmla="*/ 125529 h 210348"/>
                <a:gd name="connsiteX39" fmla="*/ 0 w 252320"/>
                <a:gd name="connsiteY39" fmla="*/ 155430 h 210348"/>
                <a:gd name="connsiteX40" fmla="*/ 0 w 252320"/>
                <a:gd name="connsiteY40" fmla="*/ 155430 h 210348"/>
                <a:gd name="connsiteX41" fmla="*/ 0 w 252320"/>
                <a:gd name="connsiteY41" fmla="*/ 163111 h 210348"/>
                <a:gd name="connsiteX42" fmla="*/ 1591 w 252320"/>
                <a:gd name="connsiteY42" fmla="*/ 167006 h 210348"/>
                <a:gd name="connsiteX43" fmla="*/ 2414 w 252320"/>
                <a:gd name="connsiteY43" fmla="*/ 167664 h 210348"/>
                <a:gd name="connsiteX44" fmla="*/ 5486 w 252320"/>
                <a:gd name="connsiteY44" fmla="*/ 168597 h 210348"/>
                <a:gd name="connsiteX45" fmla="*/ 5486 w 252320"/>
                <a:gd name="connsiteY45" fmla="*/ 168597 h 210348"/>
                <a:gd name="connsiteX46" fmla="*/ 15856 w 252320"/>
                <a:gd name="connsiteY46" fmla="*/ 168597 h 210348"/>
                <a:gd name="connsiteX47" fmla="*/ 15856 w 252320"/>
                <a:gd name="connsiteY47" fmla="*/ 179954 h 210348"/>
                <a:gd name="connsiteX48" fmla="*/ 4938 w 252320"/>
                <a:gd name="connsiteY48" fmla="*/ 179954 h 210348"/>
                <a:gd name="connsiteX49" fmla="*/ 165 w 252320"/>
                <a:gd name="connsiteY49" fmla="*/ 183575 h 210348"/>
                <a:gd name="connsiteX50" fmla="*/ 165 w 252320"/>
                <a:gd name="connsiteY50" fmla="*/ 183685 h 210348"/>
                <a:gd name="connsiteX51" fmla="*/ 55 w 252320"/>
                <a:gd name="connsiteY51" fmla="*/ 184178 h 210348"/>
                <a:gd name="connsiteX52" fmla="*/ 55 w 252320"/>
                <a:gd name="connsiteY52" fmla="*/ 184343 h 210348"/>
                <a:gd name="connsiteX53" fmla="*/ 0 w 252320"/>
                <a:gd name="connsiteY53" fmla="*/ 184947 h 210348"/>
                <a:gd name="connsiteX54" fmla="*/ 384 w 252320"/>
                <a:gd name="connsiteY54" fmla="*/ 186867 h 210348"/>
                <a:gd name="connsiteX55" fmla="*/ 4938 w 252320"/>
                <a:gd name="connsiteY55" fmla="*/ 189884 h 210348"/>
                <a:gd name="connsiteX56" fmla="*/ 15856 w 252320"/>
                <a:gd name="connsiteY56" fmla="*/ 189884 h 210348"/>
                <a:gd name="connsiteX57" fmla="*/ 15856 w 252320"/>
                <a:gd name="connsiteY57" fmla="*/ 198279 h 210348"/>
                <a:gd name="connsiteX58" fmla="*/ 15856 w 252320"/>
                <a:gd name="connsiteY58" fmla="*/ 207605 h 210348"/>
                <a:gd name="connsiteX59" fmla="*/ 18599 w 252320"/>
                <a:gd name="connsiteY59" fmla="*/ 210349 h 210348"/>
                <a:gd name="connsiteX60" fmla="*/ 50639 w 252320"/>
                <a:gd name="connsiteY60" fmla="*/ 210349 h 210348"/>
                <a:gd name="connsiteX61" fmla="*/ 53383 w 252320"/>
                <a:gd name="connsiteY61" fmla="*/ 207605 h 210348"/>
                <a:gd name="connsiteX62" fmla="*/ 53383 w 252320"/>
                <a:gd name="connsiteY62" fmla="*/ 198279 h 210348"/>
                <a:gd name="connsiteX63" fmla="*/ 53383 w 252320"/>
                <a:gd name="connsiteY63" fmla="*/ 189884 h 210348"/>
                <a:gd name="connsiteX64" fmla="*/ 167664 w 252320"/>
                <a:gd name="connsiteY64" fmla="*/ 189884 h 210348"/>
                <a:gd name="connsiteX65" fmla="*/ 167664 w 252320"/>
                <a:gd name="connsiteY65" fmla="*/ 198279 h 210348"/>
                <a:gd name="connsiteX66" fmla="*/ 167664 w 252320"/>
                <a:gd name="connsiteY66" fmla="*/ 207605 h 210348"/>
                <a:gd name="connsiteX67" fmla="*/ 170408 w 252320"/>
                <a:gd name="connsiteY67" fmla="*/ 210349 h 210348"/>
                <a:gd name="connsiteX68" fmla="*/ 202448 w 252320"/>
                <a:gd name="connsiteY68" fmla="*/ 210349 h 210348"/>
                <a:gd name="connsiteX69" fmla="*/ 205191 w 252320"/>
                <a:gd name="connsiteY69" fmla="*/ 207605 h 210348"/>
                <a:gd name="connsiteX70" fmla="*/ 205191 w 252320"/>
                <a:gd name="connsiteY70" fmla="*/ 198279 h 210348"/>
                <a:gd name="connsiteX71" fmla="*/ 205191 w 252320"/>
                <a:gd name="connsiteY71" fmla="*/ 189884 h 210348"/>
                <a:gd name="connsiteX72" fmla="*/ 215616 w 252320"/>
                <a:gd name="connsiteY72" fmla="*/ 189884 h 210348"/>
                <a:gd name="connsiteX73" fmla="*/ 215616 w 252320"/>
                <a:gd name="connsiteY73" fmla="*/ 189884 h 210348"/>
                <a:gd name="connsiteX74" fmla="*/ 217097 w 252320"/>
                <a:gd name="connsiteY74" fmla="*/ 189665 h 210348"/>
                <a:gd name="connsiteX75" fmla="*/ 217536 w 252320"/>
                <a:gd name="connsiteY75" fmla="*/ 189500 h 210348"/>
                <a:gd name="connsiteX76" fmla="*/ 220553 w 252320"/>
                <a:gd name="connsiteY76" fmla="*/ 184947 h 210348"/>
                <a:gd name="connsiteX77" fmla="*/ 220498 w 252320"/>
                <a:gd name="connsiteY77" fmla="*/ 184343 h 210348"/>
                <a:gd name="connsiteX78" fmla="*/ 220498 w 252320"/>
                <a:gd name="connsiteY78" fmla="*/ 184178 h 210348"/>
                <a:gd name="connsiteX79" fmla="*/ 220389 w 252320"/>
                <a:gd name="connsiteY79" fmla="*/ 183685 h 210348"/>
                <a:gd name="connsiteX80" fmla="*/ 220389 w 252320"/>
                <a:gd name="connsiteY80" fmla="*/ 183575 h 210348"/>
                <a:gd name="connsiteX81" fmla="*/ 219895 w 252320"/>
                <a:gd name="connsiteY81" fmla="*/ 182423 h 210348"/>
                <a:gd name="connsiteX82" fmla="*/ 219895 w 252320"/>
                <a:gd name="connsiteY82" fmla="*/ 182423 h 210348"/>
                <a:gd name="connsiteX83" fmla="*/ 219895 w 252320"/>
                <a:gd name="connsiteY83" fmla="*/ 182423 h 210348"/>
                <a:gd name="connsiteX84" fmla="*/ 215616 w 252320"/>
                <a:gd name="connsiteY84" fmla="*/ 179954 h 210348"/>
                <a:gd name="connsiteX85" fmla="*/ 205191 w 252320"/>
                <a:gd name="connsiteY85" fmla="*/ 179954 h 210348"/>
                <a:gd name="connsiteX86" fmla="*/ 205191 w 252320"/>
                <a:gd name="connsiteY86" fmla="*/ 168597 h 210348"/>
                <a:gd name="connsiteX87" fmla="*/ 215067 w 252320"/>
                <a:gd name="connsiteY87" fmla="*/ 168597 h 210348"/>
                <a:gd name="connsiteX88" fmla="*/ 215067 w 252320"/>
                <a:gd name="connsiteY88" fmla="*/ 168597 h 210348"/>
                <a:gd name="connsiteX89" fmla="*/ 215616 w 252320"/>
                <a:gd name="connsiteY89" fmla="*/ 168542 h 210348"/>
                <a:gd name="connsiteX90" fmla="*/ 217646 w 252320"/>
                <a:gd name="connsiteY90" fmla="*/ 167884 h 210348"/>
                <a:gd name="connsiteX91" fmla="*/ 218907 w 252320"/>
                <a:gd name="connsiteY91" fmla="*/ 166951 h 210348"/>
                <a:gd name="connsiteX92" fmla="*/ 220059 w 252320"/>
                <a:gd name="connsiteY92" fmla="*/ 165196 h 210348"/>
                <a:gd name="connsiteX93" fmla="*/ 220498 w 252320"/>
                <a:gd name="connsiteY93" fmla="*/ 163056 h 210348"/>
                <a:gd name="connsiteX94" fmla="*/ 220498 w 252320"/>
                <a:gd name="connsiteY94" fmla="*/ 163001 h 210348"/>
                <a:gd name="connsiteX95" fmla="*/ 220498 w 252320"/>
                <a:gd name="connsiteY95" fmla="*/ 155375 h 210348"/>
                <a:gd name="connsiteX96" fmla="*/ 220498 w 252320"/>
                <a:gd name="connsiteY96" fmla="*/ 145006 h 210348"/>
                <a:gd name="connsiteX97" fmla="*/ 239756 w 252320"/>
                <a:gd name="connsiteY97" fmla="*/ 126077 h 210348"/>
                <a:gd name="connsiteX98" fmla="*/ 252320 w 252320"/>
                <a:gd name="connsiteY98" fmla="*/ 96122 h 210348"/>
                <a:gd name="connsiteX99" fmla="*/ 252320 w 252320"/>
                <a:gd name="connsiteY99" fmla="*/ 32479 h 210348"/>
                <a:gd name="connsiteX100" fmla="*/ 243048 w 252320"/>
                <a:gd name="connsiteY100" fmla="*/ 17721 h 21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252320" h="210348">
                  <a:moveTo>
                    <a:pt x="243048" y="17721"/>
                  </a:moveTo>
                  <a:lnTo>
                    <a:pt x="243048" y="17721"/>
                  </a:lnTo>
                  <a:cubicBezTo>
                    <a:pt x="235751" y="14265"/>
                    <a:pt x="228234" y="11576"/>
                    <a:pt x="220553" y="9601"/>
                  </a:cubicBezTo>
                  <a:lnTo>
                    <a:pt x="220553" y="5486"/>
                  </a:lnTo>
                  <a:cubicBezTo>
                    <a:pt x="220553" y="2469"/>
                    <a:pt x="218084" y="0"/>
                    <a:pt x="215067" y="0"/>
                  </a:cubicBezTo>
                  <a:lnTo>
                    <a:pt x="131783" y="0"/>
                  </a:lnTo>
                  <a:lnTo>
                    <a:pt x="131728" y="55"/>
                  </a:lnTo>
                  <a:lnTo>
                    <a:pt x="5486" y="55"/>
                  </a:lnTo>
                  <a:cubicBezTo>
                    <a:pt x="2469" y="55"/>
                    <a:pt x="0" y="2524"/>
                    <a:pt x="0" y="5541"/>
                  </a:cubicBezTo>
                  <a:lnTo>
                    <a:pt x="0" y="35497"/>
                  </a:lnTo>
                  <a:lnTo>
                    <a:pt x="0" y="35497"/>
                  </a:lnTo>
                  <a:lnTo>
                    <a:pt x="0" y="43178"/>
                  </a:lnTo>
                  <a:cubicBezTo>
                    <a:pt x="0" y="44495"/>
                    <a:pt x="494" y="45757"/>
                    <a:pt x="1262" y="46689"/>
                  </a:cubicBezTo>
                  <a:cubicBezTo>
                    <a:pt x="1481" y="46964"/>
                    <a:pt x="1701" y="47183"/>
                    <a:pt x="1975" y="47403"/>
                  </a:cubicBezTo>
                  <a:cubicBezTo>
                    <a:pt x="2085" y="47512"/>
                    <a:pt x="2249" y="47622"/>
                    <a:pt x="2414" y="47732"/>
                  </a:cubicBezTo>
                  <a:cubicBezTo>
                    <a:pt x="2633" y="47896"/>
                    <a:pt x="2853" y="48006"/>
                    <a:pt x="3127" y="48116"/>
                  </a:cubicBezTo>
                  <a:cubicBezTo>
                    <a:pt x="3840" y="48445"/>
                    <a:pt x="4663" y="48664"/>
                    <a:pt x="5486" y="48664"/>
                  </a:cubicBezTo>
                  <a:lnTo>
                    <a:pt x="5486" y="48664"/>
                  </a:lnTo>
                  <a:lnTo>
                    <a:pt x="15856" y="48664"/>
                  </a:lnTo>
                  <a:lnTo>
                    <a:pt x="15856" y="60021"/>
                  </a:lnTo>
                  <a:lnTo>
                    <a:pt x="110496" y="60021"/>
                  </a:lnTo>
                  <a:lnTo>
                    <a:pt x="129479" y="60021"/>
                  </a:lnTo>
                  <a:lnTo>
                    <a:pt x="129479" y="60076"/>
                  </a:lnTo>
                  <a:lnTo>
                    <a:pt x="5486" y="60076"/>
                  </a:lnTo>
                  <a:cubicBezTo>
                    <a:pt x="2469" y="60076"/>
                    <a:pt x="0" y="62545"/>
                    <a:pt x="0" y="65562"/>
                  </a:cubicBezTo>
                  <a:lnTo>
                    <a:pt x="0" y="95463"/>
                  </a:lnTo>
                  <a:lnTo>
                    <a:pt x="0" y="95463"/>
                  </a:lnTo>
                  <a:lnTo>
                    <a:pt x="0" y="103144"/>
                  </a:lnTo>
                  <a:cubicBezTo>
                    <a:pt x="0" y="104022"/>
                    <a:pt x="219" y="104790"/>
                    <a:pt x="549" y="105503"/>
                  </a:cubicBezTo>
                  <a:cubicBezTo>
                    <a:pt x="658" y="105668"/>
                    <a:pt x="713" y="105833"/>
                    <a:pt x="823" y="105997"/>
                  </a:cubicBezTo>
                  <a:cubicBezTo>
                    <a:pt x="988" y="106217"/>
                    <a:pt x="1097" y="106436"/>
                    <a:pt x="1262" y="106656"/>
                  </a:cubicBezTo>
                  <a:cubicBezTo>
                    <a:pt x="2249" y="107863"/>
                    <a:pt x="3786" y="108631"/>
                    <a:pt x="5486" y="108631"/>
                  </a:cubicBezTo>
                  <a:lnTo>
                    <a:pt x="15856" y="108631"/>
                  </a:lnTo>
                  <a:lnTo>
                    <a:pt x="15856" y="119988"/>
                  </a:lnTo>
                  <a:lnTo>
                    <a:pt x="110496" y="119988"/>
                  </a:lnTo>
                  <a:lnTo>
                    <a:pt x="131728" y="119988"/>
                  </a:lnTo>
                  <a:lnTo>
                    <a:pt x="131674" y="120042"/>
                  </a:lnTo>
                  <a:lnTo>
                    <a:pt x="5486" y="120042"/>
                  </a:lnTo>
                  <a:cubicBezTo>
                    <a:pt x="2469" y="120042"/>
                    <a:pt x="0" y="122511"/>
                    <a:pt x="0" y="125529"/>
                  </a:cubicBezTo>
                  <a:lnTo>
                    <a:pt x="0" y="155430"/>
                  </a:lnTo>
                  <a:lnTo>
                    <a:pt x="0" y="155430"/>
                  </a:lnTo>
                  <a:lnTo>
                    <a:pt x="0" y="163111"/>
                  </a:lnTo>
                  <a:cubicBezTo>
                    <a:pt x="0" y="164647"/>
                    <a:pt x="604" y="166018"/>
                    <a:pt x="1591" y="167006"/>
                  </a:cubicBezTo>
                  <a:cubicBezTo>
                    <a:pt x="1865" y="167280"/>
                    <a:pt x="2085" y="167500"/>
                    <a:pt x="2414" y="167664"/>
                  </a:cubicBezTo>
                  <a:cubicBezTo>
                    <a:pt x="3292" y="168268"/>
                    <a:pt x="4334" y="168597"/>
                    <a:pt x="5486" y="168597"/>
                  </a:cubicBezTo>
                  <a:lnTo>
                    <a:pt x="5486" y="168597"/>
                  </a:lnTo>
                  <a:lnTo>
                    <a:pt x="15856" y="168597"/>
                  </a:lnTo>
                  <a:lnTo>
                    <a:pt x="15856" y="179954"/>
                  </a:lnTo>
                  <a:lnTo>
                    <a:pt x="4938" y="179954"/>
                  </a:lnTo>
                  <a:cubicBezTo>
                    <a:pt x="2688" y="179954"/>
                    <a:pt x="768" y="181490"/>
                    <a:pt x="165" y="183575"/>
                  </a:cubicBezTo>
                  <a:cubicBezTo>
                    <a:pt x="165" y="183630"/>
                    <a:pt x="165" y="183630"/>
                    <a:pt x="165" y="183685"/>
                  </a:cubicBezTo>
                  <a:cubicBezTo>
                    <a:pt x="110" y="183849"/>
                    <a:pt x="110" y="184014"/>
                    <a:pt x="55" y="184178"/>
                  </a:cubicBezTo>
                  <a:cubicBezTo>
                    <a:pt x="55" y="184233"/>
                    <a:pt x="55" y="184288"/>
                    <a:pt x="55" y="184343"/>
                  </a:cubicBezTo>
                  <a:cubicBezTo>
                    <a:pt x="55" y="184563"/>
                    <a:pt x="0" y="184727"/>
                    <a:pt x="0" y="184947"/>
                  </a:cubicBezTo>
                  <a:cubicBezTo>
                    <a:pt x="0" y="185605"/>
                    <a:pt x="165" y="186263"/>
                    <a:pt x="384" y="186867"/>
                  </a:cubicBezTo>
                  <a:cubicBezTo>
                    <a:pt x="1152" y="188622"/>
                    <a:pt x="2908" y="189884"/>
                    <a:pt x="4938" y="189884"/>
                  </a:cubicBezTo>
                  <a:lnTo>
                    <a:pt x="15856" y="189884"/>
                  </a:lnTo>
                  <a:lnTo>
                    <a:pt x="15856" y="198279"/>
                  </a:lnTo>
                  <a:lnTo>
                    <a:pt x="15856" y="207605"/>
                  </a:lnTo>
                  <a:cubicBezTo>
                    <a:pt x="15856" y="209142"/>
                    <a:pt x="17063" y="210349"/>
                    <a:pt x="18599" y="210349"/>
                  </a:cubicBezTo>
                  <a:lnTo>
                    <a:pt x="50639" y="210349"/>
                  </a:lnTo>
                  <a:cubicBezTo>
                    <a:pt x="52176" y="210349"/>
                    <a:pt x="53383" y="209142"/>
                    <a:pt x="53383" y="207605"/>
                  </a:cubicBezTo>
                  <a:lnTo>
                    <a:pt x="53383" y="198279"/>
                  </a:lnTo>
                  <a:lnTo>
                    <a:pt x="53383" y="189884"/>
                  </a:lnTo>
                  <a:lnTo>
                    <a:pt x="167664" y="189884"/>
                  </a:lnTo>
                  <a:lnTo>
                    <a:pt x="167664" y="198279"/>
                  </a:lnTo>
                  <a:lnTo>
                    <a:pt x="167664" y="207605"/>
                  </a:lnTo>
                  <a:cubicBezTo>
                    <a:pt x="167664" y="209142"/>
                    <a:pt x="168871" y="210349"/>
                    <a:pt x="170408" y="210349"/>
                  </a:cubicBezTo>
                  <a:lnTo>
                    <a:pt x="202448" y="210349"/>
                  </a:lnTo>
                  <a:cubicBezTo>
                    <a:pt x="203984" y="210349"/>
                    <a:pt x="205191" y="209142"/>
                    <a:pt x="205191" y="207605"/>
                  </a:cubicBezTo>
                  <a:lnTo>
                    <a:pt x="205191" y="198279"/>
                  </a:lnTo>
                  <a:lnTo>
                    <a:pt x="205191" y="189884"/>
                  </a:lnTo>
                  <a:lnTo>
                    <a:pt x="215616" y="189884"/>
                  </a:lnTo>
                  <a:lnTo>
                    <a:pt x="215616" y="189884"/>
                  </a:lnTo>
                  <a:cubicBezTo>
                    <a:pt x="216109" y="189884"/>
                    <a:pt x="216603" y="189829"/>
                    <a:pt x="217097" y="189665"/>
                  </a:cubicBezTo>
                  <a:cubicBezTo>
                    <a:pt x="217261" y="189610"/>
                    <a:pt x="217426" y="189555"/>
                    <a:pt x="217536" y="189500"/>
                  </a:cubicBezTo>
                  <a:cubicBezTo>
                    <a:pt x="219291" y="188732"/>
                    <a:pt x="220553" y="186977"/>
                    <a:pt x="220553" y="184947"/>
                  </a:cubicBezTo>
                  <a:cubicBezTo>
                    <a:pt x="220553" y="184727"/>
                    <a:pt x="220553" y="184563"/>
                    <a:pt x="220498" y="184343"/>
                  </a:cubicBezTo>
                  <a:cubicBezTo>
                    <a:pt x="220498" y="184288"/>
                    <a:pt x="220498" y="184233"/>
                    <a:pt x="220498" y="184178"/>
                  </a:cubicBezTo>
                  <a:cubicBezTo>
                    <a:pt x="220498" y="184014"/>
                    <a:pt x="220444" y="183849"/>
                    <a:pt x="220389" y="183685"/>
                  </a:cubicBezTo>
                  <a:cubicBezTo>
                    <a:pt x="220389" y="183630"/>
                    <a:pt x="220389" y="183630"/>
                    <a:pt x="220389" y="183575"/>
                  </a:cubicBezTo>
                  <a:cubicBezTo>
                    <a:pt x="220279" y="183191"/>
                    <a:pt x="220114" y="182807"/>
                    <a:pt x="219895" y="182423"/>
                  </a:cubicBezTo>
                  <a:lnTo>
                    <a:pt x="219895" y="182423"/>
                  </a:lnTo>
                  <a:lnTo>
                    <a:pt x="219895" y="182423"/>
                  </a:lnTo>
                  <a:cubicBezTo>
                    <a:pt x="219017" y="180941"/>
                    <a:pt x="217426" y="179954"/>
                    <a:pt x="215616" y="179954"/>
                  </a:cubicBezTo>
                  <a:lnTo>
                    <a:pt x="205191" y="179954"/>
                  </a:lnTo>
                  <a:lnTo>
                    <a:pt x="205191" y="168597"/>
                  </a:lnTo>
                  <a:lnTo>
                    <a:pt x="215067" y="168597"/>
                  </a:lnTo>
                  <a:lnTo>
                    <a:pt x="215067" y="168597"/>
                  </a:lnTo>
                  <a:cubicBezTo>
                    <a:pt x="215231" y="168597"/>
                    <a:pt x="215451" y="168597"/>
                    <a:pt x="215616" y="168542"/>
                  </a:cubicBezTo>
                  <a:cubicBezTo>
                    <a:pt x="216329" y="168487"/>
                    <a:pt x="217042" y="168268"/>
                    <a:pt x="217646" y="167884"/>
                  </a:cubicBezTo>
                  <a:cubicBezTo>
                    <a:pt x="218139" y="167610"/>
                    <a:pt x="218523" y="167335"/>
                    <a:pt x="218907" y="166951"/>
                  </a:cubicBezTo>
                  <a:cubicBezTo>
                    <a:pt x="219401" y="166457"/>
                    <a:pt x="219785" y="165854"/>
                    <a:pt x="220059" y="165196"/>
                  </a:cubicBezTo>
                  <a:cubicBezTo>
                    <a:pt x="220334" y="164537"/>
                    <a:pt x="220498" y="163824"/>
                    <a:pt x="220498" y="163056"/>
                  </a:cubicBezTo>
                  <a:lnTo>
                    <a:pt x="220498" y="163001"/>
                  </a:lnTo>
                  <a:lnTo>
                    <a:pt x="220498" y="155375"/>
                  </a:lnTo>
                  <a:lnTo>
                    <a:pt x="220498" y="145006"/>
                  </a:lnTo>
                  <a:lnTo>
                    <a:pt x="239756" y="126077"/>
                  </a:lnTo>
                  <a:cubicBezTo>
                    <a:pt x="247766" y="118177"/>
                    <a:pt x="252320" y="107369"/>
                    <a:pt x="252320" y="96122"/>
                  </a:cubicBezTo>
                  <a:lnTo>
                    <a:pt x="252320" y="32479"/>
                  </a:lnTo>
                  <a:cubicBezTo>
                    <a:pt x="252374" y="26225"/>
                    <a:pt x="248699" y="20464"/>
                    <a:pt x="243048" y="17721"/>
                  </a:cubicBezTo>
                  <a:close/>
                </a:path>
              </a:pathLst>
            </a:custGeom>
            <a:solidFill>
              <a:srgbClr val="13333D"/>
            </a:solidFill>
            <a:ln w="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09" name="Graphic 116">
              <a:extLst>
                <a:ext uri="{FF2B5EF4-FFF2-40B4-BE49-F238E27FC236}">
                  <a16:creationId xmlns:a16="http://schemas.microsoft.com/office/drawing/2014/main" id="{0FF71AF2-9555-4938-D0C9-21FFFE54F823}"/>
                </a:ext>
              </a:extLst>
            </p:cNvPr>
            <p:cNvGrpSpPr/>
            <p:nvPr/>
          </p:nvGrpSpPr>
          <p:grpSpPr>
            <a:xfrm>
              <a:off x="4605585" y="2697070"/>
              <a:ext cx="252374" cy="210238"/>
              <a:chOff x="4605585" y="2697070"/>
              <a:chExt cx="252374" cy="210238"/>
            </a:xfrm>
          </p:grpSpPr>
          <p:grpSp>
            <p:nvGrpSpPr>
              <p:cNvPr id="210" name="Graphic 116">
                <a:extLst>
                  <a:ext uri="{FF2B5EF4-FFF2-40B4-BE49-F238E27FC236}">
                    <a16:creationId xmlns:a16="http://schemas.microsoft.com/office/drawing/2014/main" id="{17FC2D1F-3E07-C661-C776-DF5EF2487399}"/>
                  </a:ext>
                </a:extLst>
              </p:cNvPr>
              <p:cNvGrpSpPr/>
              <p:nvPr/>
            </p:nvGrpSpPr>
            <p:grpSpPr>
              <a:xfrm>
                <a:off x="4605585" y="2697070"/>
                <a:ext cx="220553" cy="210238"/>
                <a:chOff x="4605585" y="2697070"/>
                <a:chExt cx="220553" cy="210238"/>
              </a:xfrm>
            </p:grpSpPr>
            <p:grpSp>
              <p:nvGrpSpPr>
                <p:cNvPr id="211" name="Graphic 116">
                  <a:extLst>
                    <a:ext uri="{FF2B5EF4-FFF2-40B4-BE49-F238E27FC236}">
                      <a16:creationId xmlns:a16="http://schemas.microsoft.com/office/drawing/2014/main" id="{56515045-F211-5D7A-6618-7089019DB3C2}"/>
                    </a:ext>
                  </a:extLst>
                </p:cNvPr>
                <p:cNvGrpSpPr/>
                <p:nvPr/>
              </p:nvGrpSpPr>
              <p:grpSpPr>
                <a:xfrm>
                  <a:off x="4605585" y="2697070"/>
                  <a:ext cx="220553" cy="59966"/>
                  <a:chOff x="4605585" y="2697070"/>
                  <a:chExt cx="220553" cy="59966"/>
                </a:xfrm>
              </p:grpSpPr>
              <p:sp>
                <p:nvSpPr>
                  <p:cNvPr id="212" name="Freeform: Shape 211">
                    <a:extLst>
                      <a:ext uri="{FF2B5EF4-FFF2-40B4-BE49-F238E27FC236}">
                        <a16:creationId xmlns:a16="http://schemas.microsoft.com/office/drawing/2014/main" id="{5D8F6473-5D6D-B73F-EEE3-6282BAFCCDB8}"/>
                      </a:ext>
                    </a:extLst>
                  </p:cNvPr>
                  <p:cNvSpPr/>
                  <p:nvPr/>
                </p:nvSpPr>
                <p:spPr>
                  <a:xfrm>
                    <a:off x="4621441" y="2745679"/>
                    <a:ext cx="189335" cy="11356"/>
                  </a:xfrm>
                  <a:custGeom>
                    <a:avLst/>
                    <a:gdLst>
                      <a:gd name="connsiteX0" fmla="*/ 0 w 189335"/>
                      <a:gd name="connsiteY0" fmla="*/ 0 h 11356"/>
                      <a:gd name="connsiteX1" fmla="*/ 189336 w 189335"/>
                      <a:gd name="connsiteY1" fmla="*/ 0 h 11356"/>
                      <a:gd name="connsiteX2" fmla="*/ 189336 w 189335"/>
                      <a:gd name="connsiteY2" fmla="*/ 11357 h 11356"/>
                      <a:gd name="connsiteX3" fmla="*/ 0 w 189335"/>
                      <a:gd name="connsiteY3" fmla="*/ 11357 h 113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89335" h="11356">
                        <a:moveTo>
                          <a:pt x="0" y="0"/>
                        </a:moveTo>
                        <a:lnTo>
                          <a:pt x="189336" y="0"/>
                        </a:lnTo>
                        <a:lnTo>
                          <a:pt x="189336" y="11357"/>
                        </a:lnTo>
                        <a:lnTo>
                          <a:pt x="0" y="11357"/>
                        </a:lnTo>
                        <a:close/>
                      </a:path>
                    </a:pathLst>
                  </a:custGeom>
                  <a:solidFill>
                    <a:srgbClr val="A44995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13" name="Freeform: Shape 212">
                    <a:extLst>
                      <a:ext uri="{FF2B5EF4-FFF2-40B4-BE49-F238E27FC236}">
                        <a16:creationId xmlns:a16="http://schemas.microsoft.com/office/drawing/2014/main" id="{7570D232-38EB-23E2-BD33-D68296DB6A0E}"/>
                      </a:ext>
                    </a:extLst>
                  </p:cNvPr>
                  <p:cNvSpPr/>
                  <p:nvPr/>
                </p:nvSpPr>
                <p:spPr>
                  <a:xfrm>
                    <a:off x="4716136" y="2745679"/>
                    <a:ext cx="94640" cy="11356"/>
                  </a:xfrm>
                  <a:custGeom>
                    <a:avLst/>
                    <a:gdLst>
                      <a:gd name="connsiteX0" fmla="*/ 94640 w 94640"/>
                      <a:gd name="connsiteY0" fmla="*/ 11357 h 11356"/>
                      <a:gd name="connsiteX1" fmla="*/ 0 w 94640"/>
                      <a:gd name="connsiteY1" fmla="*/ 11357 h 11356"/>
                      <a:gd name="connsiteX2" fmla="*/ 10973 w 94640"/>
                      <a:gd name="connsiteY2" fmla="*/ 0 h 11356"/>
                      <a:gd name="connsiteX3" fmla="*/ 94640 w 94640"/>
                      <a:gd name="connsiteY3" fmla="*/ 0 h 113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4640" h="11356">
                        <a:moveTo>
                          <a:pt x="94640" y="11357"/>
                        </a:moveTo>
                        <a:lnTo>
                          <a:pt x="0" y="11357"/>
                        </a:lnTo>
                        <a:lnTo>
                          <a:pt x="10973" y="0"/>
                        </a:lnTo>
                        <a:lnTo>
                          <a:pt x="94640" y="0"/>
                        </a:lnTo>
                        <a:close/>
                      </a:path>
                    </a:pathLst>
                  </a:custGeom>
                  <a:solidFill>
                    <a:srgbClr val="952584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214" name="Graphic 116">
                    <a:extLst>
                      <a:ext uri="{FF2B5EF4-FFF2-40B4-BE49-F238E27FC236}">
                        <a16:creationId xmlns:a16="http://schemas.microsoft.com/office/drawing/2014/main" id="{6DEBE38D-7DE4-378A-4267-E48FF7FF48A0}"/>
                      </a:ext>
                    </a:extLst>
                  </p:cNvPr>
                  <p:cNvGrpSpPr/>
                  <p:nvPr/>
                </p:nvGrpSpPr>
                <p:grpSpPr>
                  <a:xfrm>
                    <a:off x="4605585" y="2697070"/>
                    <a:ext cx="220553" cy="48609"/>
                    <a:chOff x="4605585" y="2697070"/>
                    <a:chExt cx="220553" cy="48609"/>
                  </a:xfrm>
                </p:grpSpPr>
                <p:sp>
                  <p:nvSpPr>
                    <p:cNvPr id="215" name="Freeform: Shape 214">
                      <a:extLst>
                        <a:ext uri="{FF2B5EF4-FFF2-40B4-BE49-F238E27FC236}">
                          <a16:creationId xmlns:a16="http://schemas.microsoft.com/office/drawing/2014/main" id="{4B20AAF9-235C-ED8D-F721-CECC51BEAA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05585" y="2697125"/>
                      <a:ext cx="220553" cy="48554"/>
                    </a:xfrm>
                    <a:custGeom>
                      <a:avLst/>
                      <a:gdLst>
                        <a:gd name="connsiteX0" fmla="*/ 215067 w 220553"/>
                        <a:gd name="connsiteY0" fmla="*/ 48555 h 48554"/>
                        <a:gd name="connsiteX1" fmla="*/ 5486 w 220553"/>
                        <a:gd name="connsiteY1" fmla="*/ 48555 h 48554"/>
                        <a:gd name="connsiteX2" fmla="*/ 0 w 220553"/>
                        <a:gd name="connsiteY2" fmla="*/ 43068 h 48554"/>
                        <a:gd name="connsiteX3" fmla="*/ 0 w 220553"/>
                        <a:gd name="connsiteY3" fmla="*/ 5486 h 48554"/>
                        <a:gd name="connsiteX4" fmla="*/ 5486 w 220553"/>
                        <a:gd name="connsiteY4" fmla="*/ 0 h 48554"/>
                        <a:gd name="connsiteX5" fmla="*/ 215067 w 220553"/>
                        <a:gd name="connsiteY5" fmla="*/ 0 h 48554"/>
                        <a:gd name="connsiteX6" fmla="*/ 220553 w 220553"/>
                        <a:gd name="connsiteY6" fmla="*/ 5486 h 48554"/>
                        <a:gd name="connsiteX7" fmla="*/ 220553 w 220553"/>
                        <a:gd name="connsiteY7" fmla="*/ 43068 h 48554"/>
                        <a:gd name="connsiteX8" fmla="*/ 215067 w 220553"/>
                        <a:gd name="connsiteY8" fmla="*/ 48555 h 485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20553" h="48554">
                          <a:moveTo>
                            <a:pt x="215067" y="48555"/>
                          </a:moveTo>
                          <a:lnTo>
                            <a:pt x="5486" y="48555"/>
                          </a:lnTo>
                          <a:cubicBezTo>
                            <a:pt x="2469" y="48555"/>
                            <a:pt x="0" y="46086"/>
                            <a:pt x="0" y="43068"/>
                          </a:cubicBezTo>
                          <a:lnTo>
                            <a:pt x="0" y="5486"/>
                          </a:lnTo>
                          <a:cubicBezTo>
                            <a:pt x="0" y="2469"/>
                            <a:pt x="2469" y="0"/>
                            <a:pt x="5486" y="0"/>
                          </a:cubicBezTo>
                          <a:lnTo>
                            <a:pt x="215067" y="0"/>
                          </a:lnTo>
                          <a:cubicBezTo>
                            <a:pt x="218084" y="0"/>
                            <a:pt x="220553" y="2469"/>
                            <a:pt x="220553" y="5486"/>
                          </a:cubicBezTo>
                          <a:lnTo>
                            <a:pt x="220553" y="43068"/>
                          </a:lnTo>
                          <a:cubicBezTo>
                            <a:pt x="220553" y="46086"/>
                            <a:pt x="218084" y="48555"/>
                            <a:pt x="215067" y="48555"/>
                          </a:cubicBezTo>
                          <a:close/>
                        </a:path>
                      </a:pathLst>
                    </a:custGeom>
                    <a:solidFill>
                      <a:srgbClr val="36A9E1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16" name="Freeform: Shape 215">
                      <a:extLst>
                        <a:ext uri="{FF2B5EF4-FFF2-40B4-BE49-F238E27FC236}">
                          <a16:creationId xmlns:a16="http://schemas.microsoft.com/office/drawing/2014/main" id="{5DE3E966-AB47-B74B-E8D3-B02C700602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88814" y="2697070"/>
                      <a:ext cx="137324" cy="48554"/>
                    </a:xfrm>
                    <a:custGeom>
                      <a:avLst/>
                      <a:gdLst>
                        <a:gd name="connsiteX0" fmla="*/ 0 w 137324"/>
                        <a:gd name="connsiteY0" fmla="*/ 48555 h 48554"/>
                        <a:gd name="connsiteX1" fmla="*/ 131838 w 137324"/>
                        <a:gd name="connsiteY1" fmla="*/ 48555 h 48554"/>
                        <a:gd name="connsiteX2" fmla="*/ 137325 w 137324"/>
                        <a:gd name="connsiteY2" fmla="*/ 43068 h 48554"/>
                        <a:gd name="connsiteX3" fmla="*/ 137325 w 137324"/>
                        <a:gd name="connsiteY3" fmla="*/ 5486 h 48554"/>
                        <a:gd name="connsiteX4" fmla="*/ 131838 w 137324"/>
                        <a:gd name="connsiteY4" fmla="*/ 0 h 48554"/>
                        <a:gd name="connsiteX5" fmla="*/ 48555 w 137324"/>
                        <a:gd name="connsiteY5" fmla="*/ 0 h 48554"/>
                        <a:gd name="connsiteX6" fmla="*/ 0 w 137324"/>
                        <a:gd name="connsiteY6" fmla="*/ 48555 h 485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37324" h="48554">
                          <a:moveTo>
                            <a:pt x="0" y="48555"/>
                          </a:moveTo>
                          <a:lnTo>
                            <a:pt x="131838" y="48555"/>
                          </a:lnTo>
                          <a:cubicBezTo>
                            <a:pt x="134856" y="48555"/>
                            <a:pt x="137325" y="46086"/>
                            <a:pt x="137325" y="43068"/>
                          </a:cubicBezTo>
                          <a:lnTo>
                            <a:pt x="137325" y="5486"/>
                          </a:lnTo>
                          <a:cubicBezTo>
                            <a:pt x="137325" y="2469"/>
                            <a:pt x="134856" y="0"/>
                            <a:pt x="131838" y="0"/>
                          </a:cubicBezTo>
                          <a:lnTo>
                            <a:pt x="48555" y="0"/>
                          </a:lnTo>
                          <a:lnTo>
                            <a:pt x="0" y="48555"/>
                          </a:lnTo>
                          <a:close/>
                        </a:path>
                      </a:pathLst>
                    </a:custGeom>
                    <a:solidFill>
                      <a:srgbClr val="0091C5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17" name="Freeform: Shape 216">
                      <a:extLst>
                        <a:ext uri="{FF2B5EF4-FFF2-40B4-BE49-F238E27FC236}">
                          <a16:creationId xmlns:a16="http://schemas.microsoft.com/office/drawing/2014/main" id="{A6AA7E5D-D98C-DE76-6DC5-3032EC6BD5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05585" y="2732512"/>
                      <a:ext cx="220553" cy="13167"/>
                    </a:xfrm>
                    <a:custGeom>
                      <a:avLst/>
                      <a:gdLst>
                        <a:gd name="connsiteX0" fmla="*/ 215067 w 220553"/>
                        <a:gd name="connsiteY0" fmla="*/ 5486 h 13167"/>
                        <a:gd name="connsiteX1" fmla="*/ 5486 w 220553"/>
                        <a:gd name="connsiteY1" fmla="*/ 5486 h 13167"/>
                        <a:gd name="connsiteX2" fmla="*/ 0 w 220553"/>
                        <a:gd name="connsiteY2" fmla="*/ 0 h 13167"/>
                        <a:gd name="connsiteX3" fmla="*/ 0 w 220553"/>
                        <a:gd name="connsiteY3" fmla="*/ 7681 h 13167"/>
                        <a:gd name="connsiteX4" fmla="*/ 5486 w 220553"/>
                        <a:gd name="connsiteY4" fmla="*/ 13167 h 13167"/>
                        <a:gd name="connsiteX5" fmla="*/ 215067 w 220553"/>
                        <a:gd name="connsiteY5" fmla="*/ 13167 h 13167"/>
                        <a:gd name="connsiteX6" fmla="*/ 220553 w 220553"/>
                        <a:gd name="connsiteY6" fmla="*/ 7681 h 13167"/>
                        <a:gd name="connsiteX7" fmla="*/ 220553 w 220553"/>
                        <a:gd name="connsiteY7" fmla="*/ 0 h 13167"/>
                        <a:gd name="connsiteX8" fmla="*/ 215067 w 220553"/>
                        <a:gd name="connsiteY8" fmla="*/ 5486 h 131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20553" h="13167">
                          <a:moveTo>
                            <a:pt x="215067" y="5486"/>
                          </a:moveTo>
                          <a:lnTo>
                            <a:pt x="5486" y="5486"/>
                          </a:lnTo>
                          <a:cubicBezTo>
                            <a:pt x="2469" y="5486"/>
                            <a:pt x="0" y="3018"/>
                            <a:pt x="0" y="0"/>
                          </a:cubicBezTo>
                          <a:lnTo>
                            <a:pt x="0" y="7681"/>
                          </a:lnTo>
                          <a:cubicBezTo>
                            <a:pt x="0" y="10698"/>
                            <a:pt x="2469" y="13167"/>
                            <a:pt x="5486" y="13167"/>
                          </a:cubicBezTo>
                          <a:lnTo>
                            <a:pt x="215067" y="13167"/>
                          </a:lnTo>
                          <a:cubicBezTo>
                            <a:pt x="218084" y="13167"/>
                            <a:pt x="220553" y="10698"/>
                            <a:pt x="220553" y="7681"/>
                          </a:cubicBezTo>
                          <a:lnTo>
                            <a:pt x="220553" y="0"/>
                          </a:lnTo>
                          <a:cubicBezTo>
                            <a:pt x="220553" y="3018"/>
                            <a:pt x="218084" y="5486"/>
                            <a:pt x="215067" y="5486"/>
                          </a:cubicBezTo>
                          <a:close/>
                        </a:path>
                      </a:pathLst>
                    </a:custGeom>
                    <a:solidFill>
                      <a:srgbClr val="413E91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18" name="Freeform: Shape 217">
                      <a:extLst>
                        <a:ext uri="{FF2B5EF4-FFF2-40B4-BE49-F238E27FC236}">
                          <a16:creationId xmlns:a16="http://schemas.microsoft.com/office/drawing/2014/main" id="{809DD468-CD70-886A-0873-91F394F31A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25062" y="2705190"/>
                      <a:ext cx="7461" cy="23920"/>
                    </a:xfrm>
                    <a:custGeom>
                      <a:avLst/>
                      <a:gdLst>
                        <a:gd name="connsiteX0" fmla="*/ 3731 w 7461"/>
                        <a:gd name="connsiteY0" fmla="*/ 23921 h 23920"/>
                        <a:gd name="connsiteX1" fmla="*/ 3731 w 7461"/>
                        <a:gd name="connsiteY1" fmla="*/ 23921 h 23920"/>
                        <a:gd name="connsiteX2" fmla="*/ 0 w 7461"/>
                        <a:gd name="connsiteY2" fmla="*/ 20190 h 23920"/>
                        <a:gd name="connsiteX3" fmla="*/ 0 w 7461"/>
                        <a:gd name="connsiteY3" fmla="*/ 3731 h 23920"/>
                        <a:gd name="connsiteX4" fmla="*/ 3731 w 7461"/>
                        <a:gd name="connsiteY4" fmla="*/ 0 h 23920"/>
                        <a:gd name="connsiteX5" fmla="*/ 3731 w 7461"/>
                        <a:gd name="connsiteY5" fmla="*/ 0 h 23920"/>
                        <a:gd name="connsiteX6" fmla="*/ 7462 w 7461"/>
                        <a:gd name="connsiteY6" fmla="*/ 3731 h 23920"/>
                        <a:gd name="connsiteX7" fmla="*/ 7462 w 7461"/>
                        <a:gd name="connsiteY7" fmla="*/ 20190 h 23920"/>
                        <a:gd name="connsiteX8" fmla="*/ 3731 w 7461"/>
                        <a:gd name="connsiteY8" fmla="*/ 23921 h 239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7461" h="23920">
                          <a:moveTo>
                            <a:pt x="3731" y="23921"/>
                          </a:moveTo>
                          <a:lnTo>
                            <a:pt x="3731" y="23921"/>
                          </a:lnTo>
                          <a:cubicBezTo>
                            <a:pt x="1701" y="23921"/>
                            <a:pt x="0" y="22275"/>
                            <a:pt x="0" y="20190"/>
                          </a:cubicBezTo>
                          <a:lnTo>
                            <a:pt x="0" y="3731"/>
                          </a:lnTo>
                          <a:cubicBezTo>
                            <a:pt x="0" y="1701"/>
                            <a:pt x="1646" y="0"/>
                            <a:pt x="3731" y="0"/>
                          </a:cubicBezTo>
                          <a:lnTo>
                            <a:pt x="3731" y="0"/>
                          </a:lnTo>
                          <a:cubicBezTo>
                            <a:pt x="5761" y="0"/>
                            <a:pt x="7462" y="1646"/>
                            <a:pt x="7462" y="3731"/>
                          </a:cubicBezTo>
                          <a:lnTo>
                            <a:pt x="7462" y="20190"/>
                          </a:lnTo>
                          <a:cubicBezTo>
                            <a:pt x="7407" y="22275"/>
                            <a:pt x="5761" y="23921"/>
                            <a:pt x="3731" y="23921"/>
                          </a:cubicBezTo>
                          <a:close/>
                        </a:path>
                      </a:pathLst>
                    </a:custGeom>
                    <a:solidFill>
                      <a:srgbClr val="A44995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19" name="Freeform: Shape 218">
                      <a:extLst>
                        <a:ext uri="{FF2B5EF4-FFF2-40B4-BE49-F238E27FC236}">
                          <a16:creationId xmlns:a16="http://schemas.microsoft.com/office/drawing/2014/main" id="{428B1E81-6FDB-4BE1-64A4-7D5266BDE4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25062" y="2719619"/>
                      <a:ext cx="7461" cy="9491"/>
                    </a:xfrm>
                    <a:custGeom>
                      <a:avLst/>
                      <a:gdLst>
                        <a:gd name="connsiteX0" fmla="*/ 3731 w 7461"/>
                        <a:gd name="connsiteY0" fmla="*/ 3731 h 9491"/>
                        <a:gd name="connsiteX1" fmla="*/ 0 w 7461"/>
                        <a:gd name="connsiteY1" fmla="*/ 0 h 9491"/>
                        <a:gd name="connsiteX2" fmla="*/ 0 w 7461"/>
                        <a:gd name="connsiteY2" fmla="*/ 5761 h 9491"/>
                        <a:gd name="connsiteX3" fmla="*/ 3731 w 7461"/>
                        <a:gd name="connsiteY3" fmla="*/ 9491 h 9491"/>
                        <a:gd name="connsiteX4" fmla="*/ 7462 w 7461"/>
                        <a:gd name="connsiteY4" fmla="*/ 5761 h 9491"/>
                        <a:gd name="connsiteX5" fmla="*/ 7462 w 7461"/>
                        <a:gd name="connsiteY5" fmla="*/ 0 h 9491"/>
                        <a:gd name="connsiteX6" fmla="*/ 3731 w 7461"/>
                        <a:gd name="connsiteY6" fmla="*/ 3731 h 94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7461" h="9491">
                          <a:moveTo>
                            <a:pt x="3731" y="3731"/>
                          </a:moveTo>
                          <a:cubicBezTo>
                            <a:pt x="1701" y="3731"/>
                            <a:pt x="0" y="2085"/>
                            <a:pt x="0" y="0"/>
                          </a:cubicBezTo>
                          <a:lnTo>
                            <a:pt x="0" y="5761"/>
                          </a:lnTo>
                          <a:cubicBezTo>
                            <a:pt x="0" y="7791"/>
                            <a:pt x="1646" y="9491"/>
                            <a:pt x="3731" y="9491"/>
                          </a:cubicBezTo>
                          <a:cubicBezTo>
                            <a:pt x="5816" y="9491"/>
                            <a:pt x="7462" y="7846"/>
                            <a:pt x="7462" y="5761"/>
                          </a:cubicBezTo>
                          <a:lnTo>
                            <a:pt x="7462" y="0"/>
                          </a:lnTo>
                          <a:cubicBezTo>
                            <a:pt x="7407" y="2085"/>
                            <a:pt x="5761" y="3731"/>
                            <a:pt x="3731" y="3731"/>
                          </a:cubicBezTo>
                          <a:close/>
                        </a:path>
                      </a:pathLst>
                    </a:custGeom>
                    <a:solidFill>
                      <a:srgbClr val="952584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0" name="Freeform: Shape 219">
                      <a:extLst>
                        <a:ext uri="{FF2B5EF4-FFF2-40B4-BE49-F238E27FC236}">
                          <a16:creationId xmlns:a16="http://schemas.microsoft.com/office/drawing/2014/main" id="{4CA3483D-CD93-7631-EFB4-DEFE8B6ABB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47556" y="2705190"/>
                      <a:ext cx="7461" cy="23920"/>
                    </a:xfrm>
                    <a:custGeom>
                      <a:avLst/>
                      <a:gdLst>
                        <a:gd name="connsiteX0" fmla="*/ 3731 w 7461"/>
                        <a:gd name="connsiteY0" fmla="*/ 23921 h 23920"/>
                        <a:gd name="connsiteX1" fmla="*/ 3731 w 7461"/>
                        <a:gd name="connsiteY1" fmla="*/ 23921 h 23920"/>
                        <a:gd name="connsiteX2" fmla="*/ 0 w 7461"/>
                        <a:gd name="connsiteY2" fmla="*/ 20190 h 23920"/>
                        <a:gd name="connsiteX3" fmla="*/ 0 w 7461"/>
                        <a:gd name="connsiteY3" fmla="*/ 3731 h 23920"/>
                        <a:gd name="connsiteX4" fmla="*/ 3731 w 7461"/>
                        <a:gd name="connsiteY4" fmla="*/ 0 h 23920"/>
                        <a:gd name="connsiteX5" fmla="*/ 3731 w 7461"/>
                        <a:gd name="connsiteY5" fmla="*/ 0 h 23920"/>
                        <a:gd name="connsiteX6" fmla="*/ 7462 w 7461"/>
                        <a:gd name="connsiteY6" fmla="*/ 3731 h 23920"/>
                        <a:gd name="connsiteX7" fmla="*/ 7462 w 7461"/>
                        <a:gd name="connsiteY7" fmla="*/ 20190 h 23920"/>
                        <a:gd name="connsiteX8" fmla="*/ 3731 w 7461"/>
                        <a:gd name="connsiteY8" fmla="*/ 23921 h 239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7461" h="23920">
                          <a:moveTo>
                            <a:pt x="3731" y="23921"/>
                          </a:moveTo>
                          <a:lnTo>
                            <a:pt x="3731" y="23921"/>
                          </a:lnTo>
                          <a:cubicBezTo>
                            <a:pt x="1701" y="23921"/>
                            <a:pt x="0" y="22275"/>
                            <a:pt x="0" y="20190"/>
                          </a:cubicBezTo>
                          <a:lnTo>
                            <a:pt x="0" y="3731"/>
                          </a:lnTo>
                          <a:cubicBezTo>
                            <a:pt x="0" y="1701"/>
                            <a:pt x="1646" y="0"/>
                            <a:pt x="3731" y="0"/>
                          </a:cubicBezTo>
                          <a:lnTo>
                            <a:pt x="3731" y="0"/>
                          </a:lnTo>
                          <a:cubicBezTo>
                            <a:pt x="5761" y="0"/>
                            <a:pt x="7462" y="1646"/>
                            <a:pt x="7462" y="3731"/>
                          </a:cubicBezTo>
                          <a:lnTo>
                            <a:pt x="7462" y="20190"/>
                          </a:lnTo>
                          <a:cubicBezTo>
                            <a:pt x="7407" y="22275"/>
                            <a:pt x="5761" y="23921"/>
                            <a:pt x="3731" y="23921"/>
                          </a:cubicBezTo>
                          <a:close/>
                        </a:path>
                      </a:pathLst>
                    </a:custGeom>
                    <a:solidFill>
                      <a:srgbClr val="A44995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1" name="Freeform: Shape 220">
                      <a:extLst>
                        <a:ext uri="{FF2B5EF4-FFF2-40B4-BE49-F238E27FC236}">
                          <a16:creationId xmlns:a16="http://schemas.microsoft.com/office/drawing/2014/main" id="{DD23C16D-2EB0-06DD-34D2-11757F3C11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70050" y="2705190"/>
                      <a:ext cx="7461" cy="23920"/>
                    </a:xfrm>
                    <a:custGeom>
                      <a:avLst/>
                      <a:gdLst>
                        <a:gd name="connsiteX0" fmla="*/ 3731 w 7461"/>
                        <a:gd name="connsiteY0" fmla="*/ 23921 h 23920"/>
                        <a:gd name="connsiteX1" fmla="*/ 3731 w 7461"/>
                        <a:gd name="connsiteY1" fmla="*/ 23921 h 23920"/>
                        <a:gd name="connsiteX2" fmla="*/ 0 w 7461"/>
                        <a:gd name="connsiteY2" fmla="*/ 20190 h 23920"/>
                        <a:gd name="connsiteX3" fmla="*/ 0 w 7461"/>
                        <a:gd name="connsiteY3" fmla="*/ 3731 h 23920"/>
                        <a:gd name="connsiteX4" fmla="*/ 3731 w 7461"/>
                        <a:gd name="connsiteY4" fmla="*/ 0 h 23920"/>
                        <a:gd name="connsiteX5" fmla="*/ 3731 w 7461"/>
                        <a:gd name="connsiteY5" fmla="*/ 0 h 23920"/>
                        <a:gd name="connsiteX6" fmla="*/ 7462 w 7461"/>
                        <a:gd name="connsiteY6" fmla="*/ 3731 h 23920"/>
                        <a:gd name="connsiteX7" fmla="*/ 7462 w 7461"/>
                        <a:gd name="connsiteY7" fmla="*/ 20190 h 23920"/>
                        <a:gd name="connsiteX8" fmla="*/ 3731 w 7461"/>
                        <a:gd name="connsiteY8" fmla="*/ 23921 h 239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7461" h="23920">
                          <a:moveTo>
                            <a:pt x="3731" y="23921"/>
                          </a:moveTo>
                          <a:lnTo>
                            <a:pt x="3731" y="23921"/>
                          </a:lnTo>
                          <a:cubicBezTo>
                            <a:pt x="1701" y="23921"/>
                            <a:pt x="0" y="22275"/>
                            <a:pt x="0" y="20190"/>
                          </a:cubicBezTo>
                          <a:lnTo>
                            <a:pt x="0" y="3731"/>
                          </a:lnTo>
                          <a:cubicBezTo>
                            <a:pt x="0" y="1701"/>
                            <a:pt x="1646" y="0"/>
                            <a:pt x="3731" y="0"/>
                          </a:cubicBezTo>
                          <a:lnTo>
                            <a:pt x="3731" y="0"/>
                          </a:lnTo>
                          <a:cubicBezTo>
                            <a:pt x="5761" y="0"/>
                            <a:pt x="7462" y="1646"/>
                            <a:pt x="7462" y="3731"/>
                          </a:cubicBezTo>
                          <a:lnTo>
                            <a:pt x="7462" y="20190"/>
                          </a:lnTo>
                          <a:cubicBezTo>
                            <a:pt x="7407" y="22275"/>
                            <a:pt x="5761" y="23921"/>
                            <a:pt x="3731" y="23921"/>
                          </a:cubicBezTo>
                          <a:close/>
                        </a:path>
                      </a:pathLst>
                    </a:custGeom>
                    <a:solidFill>
                      <a:srgbClr val="A44995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2" name="Freeform: Shape 221">
                      <a:extLst>
                        <a:ext uri="{FF2B5EF4-FFF2-40B4-BE49-F238E27FC236}">
                          <a16:creationId xmlns:a16="http://schemas.microsoft.com/office/drawing/2014/main" id="{049D18F6-929D-0CFF-0101-72AC729900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47556" y="2719619"/>
                      <a:ext cx="7461" cy="9491"/>
                    </a:xfrm>
                    <a:custGeom>
                      <a:avLst/>
                      <a:gdLst>
                        <a:gd name="connsiteX0" fmla="*/ 3731 w 7461"/>
                        <a:gd name="connsiteY0" fmla="*/ 3731 h 9491"/>
                        <a:gd name="connsiteX1" fmla="*/ 0 w 7461"/>
                        <a:gd name="connsiteY1" fmla="*/ 0 h 9491"/>
                        <a:gd name="connsiteX2" fmla="*/ 0 w 7461"/>
                        <a:gd name="connsiteY2" fmla="*/ 5761 h 9491"/>
                        <a:gd name="connsiteX3" fmla="*/ 3731 w 7461"/>
                        <a:gd name="connsiteY3" fmla="*/ 9491 h 9491"/>
                        <a:gd name="connsiteX4" fmla="*/ 7462 w 7461"/>
                        <a:gd name="connsiteY4" fmla="*/ 5761 h 9491"/>
                        <a:gd name="connsiteX5" fmla="*/ 7462 w 7461"/>
                        <a:gd name="connsiteY5" fmla="*/ 0 h 9491"/>
                        <a:gd name="connsiteX6" fmla="*/ 3731 w 7461"/>
                        <a:gd name="connsiteY6" fmla="*/ 3731 h 94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7461" h="9491">
                          <a:moveTo>
                            <a:pt x="3731" y="3731"/>
                          </a:moveTo>
                          <a:cubicBezTo>
                            <a:pt x="1701" y="3731"/>
                            <a:pt x="0" y="2085"/>
                            <a:pt x="0" y="0"/>
                          </a:cubicBezTo>
                          <a:lnTo>
                            <a:pt x="0" y="5761"/>
                          </a:lnTo>
                          <a:cubicBezTo>
                            <a:pt x="0" y="7791"/>
                            <a:pt x="1646" y="9491"/>
                            <a:pt x="3731" y="9491"/>
                          </a:cubicBezTo>
                          <a:cubicBezTo>
                            <a:pt x="5816" y="9491"/>
                            <a:pt x="7462" y="7846"/>
                            <a:pt x="7462" y="5761"/>
                          </a:cubicBezTo>
                          <a:lnTo>
                            <a:pt x="7462" y="0"/>
                          </a:lnTo>
                          <a:cubicBezTo>
                            <a:pt x="7407" y="2085"/>
                            <a:pt x="5761" y="3731"/>
                            <a:pt x="3731" y="3731"/>
                          </a:cubicBezTo>
                          <a:close/>
                        </a:path>
                      </a:pathLst>
                    </a:custGeom>
                    <a:solidFill>
                      <a:srgbClr val="952584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3" name="Freeform: Shape 222">
                      <a:extLst>
                        <a:ext uri="{FF2B5EF4-FFF2-40B4-BE49-F238E27FC236}">
                          <a16:creationId xmlns:a16="http://schemas.microsoft.com/office/drawing/2014/main" id="{8540AA9B-A33C-C402-4ACE-B6731961B9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70050" y="2719619"/>
                      <a:ext cx="7461" cy="9491"/>
                    </a:xfrm>
                    <a:custGeom>
                      <a:avLst/>
                      <a:gdLst>
                        <a:gd name="connsiteX0" fmla="*/ 3731 w 7461"/>
                        <a:gd name="connsiteY0" fmla="*/ 3731 h 9491"/>
                        <a:gd name="connsiteX1" fmla="*/ 0 w 7461"/>
                        <a:gd name="connsiteY1" fmla="*/ 0 h 9491"/>
                        <a:gd name="connsiteX2" fmla="*/ 0 w 7461"/>
                        <a:gd name="connsiteY2" fmla="*/ 5761 h 9491"/>
                        <a:gd name="connsiteX3" fmla="*/ 3731 w 7461"/>
                        <a:gd name="connsiteY3" fmla="*/ 9491 h 9491"/>
                        <a:gd name="connsiteX4" fmla="*/ 7462 w 7461"/>
                        <a:gd name="connsiteY4" fmla="*/ 5761 h 9491"/>
                        <a:gd name="connsiteX5" fmla="*/ 7462 w 7461"/>
                        <a:gd name="connsiteY5" fmla="*/ 0 h 9491"/>
                        <a:gd name="connsiteX6" fmla="*/ 3731 w 7461"/>
                        <a:gd name="connsiteY6" fmla="*/ 3731 h 94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7461" h="9491">
                          <a:moveTo>
                            <a:pt x="3731" y="3731"/>
                          </a:moveTo>
                          <a:cubicBezTo>
                            <a:pt x="1701" y="3731"/>
                            <a:pt x="0" y="2085"/>
                            <a:pt x="0" y="0"/>
                          </a:cubicBezTo>
                          <a:lnTo>
                            <a:pt x="0" y="5761"/>
                          </a:lnTo>
                          <a:cubicBezTo>
                            <a:pt x="0" y="7791"/>
                            <a:pt x="1646" y="9491"/>
                            <a:pt x="3731" y="9491"/>
                          </a:cubicBezTo>
                          <a:cubicBezTo>
                            <a:pt x="5816" y="9491"/>
                            <a:pt x="7462" y="7846"/>
                            <a:pt x="7462" y="5761"/>
                          </a:cubicBezTo>
                          <a:lnTo>
                            <a:pt x="7462" y="0"/>
                          </a:lnTo>
                          <a:cubicBezTo>
                            <a:pt x="7407" y="2085"/>
                            <a:pt x="5761" y="3731"/>
                            <a:pt x="3731" y="3731"/>
                          </a:cubicBezTo>
                          <a:close/>
                        </a:path>
                      </a:pathLst>
                    </a:custGeom>
                    <a:solidFill>
                      <a:srgbClr val="952584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</p:grpSp>
            <p:grpSp>
              <p:nvGrpSpPr>
                <p:cNvPr id="224" name="Graphic 116">
                  <a:extLst>
                    <a:ext uri="{FF2B5EF4-FFF2-40B4-BE49-F238E27FC236}">
                      <a16:creationId xmlns:a16="http://schemas.microsoft.com/office/drawing/2014/main" id="{2C8B66F0-5F78-AE7C-1D6A-10411018A8D3}"/>
                    </a:ext>
                  </a:extLst>
                </p:cNvPr>
                <p:cNvGrpSpPr/>
                <p:nvPr/>
              </p:nvGrpSpPr>
              <p:grpSpPr>
                <a:xfrm>
                  <a:off x="4605585" y="2757036"/>
                  <a:ext cx="220553" cy="59966"/>
                  <a:chOff x="4605585" y="2757036"/>
                  <a:chExt cx="220553" cy="59966"/>
                </a:xfrm>
              </p:grpSpPr>
              <p:sp>
                <p:nvSpPr>
                  <p:cNvPr id="225" name="Freeform: Shape 224">
                    <a:extLst>
                      <a:ext uri="{FF2B5EF4-FFF2-40B4-BE49-F238E27FC236}">
                        <a16:creationId xmlns:a16="http://schemas.microsoft.com/office/drawing/2014/main" id="{C928F1F8-936F-924E-98F0-7561E951A8D9}"/>
                      </a:ext>
                    </a:extLst>
                  </p:cNvPr>
                  <p:cNvSpPr/>
                  <p:nvPr/>
                </p:nvSpPr>
                <p:spPr>
                  <a:xfrm>
                    <a:off x="4621441" y="2805646"/>
                    <a:ext cx="189335" cy="11356"/>
                  </a:xfrm>
                  <a:custGeom>
                    <a:avLst/>
                    <a:gdLst>
                      <a:gd name="connsiteX0" fmla="*/ 0 w 189335"/>
                      <a:gd name="connsiteY0" fmla="*/ 0 h 11356"/>
                      <a:gd name="connsiteX1" fmla="*/ 189336 w 189335"/>
                      <a:gd name="connsiteY1" fmla="*/ 0 h 11356"/>
                      <a:gd name="connsiteX2" fmla="*/ 189336 w 189335"/>
                      <a:gd name="connsiteY2" fmla="*/ 11357 h 11356"/>
                      <a:gd name="connsiteX3" fmla="*/ 0 w 189335"/>
                      <a:gd name="connsiteY3" fmla="*/ 11357 h 113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89335" h="11356">
                        <a:moveTo>
                          <a:pt x="0" y="0"/>
                        </a:moveTo>
                        <a:lnTo>
                          <a:pt x="189336" y="0"/>
                        </a:lnTo>
                        <a:lnTo>
                          <a:pt x="189336" y="11357"/>
                        </a:lnTo>
                        <a:lnTo>
                          <a:pt x="0" y="11357"/>
                        </a:lnTo>
                        <a:close/>
                      </a:path>
                    </a:pathLst>
                  </a:custGeom>
                  <a:solidFill>
                    <a:srgbClr val="A44995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26" name="Freeform: Shape 225">
                    <a:extLst>
                      <a:ext uri="{FF2B5EF4-FFF2-40B4-BE49-F238E27FC236}">
                        <a16:creationId xmlns:a16="http://schemas.microsoft.com/office/drawing/2014/main" id="{DC00C343-AC13-8B6B-6E47-EDD7B80733EF}"/>
                      </a:ext>
                    </a:extLst>
                  </p:cNvPr>
                  <p:cNvSpPr/>
                  <p:nvPr/>
                </p:nvSpPr>
                <p:spPr>
                  <a:xfrm>
                    <a:off x="4716136" y="2805646"/>
                    <a:ext cx="94640" cy="11302"/>
                  </a:xfrm>
                  <a:custGeom>
                    <a:avLst/>
                    <a:gdLst>
                      <a:gd name="connsiteX0" fmla="*/ 94640 w 94640"/>
                      <a:gd name="connsiteY0" fmla="*/ 11302 h 11302"/>
                      <a:gd name="connsiteX1" fmla="*/ 0 w 94640"/>
                      <a:gd name="connsiteY1" fmla="*/ 11302 h 11302"/>
                      <a:gd name="connsiteX2" fmla="*/ 10973 w 94640"/>
                      <a:gd name="connsiteY2" fmla="*/ 0 h 11302"/>
                      <a:gd name="connsiteX3" fmla="*/ 94640 w 94640"/>
                      <a:gd name="connsiteY3" fmla="*/ 0 h 113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4640" h="11302">
                        <a:moveTo>
                          <a:pt x="94640" y="11302"/>
                        </a:moveTo>
                        <a:lnTo>
                          <a:pt x="0" y="11302"/>
                        </a:lnTo>
                        <a:lnTo>
                          <a:pt x="10973" y="0"/>
                        </a:lnTo>
                        <a:lnTo>
                          <a:pt x="94640" y="0"/>
                        </a:lnTo>
                        <a:close/>
                      </a:path>
                    </a:pathLst>
                  </a:custGeom>
                  <a:solidFill>
                    <a:srgbClr val="952584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227" name="Graphic 116">
                    <a:extLst>
                      <a:ext uri="{FF2B5EF4-FFF2-40B4-BE49-F238E27FC236}">
                        <a16:creationId xmlns:a16="http://schemas.microsoft.com/office/drawing/2014/main" id="{332D7926-8DE3-1020-FC0F-0E8677B7ECFB}"/>
                      </a:ext>
                    </a:extLst>
                  </p:cNvPr>
                  <p:cNvGrpSpPr/>
                  <p:nvPr/>
                </p:nvGrpSpPr>
                <p:grpSpPr>
                  <a:xfrm>
                    <a:off x="4605585" y="2757036"/>
                    <a:ext cx="220553" cy="48609"/>
                    <a:chOff x="4605585" y="2757036"/>
                    <a:chExt cx="220553" cy="48609"/>
                  </a:xfrm>
                </p:grpSpPr>
                <p:sp>
                  <p:nvSpPr>
                    <p:cNvPr id="228" name="Freeform: Shape 227">
                      <a:extLst>
                        <a:ext uri="{FF2B5EF4-FFF2-40B4-BE49-F238E27FC236}">
                          <a16:creationId xmlns:a16="http://schemas.microsoft.com/office/drawing/2014/main" id="{1E8488B3-7FC7-358F-B8CD-FAD3796D35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05585" y="2757091"/>
                      <a:ext cx="220553" cy="48554"/>
                    </a:xfrm>
                    <a:custGeom>
                      <a:avLst/>
                      <a:gdLst>
                        <a:gd name="connsiteX0" fmla="*/ 215067 w 220553"/>
                        <a:gd name="connsiteY0" fmla="*/ 48555 h 48554"/>
                        <a:gd name="connsiteX1" fmla="*/ 5486 w 220553"/>
                        <a:gd name="connsiteY1" fmla="*/ 48555 h 48554"/>
                        <a:gd name="connsiteX2" fmla="*/ 0 w 220553"/>
                        <a:gd name="connsiteY2" fmla="*/ 43068 h 48554"/>
                        <a:gd name="connsiteX3" fmla="*/ 0 w 220553"/>
                        <a:gd name="connsiteY3" fmla="*/ 5486 h 48554"/>
                        <a:gd name="connsiteX4" fmla="*/ 5486 w 220553"/>
                        <a:gd name="connsiteY4" fmla="*/ 0 h 48554"/>
                        <a:gd name="connsiteX5" fmla="*/ 215067 w 220553"/>
                        <a:gd name="connsiteY5" fmla="*/ 0 h 48554"/>
                        <a:gd name="connsiteX6" fmla="*/ 220553 w 220553"/>
                        <a:gd name="connsiteY6" fmla="*/ 5486 h 48554"/>
                        <a:gd name="connsiteX7" fmla="*/ 220553 w 220553"/>
                        <a:gd name="connsiteY7" fmla="*/ 43068 h 48554"/>
                        <a:gd name="connsiteX8" fmla="*/ 215067 w 220553"/>
                        <a:gd name="connsiteY8" fmla="*/ 48555 h 485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20553" h="48554">
                          <a:moveTo>
                            <a:pt x="215067" y="48555"/>
                          </a:moveTo>
                          <a:lnTo>
                            <a:pt x="5486" y="48555"/>
                          </a:lnTo>
                          <a:cubicBezTo>
                            <a:pt x="2469" y="48555"/>
                            <a:pt x="0" y="46086"/>
                            <a:pt x="0" y="43068"/>
                          </a:cubicBezTo>
                          <a:lnTo>
                            <a:pt x="0" y="5486"/>
                          </a:lnTo>
                          <a:cubicBezTo>
                            <a:pt x="0" y="2469"/>
                            <a:pt x="2469" y="0"/>
                            <a:pt x="5486" y="0"/>
                          </a:cubicBezTo>
                          <a:lnTo>
                            <a:pt x="215067" y="0"/>
                          </a:lnTo>
                          <a:cubicBezTo>
                            <a:pt x="218084" y="0"/>
                            <a:pt x="220553" y="2469"/>
                            <a:pt x="220553" y="5486"/>
                          </a:cubicBezTo>
                          <a:lnTo>
                            <a:pt x="220553" y="43068"/>
                          </a:lnTo>
                          <a:cubicBezTo>
                            <a:pt x="220553" y="46086"/>
                            <a:pt x="218084" y="48555"/>
                            <a:pt x="215067" y="48555"/>
                          </a:cubicBezTo>
                          <a:close/>
                        </a:path>
                      </a:pathLst>
                    </a:custGeom>
                    <a:solidFill>
                      <a:srgbClr val="36A9E1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9" name="Freeform: Shape 228">
                      <a:extLst>
                        <a:ext uri="{FF2B5EF4-FFF2-40B4-BE49-F238E27FC236}">
                          <a16:creationId xmlns:a16="http://schemas.microsoft.com/office/drawing/2014/main" id="{C3261F4C-F40A-8856-42D3-C981D571CE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88814" y="2757036"/>
                      <a:ext cx="137324" cy="48554"/>
                    </a:xfrm>
                    <a:custGeom>
                      <a:avLst/>
                      <a:gdLst>
                        <a:gd name="connsiteX0" fmla="*/ 0 w 137324"/>
                        <a:gd name="connsiteY0" fmla="*/ 48555 h 48554"/>
                        <a:gd name="connsiteX1" fmla="*/ 131838 w 137324"/>
                        <a:gd name="connsiteY1" fmla="*/ 48555 h 48554"/>
                        <a:gd name="connsiteX2" fmla="*/ 137325 w 137324"/>
                        <a:gd name="connsiteY2" fmla="*/ 43068 h 48554"/>
                        <a:gd name="connsiteX3" fmla="*/ 137325 w 137324"/>
                        <a:gd name="connsiteY3" fmla="*/ 5486 h 48554"/>
                        <a:gd name="connsiteX4" fmla="*/ 131838 w 137324"/>
                        <a:gd name="connsiteY4" fmla="*/ 0 h 48554"/>
                        <a:gd name="connsiteX5" fmla="*/ 48555 w 137324"/>
                        <a:gd name="connsiteY5" fmla="*/ 0 h 48554"/>
                        <a:gd name="connsiteX6" fmla="*/ 0 w 137324"/>
                        <a:gd name="connsiteY6" fmla="*/ 48555 h 485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37324" h="48554">
                          <a:moveTo>
                            <a:pt x="0" y="48555"/>
                          </a:moveTo>
                          <a:lnTo>
                            <a:pt x="131838" y="48555"/>
                          </a:lnTo>
                          <a:cubicBezTo>
                            <a:pt x="134856" y="48555"/>
                            <a:pt x="137325" y="46086"/>
                            <a:pt x="137325" y="43068"/>
                          </a:cubicBezTo>
                          <a:lnTo>
                            <a:pt x="137325" y="5486"/>
                          </a:lnTo>
                          <a:cubicBezTo>
                            <a:pt x="137325" y="2469"/>
                            <a:pt x="134856" y="0"/>
                            <a:pt x="131838" y="0"/>
                          </a:cubicBezTo>
                          <a:lnTo>
                            <a:pt x="48555" y="0"/>
                          </a:lnTo>
                          <a:lnTo>
                            <a:pt x="0" y="48555"/>
                          </a:lnTo>
                          <a:close/>
                        </a:path>
                      </a:pathLst>
                    </a:custGeom>
                    <a:solidFill>
                      <a:srgbClr val="0091C5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0" name="Freeform: Shape 229">
                      <a:extLst>
                        <a:ext uri="{FF2B5EF4-FFF2-40B4-BE49-F238E27FC236}">
                          <a16:creationId xmlns:a16="http://schemas.microsoft.com/office/drawing/2014/main" id="{A8B90245-E9AE-B888-981E-68F9A325C3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05585" y="2792478"/>
                      <a:ext cx="220553" cy="13167"/>
                    </a:xfrm>
                    <a:custGeom>
                      <a:avLst/>
                      <a:gdLst>
                        <a:gd name="connsiteX0" fmla="*/ 215067 w 220553"/>
                        <a:gd name="connsiteY0" fmla="*/ 5486 h 13167"/>
                        <a:gd name="connsiteX1" fmla="*/ 5486 w 220553"/>
                        <a:gd name="connsiteY1" fmla="*/ 5486 h 13167"/>
                        <a:gd name="connsiteX2" fmla="*/ 0 w 220553"/>
                        <a:gd name="connsiteY2" fmla="*/ 0 h 13167"/>
                        <a:gd name="connsiteX3" fmla="*/ 0 w 220553"/>
                        <a:gd name="connsiteY3" fmla="*/ 7681 h 13167"/>
                        <a:gd name="connsiteX4" fmla="*/ 5486 w 220553"/>
                        <a:gd name="connsiteY4" fmla="*/ 13167 h 13167"/>
                        <a:gd name="connsiteX5" fmla="*/ 215067 w 220553"/>
                        <a:gd name="connsiteY5" fmla="*/ 13167 h 13167"/>
                        <a:gd name="connsiteX6" fmla="*/ 220553 w 220553"/>
                        <a:gd name="connsiteY6" fmla="*/ 7681 h 13167"/>
                        <a:gd name="connsiteX7" fmla="*/ 220553 w 220553"/>
                        <a:gd name="connsiteY7" fmla="*/ 0 h 13167"/>
                        <a:gd name="connsiteX8" fmla="*/ 215067 w 220553"/>
                        <a:gd name="connsiteY8" fmla="*/ 5486 h 131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20553" h="13167">
                          <a:moveTo>
                            <a:pt x="215067" y="5486"/>
                          </a:moveTo>
                          <a:lnTo>
                            <a:pt x="5486" y="5486"/>
                          </a:lnTo>
                          <a:cubicBezTo>
                            <a:pt x="2469" y="5486"/>
                            <a:pt x="0" y="3018"/>
                            <a:pt x="0" y="0"/>
                          </a:cubicBezTo>
                          <a:lnTo>
                            <a:pt x="0" y="7681"/>
                          </a:lnTo>
                          <a:cubicBezTo>
                            <a:pt x="0" y="10698"/>
                            <a:pt x="2469" y="13167"/>
                            <a:pt x="5486" y="13167"/>
                          </a:cubicBezTo>
                          <a:lnTo>
                            <a:pt x="215067" y="13167"/>
                          </a:lnTo>
                          <a:cubicBezTo>
                            <a:pt x="218084" y="13167"/>
                            <a:pt x="220553" y="10698"/>
                            <a:pt x="220553" y="7681"/>
                          </a:cubicBezTo>
                          <a:lnTo>
                            <a:pt x="220553" y="0"/>
                          </a:lnTo>
                          <a:cubicBezTo>
                            <a:pt x="220553" y="3018"/>
                            <a:pt x="218084" y="5486"/>
                            <a:pt x="215067" y="5486"/>
                          </a:cubicBezTo>
                          <a:close/>
                        </a:path>
                      </a:pathLst>
                    </a:custGeom>
                    <a:solidFill>
                      <a:srgbClr val="413E91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1" name="Freeform: Shape 230">
                      <a:extLst>
                        <a:ext uri="{FF2B5EF4-FFF2-40B4-BE49-F238E27FC236}">
                          <a16:creationId xmlns:a16="http://schemas.microsoft.com/office/drawing/2014/main" id="{B53E7162-3EA0-5E61-3A40-1116183356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25062" y="2765156"/>
                      <a:ext cx="7461" cy="23920"/>
                    </a:xfrm>
                    <a:custGeom>
                      <a:avLst/>
                      <a:gdLst>
                        <a:gd name="connsiteX0" fmla="*/ 3731 w 7461"/>
                        <a:gd name="connsiteY0" fmla="*/ 23921 h 23920"/>
                        <a:gd name="connsiteX1" fmla="*/ 3731 w 7461"/>
                        <a:gd name="connsiteY1" fmla="*/ 23921 h 23920"/>
                        <a:gd name="connsiteX2" fmla="*/ 0 w 7461"/>
                        <a:gd name="connsiteY2" fmla="*/ 20190 h 23920"/>
                        <a:gd name="connsiteX3" fmla="*/ 0 w 7461"/>
                        <a:gd name="connsiteY3" fmla="*/ 3731 h 23920"/>
                        <a:gd name="connsiteX4" fmla="*/ 3731 w 7461"/>
                        <a:gd name="connsiteY4" fmla="*/ 0 h 23920"/>
                        <a:gd name="connsiteX5" fmla="*/ 3731 w 7461"/>
                        <a:gd name="connsiteY5" fmla="*/ 0 h 23920"/>
                        <a:gd name="connsiteX6" fmla="*/ 7462 w 7461"/>
                        <a:gd name="connsiteY6" fmla="*/ 3731 h 23920"/>
                        <a:gd name="connsiteX7" fmla="*/ 7462 w 7461"/>
                        <a:gd name="connsiteY7" fmla="*/ 20190 h 23920"/>
                        <a:gd name="connsiteX8" fmla="*/ 3731 w 7461"/>
                        <a:gd name="connsiteY8" fmla="*/ 23921 h 239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7461" h="23920">
                          <a:moveTo>
                            <a:pt x="3731" y="23921"/>
                          </a:moveTo>
                          <a:lnTo>
                            <a:pt x="3731" y="23921"/>
                          </a:lnTo>
                          <a:cubicBezTo>
                            <a:pt x="1701" y="23921"/>
                            <a:pt x="0" y="22275"/>
                            <a:pt x="0" y="20190"/>
                          </a:cubicBezTo>
                          <a:lnTo>
                            <a:pt x="0" y="3731"/>
                          </a:lnTo>
                          <a:cubicBezTo>
                            <a:pt x="0" y="1701"/>
                            <a:pt x="1646" y="0"/>
                            <a:pt x="3731" y="0"/>
                          </a:cubicBezTo>
                          <a:lnTo>
                            <a:pt x="3731" y="0"/>
                          </a:lnTo>
                          <a:cubicBezTo>
                            <a:pt x="5761" y="0"/>
                            <a:pt x="7462" y="1646"/>
                            <a:pt x="7462" y="3731"/>
                          </a:cubicBezTo>
                          <a:lnTo>
                            <a:pt x="7462" y="20190"/>
                          </a:lnTo>
                          <a:cubicBezTo>
                            <a:pt x="7407" y="22275"/>
                            <a:pt x="5761" y="23921"/>
                            <a:pt x="3731" y="23921"/>
                          </a:cubicBezTo>
                          <a:close/>
                        </a:path>
                      </a:pathLst>
                    </a:custGeom>
                    <a:solidFill>
                      <a:srgbClr val="A44995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2" name="Freeform: Shape 231">
                      <a:extLst>
                        <a:ext uri="{FF2B5EF4-FFF2-40B4-BE49-F238E27FC236}">
                          <a16:creationId xmlns:a16="http://schemas.microsoft.com/office/drawing/2014/main" id="{4F2853F0-EE72-7ADF-1676-83760ABE54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25062" y="2779585"/>
                      <a:ext cx="7461" cy="9491"/>
                    </a:xfrm>
                    <a:custGeom>
                      <a:avLst/>
                      <a:gdLst>
                        <a:gd name="connsiteX0" fmla="*/ 3731 w 7461"/>
                        <a:gd name="connsiteY0" fmla="*/ 3731 h 9491"/>
                        <a:gd name="connsiteX1" fmla="*/ 0 w 7461"/>
                        <a:gd name="connsiteY1" fmla="*/ 0 h 9491"/>
                        <a:gd name="connsiteX2" fmla="*/ 0 w 7461"/>
                        <a:gd name="connsiteY2" fmla="*/ 5761 h 9491"/>
                        <a:gd name="connsiteX3" fmla="*/ 3731 w 7461"/>
                        <a:gd name="connsiteY3" fmla="*/ 9491 h 9491"/>
                        <a:gd name="connsiteX4" fmla="*/ 7462 w 7461"/>
                        <a:gd name="connsiteY4" fmla="*/ 5761 h 9491"/>
                        <a:gd name="connsiteX5" fmla="*/ 7462 w 7461"/>
                        <a:gd name="connsiteY5" fmla="*/ 0 h 9491"/>
                        <a:gd name="connsiteX6" fmla="*/ 3731 w 7461"/>
                        <a:gd name="connsiteY6" fmla="*/ 3731 h 94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7461" h="9491">
                          <a:moveTo>
                            <a:pt x="3731" y="3731"/>
                          </a:moveTo>
                          <a:cubicBezTo>
                            <a:pt x="1701" y="3731"/>
                            <a:pt x="0" y="2085"/>
                            <a:pt x="0" y="0"/>
                          </a:cubicBezTo>
                          <a:lnTo>
                            <a:pt x="0" y="5761"/>
                          </a:lnTo>
                          <a:cubicBezTo>
                            <a:pt x="0" y="7791"/>
                            <a:pt x="1646" y="9491"/>
                            <a:pt x="3731" y="9491"/>
                          </a:cubicBezTo>
                          <a:cubicBezTo>
                            <a:pt x="5816" y="9491"/>
                            <a:pt x="7462" y="7846"/>
                            <a:pt x="7462" y="5761"/>
                          </a:cubicBezTo>
                          <a:lnTo>
                            <a:pt x="7462" y="0"/>
                          </a:lnTo>
                          <a:cubicBezTo>
                            <a:pt x="7407" y="2085"/>
                            <a:pt x="5761" y="3731"/>
                            <a:pt x="3731" y="3731"/>
                          </a:cubicBezTo>
                          <a:close/>
                        </a:path>
                      </a:pathLst>
                    </a:custGeom>
                    <a:solidFill>
                      <a:srgbClr val="952584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3" name="Freeform: Shape 232">
                      <a:extLst>
                        <a:ext uri="{FF2B5EF4-FFF2-40B4-BE49-F238E27FC236}">
                          <a16:creationId xmlns:a16="http://schemas.microsoft.com/office/drawing/2014/main" id="{E17CF7C6-4180-7A25-5348-401EB7C285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47556" y="2765156"/>
                      <a:ext cx="7461" cy="23920"/>
                    </a:xfrm>
                    <a:custGeom>
                      <a:avLst/>
                      <a:gdLst>
                        <a:gd name="connsiteX0" fmla="*/ 3731 w 7461"/>
                        <a:gd name="connsiteY0" fmla="*/ 23921 h 23920"/>
                        <a:gd name="connsiteX1" fmla="*/ 3731 w 7461"/>
                        <a:gd name="connsiteY1" fmla="*/ 23921 h 23920"/>
                        <a:gd name="connsiteX2" fmla="*/ 0 w 7461"/>
                        <a:gd name="connsiteY2" fmla="*/ 20190 h 23920"/>
                        <a:gd name="connsiteX3" fmla="*/ 0 w 7461"/>
                        <a:gd name="connsiteY3" fmla="*/ 3731 h 23920"/>
                        <a:gd name="connsiteX4" fmla="*/ 3731 w 7461"/>
                        <a:gd name="connsiteY4" fmla="*/ 0 h 23920"/>
                        <a:gd name="connsiteX5" fmla="*/ 3731 w 7461"/>
                        <a:gd name="connsiteY5" fmla="*/ 0 h 23920"/>
                        <a:gd name="connsiteX6" fmla="*/ 7462 w 7461"/>
                        <a:gd name="connsiteY6" fmla="*/ 3731 h 23920"/>
                        <a:gd name="connsiteX7" fmla="*/ 7462 w 7461"/>
                        <a:gd name="connsiteY7" fmla="*/ 20190 h 23920"/>
                        <a:gd name="connsiteX8" fmla="*/ 3731 w 7461"/>
                        <a:gd name="connsiteY8" fmla="*/ 23921 h 239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7461" h="23920">
                          <a:moveTo>
                            <a:pt x="3731" y="23921"/>
                          </a:moveTo>
                          <a:lnTo>
                            <a:pt x="3731" y="23921"/>
                          </a:lnTo>
                          <a:cubicBezTo>
                            <a:pt x="1701" y="23921"/>
                            <a:pt x="0" y="22275"/>
                            <a:pt x="0" y="20190"/>
                          </a:cubicBezTo>
                          <a:lnTo>
                            <a:pt x="0" y="3731"/>
                          </a:lnTo>
                          <a:cubicBezTo>
                            <a:pt x="0" y="1701"/>
                            <a:pt x="1646" y="0"/>
                            <a:pt x="3731" y="0"/>
                          </a:cubicBezTo>
                          <a:lnTo>
                            <a:pt x="3731" y="0"/>
                          </a:lnTo>
                          <a:cubicBezTo>
                            <a:pt x="5761" y="0"/>
                            <a:pt x="7462" y="1646"/>
                            <a:pt x="7462" y="3731"/>
                          </a:cubicBezTo>
                          <a:lnTo>
                            <a:pt x="7462" y="20190"/>
                          </a:lnTo>
                          <a:cubicBezTo>
                            <a:pt x="7407" y="22275"/>
                            <a:pt x="5761" y="23921"/>
                            <a:pt x="3731" y="23921"/>
                          </a:cubicBezTo>
                          <a:close/>
                        </a:path>
                      </a:pathLst>
                    </a:custGeom>
                    <a:solidFill>
                      <a:srgbClr val="A44995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4" name="Freeform: Shape 233">
                      <a:extLst>
                        <a:ext uri="{FF2B5EF4-FFF2-40B4-BE49-F238E27FC236}">
                          <a16:creationId xmlns:a16="http://schemas.microsoft.com/office/drawing/2014/main" id="{82361060-7926-A190-366E-A09B45C829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70050" y="2765156"/>
                      <a:ext cx="7461" cy="23920"/>
                    </a:xfrm>
                    <a:custGeom>
                      <a:avLst/>
                      <a:gdLst>
                        <a:gd name="connsiteX0" fmla="*/ 3731 w 7461"/>
                        <a:gd name="connsiteY0" fmla="*/ 23921 h 23920"/>
                        <a:gd name="connsiteX1" fmla="*/ 3731 w 7461"/>
                        <a:gd name="connsiteY1" fmla="*/ 23921 h 23920"/>
                        <a:gd name="connsiteX2" fmla="*/ 0 w 7461"/>
                        <a:gd name="connsiteY2" fmla="*/ 20190 h 23920"/>
                        <a:gd name="connsiteX3" fmla="*/ 0 w 7461"/>
                        <a:gd name="connsiteY3" fmla="*/ 3731 h 23920"/>
                        <a:gd name="connsiteX4" fmla="*/ 3731 w 7461"/>
                        <a:gd name="connsiteY4" fmla="*/ 0 h 23920"/>
                        <a:gd name="connsiteX5" fmla="*/ 3731 w 7461"/>
                        <a:gd name="connsiteY5" fmla="*/ 0 h 23920"/>
                        <a:gd name="connsiteX6" fmla="*/ 7462 w 7461"/>
                        <a:gd name="connsiteY6" fmla="*/ 3731 h 23920"/>
                        <a:gd name="connsiteX7" fmla="*/ 7462 w 7461"/>
                        <a:gd name="connsiteY7" fmla="*/ 20190 h 23920"/>
                        <a:gd name="connsiteX8" fmla="*/ 3731 w 7461"/>
                        <a:gd name="connsiteY8" fmla="*/ 23921 h 239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7461" h="23920">
                          <a:moveTo>
                            <a:pt x="3731" y="23921"/>
                          </a:moveTo>
                          <a:lnTo>
                            <a:pt x="3731" y="23921"/>
                          </a:lnTo>
                          <a:cubicBezTo>
                            <a:pt x="1701" y="23921"/>
                            <a:pt x="0" y="22275"/>
                            <a:pt x="0" y="20190"/>
                          </a:cubicBezTo>
                          <a:lnTo>
                            <a:pt x="0" y="3731"/>
                          </a:lnTo>
                          <a:cubicBezTo>
                            <a:pt x="0" y="1701"/>
                            <a:pt x="1646" y="0"/>
                            <a:pt x="3731" y="0"/>
                          </a:cubicBezTo>
                          <a:lnTo>
                            <a:pt x="3731" y="0"/>
                          </a:lnTo>
                          <a:cubicBezTo>
                            <a:pt x="5761" y="0"/>
                            <a:pt x="7462" y="1646"/>
                            <a:pt x="7462" y="3731"/>
                          </a:cubicBezTo>
                          <a:lnTo>
                            <a:pt x="7462" y="20190"/>
                          </a:lnTo>
                          <a:cubicBezTo>
                            <a:pt x="7407" y="22275"/>
                            <a:pt x="5761" y="23921"/>
                            <a:pt x="3731" y="23921"/>
                          </a:cubicBezTo>
                          <a:close/>
                        </a:path>
                      </a:pathLst>
                    </a:custGeom>
                    <a:solidFill>
                      <a:srgbClr val="A44995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5" name="Freeform: Shape 234">
                      <a:extLst>
                        <a:ext uri="{FF2B5EF4-FFF2-40B4-BE49-F238E27FC236}">
                          <a16:creationId xmlns:a16="http://schemas.microsoft.com/office/drawing/2014/main" id="{975B7390-033E-79D5-CBFF-B435B6C65A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47556" y="2779585"/>
                      <a:ext cx="7461" cy="9491"/>
                    </a:xfrm>
                    <a:custGeom>
                      <a:avLst/>
                      <a:gdLst>
                        <a:gd name="connsiteX0" fmla="*/ 3731 w 7461"/>
                        <a:gd name="connsiteY0" fmla="*/ 3731 h 9491"/>
                        <a:gd name="connsiteX1" fmla="*/ 0 w 7461"/>
                        <a:gd name="connsiteY1" fmla="*/ 0 h 9491"/>
                        <a:gd name="connsiteX2" fmla="*/ 0 w 7461"/>
                        <a:gd name="connsiteY2" fmla="*/ 5761 h 9491"/>
                        <a:gd name="connsiteX3" fmla="*/ 3731 w 7461"/>
                        <a:gd name="connsiteY3" fmla="*/ 9491 h 9491"/>
                        <a:gd name="connsiteX4" fmla="*/ 7462 w 7461"/>
                        <a:gd name="connsiteY4" fmla="*/ 5761 h 9491"/>
                        <a:gd name="connsiteX5" fmla="*/ 7462 w 7461"/>
                        <a:gd name="connsiteY5" fmla="*/ 0 h 9491"/>
                        <a:gd name="connsiteX6" fmla="*/ 3731 w 7461"/>
                        <a:gd name="connsiteY6" fmla="*/ 3731 h 94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7461" h="9491">
                          <a:moveTo>
                            <a:pt x="3731" y="3731"/>
                          </a:moveTo>
                          <a:cubicBezTo>
                            <a:pt x="1701" y="3731"/>
                            <a:pt x="0" y="2085"/>
                            <a:pt x="0" y="0"/>
                          </a:cubicBezTo>
                          <a:lnTo>
                            <a:pt x="0" y="5761"/>
                          </a:lnTo>
                          <a:cubicBezTo>
                            <a:pt x="0" y="7791"/>
                            <a:pt x="1646" y="9491"/>
                            <a:pt x="3731" y="9491"/>
                          </a:cubicBezTo>
                          <a:cubicBezTo>
                            <a:pt x="5816" y="9491"/>
                            <a:pt x="7462" y="7846"/>
                            <a:pt x="7462" y="5761"/>
                          </a:cubicBezTo>
                          <a:lnTo>
                            <a:pt x="7462" y="0"/>
                          </a:lnTo>
                          <a:cubicBezTo>
                            <a:pt x="7407" y="2085"/>
                            <a:pt x="5761" y="3731"/>
                            <a:pt x="3731" y="3731"/>
                          </a:cubicBezTo>
                          <a:close/>
                        </a:path>
                      </a:pathLst>
                    </a:custGeom>
                    <a:solidFill>
                      <a:srgbClr val="952584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" name="Freeform: Shape 235">
                      <a:extLst>
                        <a:ext uri="{FF2B5EF4-FFF2-40B4-BE49-F238E27FC236}">
                          <a16:creationId xmlns:a16="http://schemas.microsoft.com/office/drawing/2014/main" id="{C7317958-6438-E9E8-1001-B38B56A104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70050" y="2779585"/>
                      <a:ext cx="7461" cy="9491"/>
                    </a:xfrm>
                    <a:custGeom>
                      <a:avLst/>
                      <a:gdLst>
                        <a:gd name="connsiteX0" fmla="*/ 3731 w 7461"/>
                        <a:gd name="connsiteY0" fmla="*/ 3731 h 9491"/>
                        <a:gd name="connsiteX1" fmla="*/ 0 w 7461"/>
                        <a:gd name="connsiteY1" fmla="*/ 0 h 9491"/>
                        <a:gd name="connsiteX2" fmla="*/ 0 w 7461"/>
                        <a:gd name="connsiteY2" fmla="*/ 5761 h 9491"/>
                        <a:gd name="connsiteX3" fmla="*/ 3731 w 7461"/>
                        <a:gd name="connsiteY3" fmla="*/ 9491 h 9491"/>
                        <a:gd name="connsiteX4" fmla="*/ 7462 w 7461"/>
                        <a:gd name="connsiteY4" fmla="*/ 5761 h 9491"/>
                        <a:gd name="connsiteX5" fmla="*/ 7462 w 7461"/>
                        <a:gd name="connsiteY5" fmla="*/ 0 h 9491"/>
                        <a:gd name="connsiteX6" fmla="*/ 3731 w 7461"/>
                        <a:gd name="connsiteY6" fmla="*/ 3731 h 94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7461" h="9491">
                          <a:moveTo>
                            <a:pt x="3731" y="3731"/>
                          </a:moveTo>
                          <a:cubicBezTo>
                            <a:pt x="1701" y="3731"/>
                            <a:pt x="0" y="2085"/>
                            <a:pt x="0" y="0"/>
                          </a:cubicBezTo>
                          <a:lnTo>
                            <a:pt x="0" y="5761"/>
                          </a:lnTo>
                          <a:cubicBezTo>
                            <a:pt x="0" y="7791"/>
                            <a:pt x="1646" y="9491"/>
                            <a:pt x="3731" y="9491"/>
                          </a:cubicBezTo>
                          <a:cubicBezTo>
                            <a:pt x="5816" y="9491"/>
                            <a:pt x="7462" y="7846"/>
                            <a:pt x="7462" y="5761"/>
                          </a:cubicBezTo>
                          <a:lnTo>
                            <a:pt x="7462" y="0"/>
                          </a:lnTo>
                          <a:cubicBezTo>
                            <a:pt x="7407" y="2085"/>
                            <a:pt x="5761" y="3731"/>
                            <a:pt x="3731" y="3731"/>
                          </a:cubicBezTo>
                          <a:close/>
                        </a:path>
                      </a:pathLst>
                    </a:custGeom>
                    <a:solidFill>
                      <a:srgbClr val="952584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</p:grpSp>
            <p:grpSp>
              <p:nvGrpSpPr>
                <p:cNvPr id="237" name="Graphic 116">
                  <a:extLst>
                    <a:ext uri="{FF2B5EF4-FFF2-40B4-BE49-F238E27FC236}">
                      <a16:creationId xmlns:a16="http://schemas.microsoft.com/office/drawing/2014/main" id="{439F777F-E127-4EDC-76C4-B72A4FF8F152}"/>
                    </a:ext>
                  </a:extLst>
                </p:cNvPr>
                <p:cNvGrpSpPr/>
                <p:nvPr/>
              </p:nvGrpSpPr>
              <p:grpSpPr>
                <a:xfrm>
                  <a:off x="4605585" y="2816948"/>
                  <a:ext cx="220553" cy="59966"/>
                  <a:chOff x="4605585" y="2816948"/>
                  <a:chExt cx="220553" cy="59966"/>
                </a:xfrm>
              </p:grpSpPr>
              <p:sp>
                <p:nvSpPr>
                  <p:cNvPr id="238" name="Freeform: Shape 237">
                    <a:extLst>
                      <a:ext uri="{FF2B5EF4-FFF2-40B4-BE49-F238E27FC236}">
                        <a16:creationId xmlns:a16="http://schemas.microsoft.com/office/drawing/2014/main" id="{70905F8E-6A7E-0668-543F-79142D12256A}"/>
                      </a:ext>
                    </a:extLst>
                  </p:cNvPr>
                  <p:cNvSpPr/>
                  <p:nvPr/>
                </p:nvSpPr>
                <p:spPr>
                  <a:xfrm>
                    <a:off x="4621441" y="2865557"/>
                    <a:ext cx="189335" cy="11356"/>
                  </a:xfrm>
                  <a:custGeom>
                    <a:avLst/>
                    <a:gdLst>
                      <a:gd name="connsiteX0" fmla="*/ 0 w 189335"/>
                      <a:gd name="connsiteY0" fmla="*/ 0 h 11356"/>
                      <a:gd name="connsiteX1" fmla="*/ 189336 w 189335"/>
                      <a:gd name="connsiteY1" fmla="*/ 0 h 11356"/>
                      <a:gd name="connsiteX2" fmla="*/ 189336 w 189335"/>
                      <a:gd name="connsiteY2" fmla="*/ 11357 h 11356"/>
                      <a:gd name="connsiteX3" fmla="*/ 0 w 189335"/>
                      <a:gd name="connsiteY3" fmla="*/ 11357 h 113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89335" h="11356">
                        <a:moveTo>
                          <a:pt x="0" y="0"/>
                        </a:moveTo>
                        <a:lnTo>
                          <a:pt x="189336" y="0"/>
                        </a:lnTo>
                        <a:lnTo>
                          <a:pt x="189336" y="11357"/>
                        </a:lnTo>
                        <a:lnTo>
                          <a:pt x="0" y="11357"/>
                        </a:lnTo>
                        <a:close/>
                      </a:path>
                    </a:pathLst>
                  </a:custGeom>
                  <a:solidFill>
                    <a:srgbClr val="A44995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39" name="Freeform: Shape 238">
                    <a:extLst>
                      <a:ext uri="{FF2B5EF4-FFF2-40B4-BE49-F238E27FC236}">
                        <a16:creationId xmlns:a16="http://schemas.microsoft.com/office/drawing/2014/main" id="{1CDD48C9-364E-DAC5-1C9A-3BAEC3823F40}"/>
                      </a:ext>
                    </a:extLst>
                  </p:cNvPr>
                  <p:cNvSpPr/>
                  <p:nvPr/>
                </p:nvSpPr>
                <p:spPr>
                  <a:xfrm>
                    <a:off x="4716136" y="2865557"/>
                    <a:ext cx="94640" cy="11356"/>
                  </a:xfrm>
                  <a:custGeom>
                    <a:avLst/>
                    <a:gdLst>
                      <a:gd name="connsiteX0" fmla="*/ 94640 w 94640"/>
                      <a:gd name="connsiteY0" fmla="*/ 11357 h 11356"/>
                      <a:gd name="connsiteX1" fmla="*/ 0 w 94640"/>
                      <a:gd name="connsiteY1" fmla="*/ 11357 h 11356"/>
                      <a:gd name="connsiteX2" fmla="*/ 10973 w 94640"/>
                      <a:gd name="connsiteY2" fmla="*/ 0 h 11356"/>
                      <a:gd name="connsiteX3" fmla="*/ 94640 w 94640"/>
                      <a:gd name="connsiteY3" fmla="*/ 0 h 113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4640" h="11356">
                        <a:moveTo>
                          <a:pt x="94640" y="11357"/>
                        </a:moveTo>
                        <a:lnTo>
                          <a:pt x="0" y="11357"/>
                        </a:lnTo>
                        <a:lnTo>
                          <a:pt x="10973" y="0"/>
                        </a:lnTo>
                        <a:lnTo>
                          <a:pt x="94640" y="0"/>
                        </a:lnTo>
                        <a:close/>
                      </a:path>
                    </a:pathLst>
                  </a:custGeom>
                  <a:solidFill>
                    <a:srgbClr val="952584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240" name="Graphic 116">
                    <a:extLst>
                      <a:ext uri="{FF2B5EF4-FFF2-40B4-BE49-F238E27FC236}">
                        <a16:creationId xmlns:a16="http://schemas.microsoft.com/office/drawing/2014/main" id="{C9070636-777B-DD90-3123-EE9358284574}"/>
                      </a:ext>
                    </a:extLst>
                  </p:cNvPr>
                  <p:cNvGrpSpPr/>
                  <p:nvPr/>
                </p:nvGrpSpPr>
                <p:grpSpPr>
                  <a:xfrm>
                    <a:off x="4605585" y="2816948"/>
                    <a:ext cx="220553" cy="48609"/>
                    <a:chOff x="4605585" y="2816948"/>
                    <a:chExt cx="220553" cy="48609"/>
                  </a:xfrm>
                </p:grpSpPr>
                <p:sp>
                  <p:nvSpPr>
                    <p:cNvPr id="241" name="Freeform: Shape 240">
                      <a:extLst>
                        <a:ext uri="{FF2B5EF4-FFF2-40B4-BE49-F238E27FC236}">
                          <a16:creationId xmlns:a16="http://schemas.microsoft.com/office/drawing/2014/main" id="{8388F28D-71A4-5726-FEE9-80D71DED25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05585" y="2817002"/>
                      <a:ext cx="220553" cy="48554"/>
                    </a:xfrm>
                    <a:custGeom>
                      <a:avLst/>
                      <a:gdLst>
                        <a:gd name="connsiteX0" fmla="*/ 215067 w 220553"/>
                        <a:gd name="connsiteY0" fmla="*/ 48555 h 48554"/>
                        <a:gd name="connsiteX1" fmla="*/ 5486 w 220553"/>
                        <a:gd name="connsiteY1" fmla="*/ 48555 h 48554"/>
                        <a:gd name="connsiteX2" fmla="*/ 0 w 220553"/>
                        <a:gd name="connsiteY2" fmla="*/ 43068 h 48554"/>
                        <a:gd name="connsiteX3" fmla="*/ 0 w 220553"/>
                        <a:gd name="connsiteY3" fmla="*/ 5486 h 48554"/>
                        <a:gd name="connsiteX4" fmla="*/ 5486 w 220553"/>
                        <a:gd name="connsiteY4" fmla="*/ 0 h 48554"/>
                        <a:gd name="connsiteX5" fmla="*/ 215067 w 220553"/>
                        <a:gd name="connsiteY5" fmla="*/ 0 h 48554"/>
                        <a:gd name="connsiteX6" fmla="*/ 220553 w 220553"/>
                        <a:gd name="connsiteY6" fmla="*/ 5486 h 48554"/>
                        <a:gd name="connsiteX7" fmla="*/ 220553 w 220553"/>
                        <a:gd name="connsiteY7" fmla="*/ 43068 h 48554"/>
                        <a:gd name="connsiteX8" fmla="*/ 215067 w 220553"/>
                        <a:gd name="connsiteY8" fmla="*/ 48555 h 485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20553" h="48554">
                          <a:moveTo>
                            <a:pt x="215067" y="48555"/>
                          </a:moveTo>
                          <a:lnTo>
                            <a:pt x="5486" y="48555"/>
                          </a:lnTo>
                          <a:cubicBezTo>
                            <a:pt x="2469" y="48555"/>
                            <a:pt x="0" y="46086"/>
                            <a:pt x="0" y="43068"/>
                          </a:cubicBezTo>
                          <a:lnTo>
                            <a:pt x="0" y="5486"/>
                          </a:lnTo>
                          <a:cubicBezTo>
                            <a:pt x="0" y="2469"/>
                            <a:pt x="2469" y="0"/>
                            <a:pt x="5486" y="0"/>
                          </a:cubicBezTo>
                          <a:lnTo>
                            <a:pt x="215067" y="0"/>
                          </a:lnTo>
                          <a:cubicBezTo>
                            <a:pt x="218084" y="0"/>
                            <a:pt x="220553" y="2469"/>
                            <a:pt x="220553" y="5486"/>
                          </a:cubicBezTo>
                          <a:lnTo>
                            <a:pt x="220553" y="43068"/>
                          </a:lnTo>
                          <a:cubicBezTo>
                            <a:pt x="220553" y="46086"/>
                            <a:pt x="218084" y="48555"/>
                            <a:pt x="215067" y="48555"/>
                          </a:cubicBezTo>
                          <a:close/>
                        </a:path>
                      </a:pathLst>
                    </a:custGeom>
                    <a:solidFill>
                      <a:srgbClr val="36A9E1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2" name="Freeform: Shape 241">
                      <a:extLst>
                        <a:ext uri="{FF2B5EF4-FFF2-40B4-BE49-F238E27FC236}">
                          <a16:creationId xmlns:a16="http://schemas.microsoft.com/office/drawing/2014/main" id="{FDF405F7-1F47-34B1-1016-FE2DFE561E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88814" y="2816948"/>
                      <a:ext cx="137324" cy="48554"/>
                    </a:xfrm>
                    <a:custGeom>
                      <a:avLst/>
                      <a:gdLst>
                        <a:gd name="connsiteX0" fmla="*/ 0 w 137324"/>
                        <a:gd name="connsiteY0" fmla="*/ 48555 h 48554"/>
                        <a:gd name="connsiteX1" fmla="*/ 131838 w 137324"/>
                        <a:gd name="connsiteY1" fmla="*/ 48555 h 48554"/>
                        <a:gd name="connsiteX2" fmla="*/ 137325 w 137324"/>
                        <a:gd name="connsiteY2" fmla="*/ 43068 h 48554"/>
                        <a:gd name="connsiteX3" fmla="*/ 137325 w 137324"/>
                        <a:gd name="connsiteY3" fmla="*/ 5486 h 48554"/>
                        <a:gd name="connsiteX4" fmla="*/ 131838 w 137324"/>
                        <a:gd name="connsiteY4" fmla="*/ 0 h 48554"/>
                        <a:gd name="connsiteX5" fmla="*/ 48555 w 137324"/>
                        <a:gd name="connsiteY5" fmla="*/ 0 h 48554"/>
                        <a:gd name="connsiteX6" fmla="*/ 0 w 137324"/>
                        <a:gd name="connsiteY6" fmla="*/ 48555 h 485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37324" h="48554">
                          <a:moveTo>
                            <a:pt x="0" y="48555"/>
                          </a:moveTo>
                          <a:lnTo>
                            <a:pt x="131838" y="48555"/>
                          </a:lnTo>
                          <a:cubicBezTo>
                            <a:pt x="134856" y="48555"/>
                            <a:pt x="137325" y="46086"/>
                            <a:pt x="137325" y="43068"/>
                          </a:cubicBezTo>
                          <a:lnTo>
                            <a:pt x="137325" y="5486"/>
                          </a:lnTo>
                          <a:cubicBezTo>
                            <a:pt x="137325" y="2469"/>
                            <a:pt x="134856" y="0"/>
                            <a:pt x="131838" y="0"/>
                          </a:cubicBezTo>
                          <a:lnTo>
                            <a:pt x="48555" y="0"/>
                          </a:lnTo>
                          <a:lnTo>
                            <a:pt x="0" y="48555"/>
                          </a:lnTo>
                          <a:close/>
                        </a:path>
                      </a:pathLst>
                    </a:custGeom>
                    <a:solidFill>
                      <a:srgbClr val="0091C5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3" name="Freeform: Shape 242">
                      <a:extLst>
                        <a:ext uri="{FF2B5EF4-FFF2-40B4-BE49-F238E27FC236}">
                          <a16:creationId xmlns:a16="http://schemas.microsoft.com/office/drawing/2014/main" id="{0BBE50A7-7AFE-7BED-DCB5-9E57631B26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05585" y="2852390"/>
                      <a:ext cx="220553" cy="13167"/>
                    </a:xfrm>
                    <a:custGeom>
                      <a:avLst/>
                      <a:gdLst>
                        <a:gd name="connsiteX0" fmla="*/ 215067 w 220553"/>
                        <a:gd name="connsiteY0" fmla="*/ 5486 h 13167"/>
                        <a:gd name="connsiteX1" fmla="*/ 5486 w 220553"/>
                        <a:gd name="connsiteY1" fmla="*/ 5486 h 13167"/>
                        <a:gd name="connsiteX2" fmla="*/ 0 w 220553"/>
                        <a:gd name="connsiteY2" fmla="*/ 0 h 13167"/>
                        <a:gd name="connsiteX3" fmla="*/ 0 w 220553"/>
                        <a:gd name="connsiteY3" fmla="*/ 7681 h 13167"/>
                        <a:gd name="connsiteX4" fmla="*/ 5486 w 220553"/>
                        <a:gd name="connsiteY4" fmla="*/ 13167 h 13167"/>
                        <a:gd name="connsiteX5" fmla="*/ 215067 w 220553"/>
                        <a:gd name="connsiteY5" fmla="*/ 13167 h 13167"/>
                        <a:gd name="connsiteX6" fmla="*/ 220553 w 220553"/>
                        <a:gd name="connsiteY6" fmla="*/ 7681 h 13167"/>
                        <a:gd name="connsiteX7" fmla="*/ 220553 w 220553"/>
                        <a:gd name="connsiteY7" fmla="*/ 0 h 13167"/>
                        <a:gd name="connsiteX8" fmla="*/ 215067 w 220553"/>
                        <a:gd name="connsiteY8" fmla="*/ 5486 h 1316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20553" h="13167">
                          <a:moveTo>
                            <a:pt x="215067" y="5486"/>
                          </a:moveTo>
                          <a:lnTo>
                            <a:pt x="5486" y="5486"/>
                          </a:lnTo>
                          <a:cubicBezTo>
                            <a:pt x="2469" y="5486"/>
                            <a:pt x="0" y="3018"/>
                            <a:pt x="0" y="0"/>
                          </a:cubicBezTo>
                          <a:lnTo>
                            <a:pt x="0" y="7681"/>
                          </a:lnTo>
                          <a:cubicBezTo>
                            <a:pt x="0" y="10698"/>
                            <a:pt x="2469" y="13167"/>
                            <a:pt x="5486" y="13167"/>
                          </a:cubicBezTo>
                          <a:lnTo>
                            <a:pt x="215067" y="13167"/>
                          </a:lnTo>
                          <a:cubicBezTo>
                            <a:pt x="218084" y="13167"/>
                            <a:pt x="220553" y="10698"/>
                            <a:pt x="220553" y="7681"/>
                          </a:cubicBezTo>
                          <a:lnTo>
                            <a:pt x="220553" y="0"/>
                          </a:lnTo>
                          <a:cubicBezTo>
                            <a:pt x="220553" y="3018"/>
                            <a:pt x="218084" y="5486"/>
                            <a:pt x="215067" y="5486"/>
                          </a:cubicBezTo>
                          <a:close/>
                        </a:path>
                      </a:pathLst>
                    </a:custGeom>
                    <a:solidFill>
                      <a:srgbClr val="413E91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4" name="Freeform: Shape 243">
                      <a:extLst>
                        <a:ext uri="{FF2B5EF4-FFF2-40B4-BE49-F238E27FC236}">
                          <a16:creationId xmlns:a16="http://schemas.microsoft.com/office/drawing/2014/main" id="{DDC11294-2842-C83D-DDEF-296A2D64B9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25062" y="2825067"/>
                      <a:ext cx="7461" cy="23920"/>
                    </a:xfrm>
                    <a:custGeom>
                      <a:avLst/>
                      <a:gdLst>
                        <a:gd name="connsiteX0" fmla="*/ 3731 w 7461"/>
                        <a:gd name="connsiteY0" fmla="*/ 23921 h 23920"/>
                        <a:gd name="connsiteX1" fmla="*/ 3731 w 7461"/>
                        <a:gd name="connsiteY1" fmla="*/ 23921 h 23920"/>
                        <a:gd name="connsiteX2" fmla="*/ 0 w 7461"/>
                        <a:gd name="connsiteY2" fmla="*/ 20190 h 23920"/>
                        <a:gd name="connsiteX3" fmla="*/ 0 w 7461"/>
                        <a:gd name="connsiteY3" fmla="*/ 3731 h 23920"/>
                        <a:gd name="connsiteX4" fmla="*/ 3731 w 7461"/>
                        <a:gd name="connsiteY4" fmla="*/ 0 h 23920"/>
                        <a:gd name="connsiteX5" fmla="*/ 3731 w 7461"/>
                        <a:gd name="connsiteY5" fmla="*/ 0 h 23920"/>
                        <a:gd name="connsiteX6" fmla="*/ 7462 w 7461"/>
                        <a:gd name="connsiteY6" fmla="*/ 3731 h 23920"/>
                        <a:gd name="connsiteX7" fmla="*/ 7462 w 7461"/>
                        <a:gd name="connsiteY7" fmla="*/ 20190 h 23920"/>
                        <a:gd name="connsiteX8" fmla="*/ 3731 w 7461"/>
                        <a:gd name="connsiteY8" fmla="*/ 23921 h 239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7461" h="23920">
                          <a:moveTo>
                            <a:pt x="3731" y="23921"/>
                          </a:moveTo>
                          <a:lnTo>
                            <a:pt x="3731" y="23921"/>
                          </a:lnTo>
                          <a:cubicBezTo>
                            <a:pt x="1701" y="23921"/>
                            <a:pt x="0" y="22275"/>
                            <a:pt x="0" y="20190"/>
                          </a:cubicBezTo>
                          <a:lnTo>
                            <a:pt x="0" y="3731"/>
                          </a:lnTo>
                          <a:cubicBezTo>
                            <a:pt x="0" y="1701"/>
                            <a:pt x="1646" y="0"/>
                            <a:pt x="3731" y="0"/>
                          </a:cubicBezTo>
                          <a:lnTo>
                            <a:pt x="3731" y="0"/>
                          </a:lnTo>
                          <a:cubicBezTo>
                            <a:pt x="5761" y="0"/>
                            <a:pt x="7462" y="1646"/>
                            <a:pt x="7462" y="3731"/>
                          </a:cubicBezTo>
                          <a:lnTo>
                            <a:pt x="7462" y="20190"/>
                          </a:lnTo>
                          <a:cubicBezTo>
                            <a:pt x="7407" y="22275"/>
                            <a:pt x="5761" y="23921"/>
                            <a:pt x="3731" y="23921"/>
                          </a:cubicBezTo>
                          <a:close/>
                        </a:path>
                      </a:pathLst>
                    </a:custGeom>
                    <a:solidFill>
                      <a:srgbClr val="A44995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5" name="Freeform: Shape 244">
                      <a:extLst>
                        <a:ext uri="{FF2B5EF4-FFF2-40B4-BE49-F238E27FC236}">
                          <a16:creationId xmlns:a16="http://schemas.microsoft.com/office/drawing/2014/main" id="{5A10D5AB-F80D-C1A2-8805-B4E6A1DE67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25062" y="2839497"/>
                      <a:ext cx="7461" cy="9491"/>
                    </a:xfrm>
                    <a:custGeom>
                      <a:avLst/>
                      <a:gdLst>
                        <a:gd name="connsiteX0" fmla="*/ 3731 w 7461"/>
                        <a:gd name="connsiteY0" fmla="*/ 3731 h 9491"/>
                        <a:gd name="connsiteX1" fmla="*/ 0 w 7461"/>
                        <a:gd name="connsiteY1" fmla="*/ 0 h 9491"/>
                        <a:gd name="connsiteX2" fmla="*/ 0 w 7461"/>
                        <a:gd name="connsiteY2" fmla="*/ 5761 h 9491"/>
                        <a:gd name="connsiteX3" fmla="*/ 3731 w 7461"/>
                        <a:gd name="connsiteY3" fmla="*/ 9491 h 9491"/>
                        <a:gd name="connsiteX4" fmla="*/ 7462 w 7461"/>
                        <a:gd name="connsiteY4" fmla="*/ 5761 h 9491"/>
                        <a:gd name="connsiteX5" fmla="*/ 7462 w 7461"/>
                        <a:gd name="connsiteY5" fmla="*/ 0 h 9491"/>
                        <a:gd name="connsiteX6" fmla="*/ 3731 w 7461"/>
                        <a:gd name="connsiteY6" fmla="*/ 3731 h 94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7461" h="9491">
                          <a:moveTo>
                            <a:pt x="3731" y="3731"/>
                          </a:moveTo>
                          <a:cubicBezTo>
                            <a:pt x="1701" y="3731"/>
                            <a:pt x="0" y="2085"/>
                            <a:pt x="0" y="0"/>
                          </a:cubicBezTo>
                          <a:lnTo>
                            <a:pt x="0" y="5761"/>
                          </a:lnTo>
                          <a:cubicBezTo>
                            <a:pt x="0" y="7791"/>
                            <a:pt x="1646" y="9491"/>
                            <a:pt x="3731" y="9491"/>
                          </a:cubicBezTo>
                          <a:cubicBezTo>
                            <a:pt x="5816" y="9491"/>
                            <a:pt x="7462" y="7846"/>
                            <a:pt x="7462" y="5761"/>
                          </a:cubicBezTo>
                          <a:lnTo>
                            <a:pt x="7462" y="0"/>
                          </a:lnTo>
                          <a:cubicBezTo>
                            <a:pt x="7407" y="2085"/>
                            <a:pt x="5761" y="3731"/>
                            <a:pt x="3731" y="3731"/>
                          </a:cubicBezTo>
                          <a:close/>
                        </a:path>
                      </a:pathLst>
                    </a:custGeom>
                    <a:solidFill>
                      <a:srgbClr val="952584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6" name="Freeform: Shape 245">
                      <a:extLst>
                        <a:ext uri="{FF2B5EF4-FFF2-40B4-BE49-F238E27FC236}">
                          <a16:creationId xmlns:a16="http://schemas.microsoft.com/office/drawing/2014/main" id="{EF7D2BB8-1F66-5F38-8BAB-FFA30B3F39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47556" y="2825067"/>
                      <a:ext cx="7461" cy="23920"/>
                    </a:xfrm>
                    <a:custGeom>
                      <a:avLst/>
                      <a:gdLst>
                        <a:gd name="connsiteX0" fmla="*/ 3731 w 7461"/>
                        <a:gd name="connsiteY0" fmla="*/ 23921 h 23920"/>
                        <a:gd name="connsiteX1" fmla="*/ 3731 w 7461"/>
                        <a:gd name="connsiteY1" fmla="*/ 23921 h 23920"/>
                        <a:gd name="connsiteX2" fmla="*/ 0 w 7461"/>
                        <a:gd name="connsiteY2" fmla="*/ 20190 h 23920"/>
                        <a:gd name="connsiteX3" fmla="*/ 0 w 7461"/>
                        <a:gd name="connsiteY3" fmla="*/ 3731 h 23920"/>
                        <a:gd name="connsiteX4" fmla="*/ 3731 w 7461"/>
                        <a:gd name="connsiteY4" fmla="*/ 0 h 23920"/>
                        <a:gd name="connsiteX5" fmla="*/ 3731 w 7461"/>
                        <a:gd name="connsiteY5" fmla="*/ 0 h 23920"/>
                        <a:gd name="connsiteX6" fmla="*/ 7462 w 7461"/>
                        <a:gd name="connsiteY6" fmla="*/ 3731 h 23920"/>
                        <a:gd name="connsiteX7" fmla="*/ 7462 w 7461"/>
                        <a:gd name="connsiteY7" fmla="*/ 20190 h 23920"/>
                        <a:gd name="connsiteX8" fmla="*/ 3731 w 7461"/>
                        <a:gd name="connsiteY8" fmla="*/ 23921 h 239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7461" h="23920">
                          <a:moveTo>
                            <a:pt x="3731" y="23921"/>
                          </a:moveTo>
                          <a:lnTo>
                            <a:pt x="3731" y="23921"/>
                          </a:lnTo>
                          <a:cubicBezTo>
                            <a:pt x="1701" y="23921"/>
                            <a:pt x="0" y="22275"/>
                            <a:pt x="0" y="20190"/>
                          </a:cubicBezTo>
                          <a:lnTo>
                            <a:pt x="0" y="3731"/>
                          </a:lnTo>
                          <a:cubicBezTo>
                            <a:pt x="0" y="1701"/>
                            <a:pt x="1646" y="0"/>
                            <a:pt x="3731" y="0"/>
                          </a:cubicBezTo>
                          <a:lnTo>
                            <a:pt x="3731" y="0"/>
                          </a:lnTo>
                          <a:cubicBezTo>
                            <a:pt x="5761" y="0"/>
                            <a:pt x="7462" y="1646"/>
                            <a:pt x="7462" y="3731"/>
                          </a:cubicBezTo>
                          <a:lnTo>
                            <a:pt x="7462" y="20190"/>
                          </a:lnTo>
                          <a:cubicBezTo>
                            <a:pt x="7407" y="22275"/>
                            <a:pt x="5761" y="23921"/>
                            <a:pt x="3731" y="23921"/>
                          </a:cubicBezTo>
                          <a:close/>
                        </a:path>
                      </a:pathLst>
                    </a:custGeom>
                    <a:solidFill>
                      <a:srgbClr val="A44995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7" name="Freeform: Shape 246">
                      <a:extLst>
                        <a:ext uri="{FF2B5EF4-FFF2-40B4-BE49-F238E27FC236}">
                          <a16:creationId xmlns:a16="http://schemas.microsoft.com/office/drawing/2014/main" id="{2BEDE3CD-ECC5-E2C6-23EF-EF744AE9F1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70050" y="2825067"/>
                      <a:ext cx="7461" cy="23920"/>
                    </a:xfrm>
                    <a:custGeom>
                      <a:avLst/>
                      <a:gdLst>
                        <a:gd name="connsiteX0" fmla="*/ 3731 w 7461"/>
                        <a:gd name="connsiteY0" fmla="*/ 23921 h 23920"/>
                        <a:gd name="connsiteX1" fmla="*/ 3731 w 7461"/>
                        <a:gd name="connsiteY1" fmla="*/ 23921 h 23920"/>
                        <a:gd name="connsiteX2" fmla="*/ 0 w 7461"/>
                        <a:gd name="connsiteY2" fmla="*/ 20190 h 23920"/>
                        <a:gd name="connsiteX3" fmla="*/ 0 w 7461"/>
                        <a:gd name="connsiteY3" fmla="*/ 3731 h 23920"/>
                        <a:gd name="connsiteX4" fmla="*/ 3731 w 7461"/>
                        <a:gd name="connsiteY4" fmla="*/ 0 h 23920"/>
                        <a:gd name="connsiteX5" fmla="*/ 3731 w 7461"/>
                        <a:gd name="connsiteY5" fmla="*/ 0 h 23920"/>
                        <a:gd name="connsiteX6" fmla="*/ 7462 w 7461"/>
                        <a:gd name="connsiteY6" fmla="*/ 3731 h 23920"/>
                        <a:gd name="connsiteX7" fmla="*/ 7462 w 7461"/>
                        <a:gd name="connsiteY7" fmla="*/ 20190 h 23920"/>
                        <a:gd name="connsiteX8" fmla="*/ 3731 w 7461"/>
                        <a:gd name="connsiteY8" fmla="*/ 23921 h 239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7461" h="23920">
                          <a:moveTo>
                            <a:pt x="3731" y="23921"/>
                          </a:moveTo>
                          <a:lnTo>
                            <a:pt x="3731" y="23921"/>
                          </a:lnTo>
                          <a:cubicBezTo>
                            <a:pt x="1701" y="23921"/>
                            <a:pt x="0" y="22275"/>
                            <a:pt x="0" y="20190"/>
                          </a:cubicBezTo>
                          <a:lnTo>
                            <a:pt x="0" y="3731"/>
                          </a:lnTo>
                          <a:cubicBezTo>
                            <a:pt x="0" y="1701"/>
                            <a:pt x="1646" y="0"/>
                            <a:pt x="3731" y="0"/>
                          </a:cubicBezTo>
                          <a:lnTo>
                            <a:pt x="3731" y="0"/>
                          </a:lnTo>
                          <a:cubicBezTo>
                            <a:pt x="5761" y="0"/>
                            <a:pt x="7462" y="1646"/>
                            <a:pt x="7462" y="3731"/>
                          </a:cubicBezTo>
                          <a:lnTo>
                            <a:pt x="7462" y="20190"/>
                          </a:lnTo>
                          <a:cubicBezTo>
                            <a:pt x="7407" y="22275"/>
                            <a:pt x="5761" y="23921"/>
                            <a:pt x="3731" y="23921"/>
                          </a:cubicBezTo>
                          <a:close/>
                        </a:path>
                      </a:pathLst>
                    </a:custGeom>
                    <a:solidFill>
                      <a:srgbClr val="A44995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8" name="Freeform: Shape 247">
                      <a:extLst>
                        <a:ext uri="{FF2B5EF4-FFF2-40B4-BE49-F238E27FC236}">
                          <a16:creationId xmlns:a16="http://schemas.microsoft.com/office/drawing/2014/main" id="{082925F0-23DC-AEFF-9765-52E5AD06D0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47556" y="2839497"/>
                      <a:ext cx="7461" cy="9491"/>
                    </a:xfrm>
                    <a:custGeom>
                      <a:avLst/>
                      <a:gdLst>
                        <a:gd name="connsiteX0" fmla="*/ 3731 w 7461"/>
                        <a:gd name="connsiteY0" fmla="*/ 3731 h 9491"/>
                        <a:gd name="connsiteX1" fmla="*/ 0 w 7461"/>
                        <a:gd name="connsiteY1" fmla="*/ 0 h 9491"/>
                        <a:gd name="connsiteX2" fmla="*/ 0 w 7461"/>
                        <a:gd name="connsiteY2" fmla="*/ 5761 h 9491"/>
                        <a:gd name="connsiteX3" fmla="*/ 3731 w 7461"/>
                        <a:gd name="connsiteY3" fmla="*/ 9491 h 9491"/>
                        <a:gd name="connsiteX4" fmla="*/ 7462 w 7461"/>
                        <a:gd name="connsiteY4" fmla="*/ 5761 h 9491"/>
                        <a:gd name="connsiteX5" fmla="*/ 7462 w 7461"/>
                        <a:gd name="connsiteY5" fmla="*/ 0 h 9491"/>
                        <a:gd name="connsiteX6" fmla="*/ 3731 w 7461"/>
                        <a:gd name="connsiteY6" fmla="*/ 3731 h 94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7461" h="9491">
                          <a:moveTo>
                            <a:pt x="3731" y="3731"/>
                          </a:moveTo>
                          <a:cubicBezTo>
                            <a:pt x="1701" y="3731"/>
                            <a:pt x="0" y="2085"/>
                            <a:pt x="0" y="0"/>
                          </a:cubicBezTo>
                          <a:lnTo>
                            <a:pt x="0" y="5761"/>
                          </a:lnTo>
                          <a:cubicBezTo>
                            <a:pt x="0" y="7791"/>
                            <a:pt x="1646" y="9491"/>
                            <a:pt x="3731" y="9491"/>
                          </a:cubicBezTo>
                          <a:cubicBezTo>
                            <a:pt x="5816" y="9491"/>
                            <a:pt x="7462" y="7846"/>
                            <a:pt x="7462" y="5761"/>
                          </a:cubicBezTo>
                          <a:lnTo>
                            <a:pt x="7462" y="0"/>
                          </a:lnTo>
                          <a:cubicBezTo>
                            <a:pt x="7407" y="2085"/>
                            <a:pt x="5761" y="3731"/>
                            <a:pt x="3731" y="3731"/>
                          </a:cubicBezTo>
                          <a:close/>
                        </a:path>
                      </a:pathLst>
                    </a:custGeom>
                    <a:solidFill>
                      <a:srgbClr val="952584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9" name="Freeform: Shape 248">
                      <a:extLst>
                        <a:ext uri="{FF2B5EF4-FFF2-40B4-BE49-F238E27FC236}">
                          <a16:creationId xmlns:a16="http://schemas.microsoft.com/office/drawing/2014/main" id="{A1F8BA31-A336-2BC6-90F7-CBB5396AB0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70050" y="2839497"/>
                      <a:ext cx="7461" cy="9491"/>
                    </a:xfrm>
                    <a:custGeom>
                      <a:avLst/>
                      <a:gdLst>
                        <a:gd name="connsiteX0" fmla="*/ 3731 w 7461"/>
                        <a:gd name="connsiteY0" fmla="*/ 3731 h 9491"/>
                        <a:gd name="connsiteX1" fmla="*/ 0 w 7461"/>
                        <a:gd name="connsiteY1" fmla="*/ 0 h 9491"/>
                        <a:gd name="connsiteX2" fmla="*/ 0 w 7461"/>
                        <a:gd name="connsiteY2" fmla="*/ 5761 h 9491"/>
                        <a:gd name="connsiteX3" fmla="*/ 3731 w 7461"/>
                        <a:gd name="connsiteY3" fmla="*/ 9491 h 9491"/>
                        <a:gd name="connsiteX4" fmla="*/ 7462 w 7461"/>
                        <a:gd name="connsiteY4" fmla="*/ 5761 h 9491"/>
                        <a:gd name="connsiteX5" fmla="*/ 7462 w 7461"/>
                        <a:gd name="connsiteY5" fmla="*/ 0 h 9491"/>
                        <a:gd name="connsiteX6" fmla="*/ 3731 w 7461"/>
                        <a:gd name="connsiteY6" fmla="*/ 3731 h 94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7461" h="9491">
                          <a:moveTo>
                            <a:pt x="3731" y="3731"/>
                          </a:moveTo>
                          <a:cubicBezTo>
                            <a:pt x="1701" y="3731"/>
                            <a:pt x="0" y="2085"/>
                            <a:pt x="0" y="0"/>
                          </a:cubicBezTo>
                          <a:lnTo>
                            <a:pt x="0" y="5761"/>
                          </a:lnTo>
                          <a:cubicBezTo>
                            <a:pt x="0" y="7791"/>
                            <a:pt x="1646" y="9491"/>
                            <a:pt x="3731" y="9491"/>
                          </a:cubicBezTo>
                          <a:cubicBezTo>
                            <a:pt x="5816" y="9491"/>
                            <a:pt x="7462" y="7846"/>
                            <a:pt x="7462" y="5761"/>
                          </a:cubicBezTo>
                          <a:lnTo>
                            <a:pt x="7462" y="0"/>
                          </a:lnTo>
                          <a:cubicBezTo>
                            <a:pt x="7407" y="2085"/>
                            <a:pt x="5761" y="3731"/>
                            <a:pt x="3731" y="3731"/>
                          </a:cubicBezTo>
                          <a:close/>
                        </a:path>
                      </a:pathLst>
                    </a:custGeom>
                    <a:solidFill>
                      <a:srgbClr val="952584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</p:grpSp>
            <p:sp>
              <p:nvSpPr>
                <p:cNvPr id="250" name="Freeform: Shape 249">
                  <a:extLst>
                    <a:ext uri="{FF2B5EF4-FFF2-40B4-BE49-F238E27FC236}">
                      <a16:creationId xmlns:a16="http://schemas.microsoft.com/office/drawing/2014/main" id="{4663B644-0A8E-0727-7F0B-2809DE9BF7D2}"/>
                    </a:ext>
                  </a:extLst>
                </p:cNvPr>
                <p:cNvSpPr/>
                <p:nvPr/>
              </p:nvSpPr>
              <p:spPr>
                <a:xfrm>
                  <a:off x="4605585" y="2876914"/>
                  <a:ext cx="220553" cy="9875"/>
                </a:xfrm>
                <a:custGeom>
                  <a:avLst/>
                  <a:gdLst>
                    <a:gd name="connsiteX0" fmla="*/ 215616 w 220553"/>
                    <a:gd name="connsiteY0" fmla="*/ 9876 h 9875"/>
                    <a:gd name="connsiteX1" fmla="*/ 4938 w 220553"/>
                    <a:gd name="connsiteY1" fmla="*/ 9876 h 9875"/>
                    <a:gd name="connsiteX2" fmla="*/ 0 w 220553"/>
                    <a:gd name="connsiteY2" fmla="*/ 4938 h 9875"/>
                    <a:gd name="connsiteX3" fmla="*/ 0 w 220553"/>
                    <a:gd name="connsiteY3" fmla="*/ 4938 h 9875"/>
                    <a:gd name="connsiteX4" fmla="*/ 4938 w 220553"/>
                    <a:gd name="connsiteY4" fmla="*/ 0 h 9875"/>
                    <a:gd name="connsiteX5" fmla="*/ 215616 w 220553"/>
                    <a:gd name="connsiteY5" fmla="*/ 0 h 9875"/>
                    <a:gd name="connsiteX6" fmla="*/ 220553 w 220553"/>
                    <a:gd name="connsiteY6" fmla="*/ 4938 h 9875"/>
                    <a:gd name="connsiteX7" fmla="*/ 220553 w 220553"/>
                    <a:gd name="connsiteY7" fmla="*/ 4938 h 9875"/>
                    <a:gd name="connsiteX8" fmla="*/ 215616 w 220553"/>
                    <a:gd name="connsiteY8" fmla="*/ 9876 h 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20553" h="9875">
                      <a:moveTo>
                        <a:pt x="215616" y="9876"/>
                      </a:moveTo>
                      <a:lnTo>
                        <a:pt x="4938" y="9876"/>
                      </a:lnTo>
                      <a:cubicBezTo>
                        <a:pt x="2195" y="9876"/>
                        <a:pt x="0" y="7681"/>
                        <a:pt x="0" y="4938"/>
                      </a:cubicBezTo>
                      <a:lnTo>
                        <a:pt x="0" y="4938"/>
                      </a:lnTo>
                      <a:cubicBezTo>
                        <a:pt x="0" y="2195"/>
                        <a:pt x="2195" y="0"/>
                        <a:pt x="4938" y="0"/>
                      </a:cubicBezTo>
                      <a:lnTo>
                        <a:pt x="215616" y="0"/>
                      </a:lnTo>
                      <a:cubicBezTo>
                        <a:pt x="218359" y="0"/>
                        <a:pt x="220553" y="2195"/>
                        <a:pt x="220553" y="4938"/>
                      </a:cubicBezTo>
                      <a:lnTo>
                        <a:pt x="220553" y="4938"/>
                      </a:lnTo>
                      <a:cubicBezTo>
                        <a:pt x="220553" y="7681"/>
                        <a:pt x="218304" y="9876"/>
                        <a:pt x="215616" y="9876"/>
                      </a:cubicBezTo>
                      <a:close/>
                    </a:path>
                  </a:pathLst>
                </a:custGeom>
                <a:solidFill>
                  <a:srgbClr val="87B1DF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1" name="Freeform: Shape 250">
                  <a:extLst>
                    <a:ext uri="{FF2B5EF4-FFF2-40B4-BE49-F238E27FC236}">
                      <a16:creationId xmlns:a16="http://schemas.microsoft.com/office/drawing/2014/main" id="{337ADF6B-A1CA-461C-BA03-C363E58BB043}"/>
                    </a:ext>
                  </a:extLst>
                </p:cNvPr>
                <p:cNvSpPr/>
                <p:nvPr/>
              </p:nvSpPr>
              <p:spPr>
                <a:xfrm>
                  <a:off x="4605585" y="2879383"/>
                  <a:ext cx="220553" cy="7406"/>
                </a:xfrm>
                <a:custGeom>
                  <a:avLst/>
                  <a:gdLst>
                    <a:gd name="connsiteX0" fmla="*/ 215616 w 220553"/>
                    <a:gd name="connsiteY0" fmla="*/ 2469 h 7406"/>
                    <a:gd name="connsiteX1" fmla="*/ 4938 w 220553"/>
                    <a:gd name="connsiteY1" fmla="*/ 2469 h 7406"/>
                    <a:gd name="connsiteX2" fmla="*/ 658 w 220553"/>
                    <a:gd name="connsiteY2" fmla="*/ 0 h 7406"/>
                    <a:gd name="connsiteX3" fmla="*/ 0 w 220553"/>
                    <a:gd name="connsiteY3" fmla="*/ 2469 h 7406"/>
                    <a:gd name="connsiteX4" fmla="*/ 4938 w 220553"/>
                    <a:gd name="connsiteY4" fmla="*/ 7407 h 7406"/>
                    <a:gd name="connsiteX5" fmla="*/ 215616 w 220553"/>
                    <a:gd name="connsiteY5" fmla="*/ 7407 h 7406"/>
                    <a:gd name="connsiteX6" fmla="*/ 220553 w 220553"/>
                    <a:gd name="connsiteY6" fmla="*/ 2469 h 7406"/>
                    <a:gd name="connsiteX7" fmla="*/ 219895 w 220553"/>
                    <a:gd name="connsiteY7" fmla="*/ 0 h 7406"/>
                    <a:gd name="connsiteX8" fmla="*/ 215616 w 220553"/>
                    <a:gd name="connsiteY8" fmla="*/ 2469 h 74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20553" h="7406">
                      <a:moveTo>
                        <a:pt x="215616" y="2469"/>
                      </a:moveTo>
                      <a:lnTo>
                        <a:pt x="4938" y="2469"/>
                      </a:lnTo>
                      <a:cubicBezTo>
                        <a:pt x="3127" y="2469"/>
                        <a:pt x="1481" y="1481"/>
                        <a:pt x="658" y="0"/>
                      </a:cubicBezTo>
                      <a:cubicBezTo>
                        <a:pt x="219" y="713"/>
                        <a:pt x="0" y="1591"/>
                        <a:pt x="0" y="2469"/>
                      </a:cubicBezTo>
                      <a:cubicBezTo>
                        <a:pt x="0" y="5212"/>
                        <a:pt x="2195" y="7407"/>
                        <a:pt x="4938" y="7407"/>
                      </a:cubicBezTo>
                      <a:lnTo>
                        <a:pt x="215616" y="7407"/>
                      </a:lnTo>
                      <a:cubicBezTo>
                        <a:pt x="218359" y="7407"/>
                        <a:pt x="220553" y="5212"/>
                        <a:pt x="220553" y="2469"/>
                      </a:cubicBezTo>
                      <a:cubicBezTo>
                        <a:pt x="220553" y="1591"/>
                        <a:pt x="220334" y="713"/>
                        <a:pt x="219895" y="0"/>
                      </a:cubicBezTo>
                      <a:cubicBezTo>
                        <a:pt x="219017" y="1481"/>
                        <a:pt x="217426" y="2469"/>
                        <a:pt x="215616" y="2469"/>
                      </a:cubicBezTo>
                      <a:close/>
                    </a:path>
                  </a:pathLst>
                </a:custGeom>
                <a:solidFill>
                  <a:srgbClr val="0091C5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2" name="Freeform: Shape 251">
                  <a:extLst>
                    <a:ext uri="{FF2B5EF4-FFF2-40B4-BE49-F238E27FC236}">
                      <a16:creationId xmlns:a16="http://schemas.microsoft.com/office/drawing/2014/main" id="{E99591F8-56F8-196B-8C52-21C81FA898ED}"/>
                    </a:ext>
                  </a:extLst>
                </p:cNvPr>
                <p:cNvSpPr/>
                <p:nvPr/>
              </p:nvSpPr>
              <p:spPr>
                <a:xfrm>
                  <a:off x="4621441" y="2886844"/>
                  <a:ext cx="37526" cy="20464"/>
                </a:xfrm>
                <a:custGeom>
                  <a:avLst/>
                  <a:gdLst>
                    <a:gd name="connsiteX0" fmla="*/ 34784 w 37526"/>
                    <a:gd name="connsiteY0" fmla="*/ 20464 h 20464"/>
                    <a:gd name="connsiteX1" fmla="*/ 2743 w 37526"/>
                    <a:gd name="connsiteY1" fmla="*/ 20464 h 20464"/>
                    <a:gd name="connsiteX2" fmla="*/ 0 w 37526"/>
                    <a:gd name="connsiteY2" fmla="*/ 17721 h 20464"/>
                    <a:gd name="connsiteX3" fmla="*/ 0 w 37526"/>
                    <a:gd name="connsiteY3" fmla="*/ 0 h 20464"/>
                    <a:gd name="connsiteX4" fmla="*/ 37527 w 37526"/>
                    <a:gd name="connsiteY4" fmla="*/ 0 h 20464"/>
                    <a:gd name="connsiteX5" fmla="*/ 37527 w 37526"/>
                    <a:gd name="connsiteY5" fmla="*/ 17721 h 20464"/>
                    <a:gd name="connsiteX6" fmla="*/ 34784 w 37526"/>
                    <a:gd name="connsiteY6" fmla="*/ 20464 h 20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7526" h="20464">
                      <a:moveTo>
                        <a:pt x="34784" y="20464"/>
                      </a:moveTo>
                      <a:lnTo>
                        <a:pt x="2743" y="20464"/>
                      </a:lnTo>
                      <a:cubicBezTo>
                        <a:pt x="1207" y="20464"/>
                        <a:pt x="0" y="19257"/>
                        <a:pt x="0" y="17721"/>
                      </a:cubicBezTo>
                      <a:lnTo>
                        <a:pt x="0" y="0"/>
                      </a:lnTo>
                      <a:lnTo>
                        <a:pt x="37527" y="0"/>
                      </a:lnTo>
                      <a:lnTo>
                        <a:pt x="37527" y="17721"/>
                      </a:lnTo>
                      <a:cubicBezTo>
                        <a:pt x="37527" y="19202"/>
                        <a:pt x="36320" y="20464"/>
                        <a:pt x="34784" y="20464"/>
                      </a:cubicBezTo>
                      <a:close/>
                    </a:path>
                  </a:pathLst>
                </a:custGeom>
                <a:solidFill>
                  <a:srgbClr val="A44995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3" name="Freeform: Shape 252">
                  <a:extLst>
                    <a:ext uri="{FF2B5EF4-FFF2-40B4-BE49-F238E27FC236}">
                      <a16:creationId xmlns:a16="http://schemas.microsoft.com/office/drawing/2014/main" id="{DC918951-1850-B153-C080-A3BA33B2E9CB}"/>
                    </a:ext>
                  </a:extLst>
                </p:cNvPr>
                <p:cNvSpPr/>
                <p:nvPr/>
              </p:nvSpPr>
              <p:spPr>
                <a:xfrm>
                  <a:off x="4773249" y="2886844"/>
                  <a:ext cx="37526" cy="20464"/>
                </a:xfrm>
                <a:custGeom>
                  <a:avLst/>
                  <a:gdLst>
                    <a:gd name="connsiteX0" fmla="*/ 34784 w 37526"/>
                    <a:gd name="connsiteY0" fmla="*/ 20464 h 20464"/>
                    <a:gd name="connsiteX1" fmla="*/ 2743 w 37526"/>
                    <a:gd name="connsiteY1" fmla="*/ 20464 h 20464"/>
                    <a:gd name="connsiteX2" fmla="*/ 0 w 37526"/>
                    <a:gd name="connsiteY2" fmla="*/ 17721 h 20464"/>
                    <a:gd name="connsiteX3" fmla="*/ 0 w 37526"/>
                    <a:gd name="connsiteY3" fmla="*/ 0 h 20464"/>
                    <a:gd name="connsiteX4" fmla="*/ 37527 w 37526"/>
                    <a:gd name="connsiteY4" fmla="*/ 0 h 20464"/>
                    <a:gd name="connsiteX5" fmla="*/ 37527 w 37526"/>
                    <a:gd name="connsiteY5" fmla="*/ 17721 h 20464"/>
                    <a:gd name="connsiteX6" fmla="*/ 34784 w 37526"/>
                    <a:gd name="connsiteY6" fmla="*/ 20464 h 20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7526" h="20464">
                      <a:moveTo>
                        <a:pt x="34784" y="20464"/>
                      </a:moveTo>
                      <a:lnTo>
                        <a:pt x="2743" y="20464"/>
                      </a:lnTo>
                      <a:cubicBezTo>
                        <a:pt x="1207" y="20464"/>
                        <a:pt x="0" y="19257"/>
                        <a:pt x="0" y="17721"/>
                      </a:cubicBezTo>
                      <a:lnTo>
                        <a:pt x="0" y="0"/>
                      </a:lnTo>
                      <a:lnTo>
                        <a:pt x="37527" y="0"/>
                      </a:lnTo>
                      <a:lnTo>
                        <a:pt x="37527" y="17721"/>
                      </a:lnTo>
                      <a:cubicBezTo>
                        <a:pt x="37527" y="19202"/>
                        <a:pt x="36320" y="20464"/>
                        <a:pt x="34784" y="20464"/>
                      </a:cubicBezTo>
                      <a:close/>
                    </a:path>
                  </a:pathLst>
                </a:custGeom>
                <a:solidFill>
                  <a:srgbClr val="A44995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4" name="Freeform: Shape 253">
                  <a:extLst>
                    <a:ext uri="{FF2B5EF4-FFF2-40B4-BE49-F238E27FC236}">
                      <a16:creationId xmlns:a16="http://schemas.microsoft.com/office/drawing/2014/main" id="{BE582321-25E9-820A-0769-C25C66EFF5A3}"/>
                    </a:ext>
                  </a:extLst>
                </p:cNvPr>
                <p:cNvSpPr/>
                <p:nvPr/>
              </p:nvSpPr>
              <p:spPr>
                <a:xfrm>
                  <a:off x="4621441" y="2886789"/>
                  <a:ext cx="37526" cy="8394"/>
                </a:xfrm>
                <a:custGeom>
                  <a:avLst/>
                  <a:gdLst>
                    <a:gd name="connsiteX0" fmla="*/ 0 w 37526"/>
                    <a:gd name="connsiteY0" fmla="*/ 0 h 8394"/>
                    <a:gd name="connsiteX1" fmla="*/ 37527 w 37526"/>
                    <a:gd name="connsiteY1" fmla="*/ 0 h 8394"/>
                    <a:gd name="connsiteX2" fmla="*/ 37527 w 37526"/>
                    <a:gd name="connsiteY2" fmla="*/ 8394 h 8394"/>
                    <a:gd name="connsiteX3" fmla="*/ 0 w 37526"/>
                    <a:gd name="connsiteY3" fmla="*/ 8394 h 8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7526" h="8394">
                      <a:moveTo>
                        <a:pt x="0" y="0"/>
                      </a:moveTo>
                      <a:lnTo>
                        <a:pt x="37527" y="0"/>
                      </a:lnTo>
                      <a:lnTo>
                        <a:pt x="37527" y="8394"/>
                      </a:lnTo>
                      <a:lnTo>
                        <a:pt x="0" y="8394"/>
                      </a:lnTo>
                      <a:close/>
                    </a:path>
                  </a:pathLst>
                </a:custGeom>
                <a:solidFill>
                  <a:srgbClr val="952584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5" name="Freeform: Shape 254">
                  <a:extLst>
                    <a:ext uri="{FF2B5EF4-FFF2-40B4-BE49-F238E27FC236}">
                      <a16:creationId xmlns:a16="http://schemas.microsoft.com/office/drawing/2014/main" id="{2E8A103E-B15E-8F36-23B3-C5FB0C20C43E}"/>
                    </a:ext>
                  </a:extLst>
                </p:cNvPr>
                <p:cNvSpPr/>
                <p:nvPr/>
              </p:nvSpPr>
              <p:spPr>
                <a:xfrm>
                  <a:off x="4773249" y="2886789"/>
                  <a:ext cx="37526" cy="8394"/>
                </a:xfrm>
                <a:custGeom>
                  <a:avLst/>
                  <a:gdLst>
                    <a:gd name="connsiteX0" fmla="*/ 0 w 37526"/>
                    <a:gd name="connsiteY0" fmla="*/ 0 h 8394"/>
                    <a:gd name="connsiteX1" fmla="*/ 37527 w 37526"/>
                    <a:gd name="connsiteY1" fmla="*/ 0 h 8394"/>
                    <a:gd name="connsiteX2" fmla="*/ 37527 w 37526"/>
                    <a:gd name="connsiteY2" fmla="*/ 8394 h 8394"/>
                    <a:gd name="connsiteX3" fmla="*/ 0 w 37526"/>
                    <a:gd name="connsiteY3" fmla="*/ 8394 h 8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7526" h="8394">
                      <a:moveTo>
                        <a:pt x="0" y="0"/>
                      </a:moveTo>
                      <a:lnTo>
                        <a:pt x="37527" y="0"/>
                      </a:lnTo>
                      <a:lnTo>
                        <a:pt x="37527" y="8394"/>
                      </a:lnTo>
                      <a:lnTo>
                        <a:pt x="0" y="8394"/>
                      </a:lnTo>
                      <a:close/>
                    </a:path>
                  </a:pathLst>
                </a:custGeom>
                <a:solidFill>
                  <a:srgbClr val="952584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56" name="Graphic 116">
                <a:extLst>
                  <a:ext uri="{FF2B5EF4-FFF2-40B4-BE49-F238E27FC236}">
                    <a16:creationId xmlns:a16="http://schemas.microsoft.com/office/drawing/2014/main" id="{B7E69BE4-B2FB-DCA8-6081-6F2F2ADE5F4F}"/>
                  </a:ext>
                </a:extLst>
              </p:cNvPr>
              <p:cNvGrpSpPr/>
              <p:nvPr/>
            </p:nvGrpSpPr>
            <p:grpSpPr>
              <a:xfrm>
                <a:off x="4735064" y="2702968"/>
                <a:ext cx="122895" cy="163426"/>
                <a:chOff x="4735064" y="2702968"/>
                <a:chExt cx="122895" cy="163426"/>
              </a:xfrm>
            </p:grpSpPr>
            <p:sp>
              <p:nvSpPr>
                <p:cNvPr id="257" name="Freeform: Shape 256">
                  <a:extLst>
                    <a:ext uri="{FF2B5EF4-FFF2-40B4-BE49-F238E27FC236}">
                      <a16:creationId xmlns:a16="http://schemas.microsoft.com/office/drawing/2014/main" id="{C504033D-FA4F-CFFC-2570-5FA2534F9384}"/>
                    </a:ext>
                  </a:extLst>
                </p:cNvPr>
                <p:cNvSpPr/>
                <p:nvPr/>
              </p:nvSpPr>
              <p:spPr>
                <a:xfrm>
                  <a:off x="4735064" y="2702968"/>
                  <a:ext cx="122895" cy="163426"/>
                </a:xfrm>
                <a:custGeom>
                  <a:avLst/>
                  <a:gdLst>
                    <a:gd name="connsiteX0" fmla="*/ 110331 w 122895"/>
                    <a:gd name="connsiteY0" fmla="*/ 120125 h 163426"/>
                    <a:gd name="connsiteX1" fmla="*/ 69787 w 122895"/>
                    <a:gd name="connsiteY1" fmla="*/ 160011 h 163426"/>
                    <a:gd name="connsiteX2" fmla="*/ 53108 w 122895"/>
                    <a:gd name="connsiteY2" fmla="*/ 160011 h 163426"/>
                    <a:gd name="connsiteX3" fmla="*/ 12564 w 122895"/>
                    <a:gd name="connsiteY3" fmla="*/ 120125 h 163426"/>
                    <a:gd name="connsiteX4" fmla="*/ 0 w 122895"/>
                    <a:gd name="connsiteY4" fmla="*/ 90169 h 163426"/>
                    <a:gd name="connsiteX5" fmla="*/ 0 w 122895"/>
                    <a:gd name="connsiteY5" fmla="*/ 26527 h 163426"/>
                    <a:gd name="connsiteX6" fmla="*/ 9327 w 122895"/>
                    <a:gd name="connsiteY6" fmla="*/ 11768 h 163426"/>
                    <a:gd name="connsiteX7" fmla="*/ 9327 w 122895"/>
                    <a:gd name="connsiteY7" fmla="*/ 11768 h 163426"/>
                    <a:gd name="connsiteX8" fmla="*/ 113568 w 122895"/>
                    <a:gd name="connsiteY8" fmla="*/ 11768 h 163426"/>
                    <a:gd name="connsiteX9" fmla="*/ 113568 w 122895"/>
                    <a:gd name="connsiteY9" fmla="*/ 11768 h 163426"/>
                    <a:gd name="connsiteX10" fmla="*/ 122895 w 122895"/>
                    <a:gd name="connsiteY10" fmla="*/ 26527 h 163426"/>
                    <a:gd name="connsiteX11" fmla="*/ 122895 w 122895"/>
                    <a:gd name="connsiteY11" fmla="*/ 90169 h 163426"/>
                    <a:gd name="connsiteX12" fmla="*/ 110331 w 122895"/>
                    <a:gd name="connsiteY12" fmla="*/ 120125 h 163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2895" h="163426">
                      <a:moveTo>
                        <a:pt x="110331" y="120125"/>
                      </a:moveTo>
                      <a:lnTo>
                        <a:pt x="69787" y="160011"/>
                      </a:lnTo>
                      <a:cubicBezTo>
                        <a:pt x="65178" y="164565"/>
                        <a:pt x="57717" y="164565"/>
                        <a:pt x="53108" y="160011"/>
                      </a:cubicBezTo>
                      <a:lnTo>
                        <a:pt x="12564" y="120125"/>
                      </a:lnTo>
                      <a:cubicBezTo>
                        <a:pt x="4554" y="112224"/>
                        <a:pt x="0" y="101416"/>
                        <a:pt x="0" y="90169"/>
                      </a:cubicBezTo>
                      <a:lnTo>
                        <a:pt x="0" y="26527"/>
                      </a:lnTo>
                      <a:cubicBezTo>
                        <a:pt x="0" y="20217"/>
                        <a:pt x="3621" y="14457"/>
                        <a:pt x="9327" y="11768"/>
                      </a:cubicBezTo>
                      <a:lnTo>
                        <a:pt x="9327" y="11768"/>
                      </a:lnTo>
                      <a:cubicBezTo>
                        <a:pt x="42300" y="-3923"/>
                        <a:pt x="80595" y="-3923"/>
                        <a:pt x="113568" y="11768"/>
                      </a:cubicBezTo>
                      <a:lnTo>
                        <a:pt x="113568" y="11768"/>
                      </a:lnTo>
                      <a:cubicBezTo>
                        <a:pt x="119274" y="14457"/>
                        <a:pt x="122895" y="20217"/>
                        <a:pt x="122895" y="26527"/>
                      </a:cubicBezTo>
                      <a:lnTo>
                        <a:pt x="122895" y="90169"/>
                      </a:lnTo>
                      <a:cubicBezTo>
                        <a:pt x="122895" y="101471"/>
                        <a:pt x="118342" y="112224"/>
                        <a:pt x="110331" y="12012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8" name="Freeform: Shape 257">
                  <a:extLst>
                    <a:ext uri="{FF2B5EF4-FFF2-40B4-BE49-F238E27FC236}">
                      <a16:creationId xmlns:a16="http://schemas.microsoft.com/office/drawing/2014/main" id="{7FE368FA-5D92-CA73-481B-351D04732234}"/>
                    </a:ext>
                  </a:extLst>
                </p:cNvPr>
                <p:cNvSpPr/>
                <p:nvPr/>
              </p:nvSpPr>
              <p:spPr>
                <a:xfrm>
                  <a:off x="4741922" y="2711087"/>
                  <a:ext cx="109179" cy="142879"/>
                </a:xfrm>
                <a:custGeom>
                  <a:avLst/>
                  <a:gdLst>
                    <a:gd name="connsiteX0" fmla="*/ 109179 w 109179"/>
                    <a:gd name="connsiteY0" fmla="*/ 78812 h 142879"/>
                    <a:gd name="connsiteX1" fmla="*/ 109179 w 109179"/>
                    <a:gd name="connsiteY1" fmla="*/ 23180 h 142879"/>
                    <a:gd name="connsiteX2" fmla="*/ 100895 w 109179"/>
                    <a:gd name="connsiteY2" fmla="*/ 10287 h 142879"/>
                    <a:gd name="connsiteX3" fmla="*/ 100895 w 109179"/>
                    <a:gd name="connsiteY3" fmla="*/ 10287 h 142879"/>
                    <a:gd name="connsiteX4" fmla="*/ 8284 w 109179"/>
                    <a:gd name="connsiteY4" fmla="*/ 10287 h 142879"/>
                    <a:gd name="connsiteX5" fmla="*/ 8284 w 109179"/>
                    <a:gd name="connsiteY5" fmla="*/ 10287 h 142879"/>
                    <a:gd name="connsiteX6" fmla="*/ 0 w 109179"/>
                    <a:gd name="connsiteY6" fmla="*/ 23180 h 142879"/>
                    <a:gd name="connsiteX7" fmla="*/ 0 w 109179"/>
                    <a:gd name="connsiteY7" fmla="*/ 78812 h 142879"/>
                    <a:gd name="connsiteX8" fmla="*/ 11137 w 109179"/>
                    <a:gd name="connsiteY8" fmla="*/ 104982 h 142879"/>
                    <a:gd name="connsiteX9" fmla="*/ 47183 w 109179"/>
                    <a:gd name="connsiteY9" fmla="*/ 139876 h 142879"/>
                    <a:gd name="connsiteX10" fmla="*/ 61996 w 109179"/>
                    <a:gd name="connsiteY10" fmla="*/ 139876 h 142879"/>
                    <a:gd name="connsiteX11" fmla="*/ 98042 w 109179"/>
                    <a:gd name="connsiteY11" fmla="*/ 104982 h 142879"/>
                    <a:gd name="connsiteX12" fmla="*/ 109179 w 109179"/>
                    <a:gd name="connsiteY12" fmla="*/ 78812 h 1428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09179" h="142879">
                      <a:moveTo>
                        <a:pt x="109179" y="78812"/>
                      </a:moveTo>
                      <a:lnTo>
                        <a:pt x="109179" y="23180"/>
                      </a:lnTo>
                      <a:cubicBezTo>
                        <a:pt x="109179" y="17694"/>
                        <a:pt x="105942" y="12646"/>
                        <a:pt x="100895" y="10287"/>
                      </a:cubicBezTo>
                      <a:lnTo>
                        <a:pt x="100895" y="10287"/>
                      </a:lnTo>
                      <a:cubicBezTo>
                        <a:pt x="71598" y="-3429"/>
                        <a:pt x="37582" y="-3429"/>
                        <a:pt x="8284" y="10287"/>
                      </a:cubicBezTo>
                      <a:lnTo>
                        <a:pt x="8284" y="10287"/>
                      </a:lnTo>
                      <a:cubicBezTo>
                        <a:pt x="3237" y="12646"/>
                        <a:pt x="0" y="17694"/>
                        <a:pt x="0" y="23180"/>
                      </a:cubicBezTo>
                      <a:lnTo>
                        <a:pt x="0" y="78812"/>
                      </a:lnTo>
                      <a:cubicBezTo>
                        <a:pt x="0" y="88633"/>
                        <a:pt x="4005" y="98069"/>
                        <a:pt x="11137" y="104982"/>
                      </a:cubicBezTo>
                      <a:lnTo>
                        <a:pt x="47183" y="139876"/>
                      </a:lnTo>
                      <a:cubicBezTo>
                        <a:pt x="51298" y="143881"/>
                        <a:pt x="57882" y="143881"/>
                        <a:pt x="61996" y="139876"/>
                      </a:cubicBezTo>
                      <a:lnTo>
                        <a:pt x="98042" y="104982"/>
                      </a:lnTo>
                      <a:cubicBezTo>
                        <a:pt x="105119" y="98069"/>
                        <a:pt x="109179" y="88633"/>
                        <a:pt x="109179" y="78812"/>
                      </a:cubicBezTo>
                      <a:close/>
                    </a:path>
                  </a:pathLst>
                </a:custGeom>
                <a:solidFill>
                  <a:srgbClr val="DADADA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9" name="Freeform: Shape 258">
                  <a:extLst>
                    <a:ext uri="{FF2B5EF4-FFF2-40B4-BE49-F238E27FC236}">
                      <a16:creationId xmlns:a16="http://schemas.microsoft.com/office/drawing/2014/main" id="{1F26644A-90A6-B942-8847-C8422A67ABAB}"/>
                    </a:ext>
                  </a:extLst>
                </p:cNvPr>
                <p:cNvSpPr/>
                <p:nvPr/>
              </p:nvSpPr>
              <p:spPr>
                <a:xfrm>
                  <a:off x="4746530" y="2716011"/>
                  <a:ext cx="99853" cy="132880"/>
                </a:xfrm>
                <a:custGeom>
                  <a:avLst/>
                  <a:gdLst>
                    <a:gd name="connsiteX0" fmla="*/ 89703 w 99853"/>
                    <a:gd name="connsiteY0" fmla="*/ 97699 h 132880"/>
                    <a:gd name="connsiteX1" fmla="*/ 56729 w 99853"/>
                    <a:gd name="connsiteY1" fmla="*/ 130124 h 132880"/>
                    <a:gd name="connsiteX2" fmla="*/ 43178 w 99853"/>
                    <a:gd name="connsiteY2" fmla="*/ 130124 h 132880"/>
                    <a:gd name="connsiteX3" fmla="*/ 10205 w 99853"/>
                    <a:gd name="connsiteY3" fmla="*/ 97699 h 132880"/>
                    <a:gd name="connsiteX4" fmla="*/ 0 w 99853"/>
                    <a:gd name="connsiteY4" fmla="*/ 73339 h 132880"/>
                    <a:gd name="connsiteX5" fmla="*/ 0 w 99853"/>
                    <a:gd name="connsiteY5" fmla="*/ 21603 h 132880"/>
                    <a:gd name="connsiteX6" fmla="*/ 7571 w 99853"/>
                    <a:gd name="connsiteY6" fmla="*/ 9587 h 132880"/>
                    <a:gd name="connsiteX7" fmla="*/ 7571 w 99853"/>
                    <a:gd name="connsiteY7" fmla="*/ 9587 h 132880"/>
                    <a:gd name="connsiteX8" fmla="*/ 92281 w 99853"/>
                    <a:gd name="connsiteY8" fmla="*/ 9587 h 132880"/>
                    <a:gd name="connsiteX9" fmla="*/ 92281 w 99853"/>
                    <a:gd name="connsiteY9" fmla="*/ 9587 h 132880"/>
                    <a:gd name="connsiteX10" fmla="*/ 99852 w 99853"/>
                    <a:gd name="connsiteY10" fmla="*/ 21603 h 132880"/>
                    <a:gd name="connsiteX11" fmla="*/ 99852 w 99853"/>
                    <a:gd name="connsiteY11" fmla="*/ 73339 h 132880"/>
                    <a:gd name="connsiteX12" fmla="*/ 89703 w 99853"/>
                    <a:gd name="connsiteY12" fmla="*/ 97699 h 1328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99853" h="132880">
                      <a:moveTo>
                        <a:pt x="89703" y="97699"/>
                      </a:moveTo>
                      <a:lnTo>
                        <a:pt x="56729" y="130124"/>
                      </a:lnTo>
                      <a:cubicBezTo>
                        <a:pt x="52944" y="133800"/>
                        <a:pt x="46909" y="133800"/>
                        <a:pt x="43178" y="130124"/>
                      </a:cubicBezTo>
                      <a:lnTo>
                        <a:pt x="10205" y="97699"/>
                      </a:lnTo>
                      <a:cubicBezTo>
                        <a:pt x="3676" y="91280"/>
                        <a:pt x="0" y="82502"/>
                        <a:pt x="0" y="73339"/>
                      </a:cubicBezTo>
                      <a:lnTo>
                        <a:pt x="0" y="21603"/>
                      </a:lnTo>
                      <a:cubicBezTo>
                        <a:pt x="0" y="16500"/>
                        <a:pt x="2963" y="11837"/>
                        <a:pt x="7571" y="9587"/>
                      </a:cubicBezTo>
                      <a:lnTo>
                        <a:pt x="7571" y="9587"/>
                      </a:lnTo>
                      <a:cubicBezTo>
                        <a:pt x="34345" y="-3196"/>
                        <a:pt x="65508" y="-3196"/>
                        <a:pt x="92281" y="9587"/>
                      </a:cubicBezTo>
                      <a:lnTo>
                        <a:pt x="92281" y="9587"/>
                      </a:lnTo>
                      <a:cubicBezTo>
                        <a:pt x="96890" y="11782"/>
                        <a:pt x="99852" y="16445"/>
                        <a:pt x="99852" y="21603"/>
                      </a:cubicBezTo>
                      <a:lnTo>
                        <a:pt x="99852" y="73339"/>
                      </a:lnTo>
                      <a:cubicBezTo>
                        <a:pt x="99907" y="82502"/>
                        <a:pt x="96231" y="91280"/>
                        <a:pt x="89703" y="97699"/>
                      </a:cubicBezTo>
                      <a:close/>
                    </a:path>
                  </a:pathLst>
                </a:custGeom>
                <a:solidFill>
                  <a:srgbClr val="A44995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0" name="Freeform: Shape 259">
                  <a:extLst>
                    <a:ext uri="{FF2B5EF4-FFF2-40B4-BE49-F238E27FC236}">
                      <a16:creationId xmlns:a16="http://schemas.microsoft.com/office/drawing/2014/main" id="{79E95F0B-5A02-1043-1FC4-D27956C4E5F2}"/>
                    </a:ext>
                  </a:extLst>
                </p:cNvPr>
                <p:cNvSpPr/>
                <p:nvPr/>
              </p:nvSpPr>
              <p:spPr>
                <a:xfrm>
                  <a:off x="4746585" y="2716066"/>
                  <a:ext cx="99852" cy="28735"/>
                </a:xfrm>
                <a:custGeom>
                  <a:avLst/>
                  <a:gdLst>
                    <a:gd name="connsiteX0" fmla="*/ 92281 w 99852"/>
                    <a:gd name="connsiteY0" fmla="*/ 9587 h 28735"/>
                    <a:gd name="connsiteX1" fmla="*/ 92281 w 99852"/>
                    <a:gd name="connsiteY1" fmla="*/ 9587 h 28735"/>
                    <a:gd name="connsiteX2" fmla="*/ 7571 w 99852"/>
                    <a:gd name="connsiteY2" fmla="*/ 9587 h 28735"/>
                    <a:gd name="connsiteX3" fmla="*/ 7571 w 99852"/>
                    <a:gd name="connsiteY3" fmla="*/ 9587 h 28735"/>
                    <a:gd name="connsiteX4" fmla="*/ 0 w 99852"/>
                    <a:gd name="connsiteY4" fmla="*/ 21603 h 28735"/>
                    <a:gd name="connsiteX5" fmla="*/ 0 w 99852"/>
                    <a:gd name="connsiteY5" fmla="*/ 28735 h 28735"/>
                    <a:gd name="connsiteX6" fmla="*/ 7571 w 99852"/>
                    <a:gd name="connsiteY6" fmla="*/ 16720 h 28735"/>
                    <a:gd name="connsiteX7" fmla="*/ 7571 w 99852"/>
                    <a:gd name="connsiteY7" fmla="*/ 16720 h 28735"/>
                    <a:gd name="connsiteX8" fmla="*/ 92281 w 99852"/>
                    <a:gd name="connsiteY8" fmla="*/ 16720 h 28735"/>
                    <a:gd name="connsiteX9" fmla="*/ 92281 w 99852"/>
                    <a:gd name="connsiteY9" fmla="*/ 16720 h 28735"/>
                    <a:gd name="connsiteX10" fmla="*/ 99852 w 99852"/>
                    <a:gd name="connsiteY10" fmla="*/ 28735 h 28735"/>
                    <a:gd name="connsiteX11" fmla="*/ 99852 w 99852"/>
                    <a:gd name="connsiteY11" fmla="*/ 21603 h 28735"/>
                    <a:gd name="connsiteX12" fmla="*/ 92281 w 99852"/>
                    <a:gd name="connsiteY12" fmla="*/ 9587 h 28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99852" h="28735">
                      <a:moveTo>
                        <a:pt x="92281" y="9587"/>
                      </a:moveTo>
                      <a:lnTo>
                        <a:pt x="92281" y="9587"/>
                      </a:lnTo>
                      <a:cubicBezTo>
                        <a:pt x="65508" y="-3196"/>
                        <a:pt x="34345" y="-3196"/>
                        <a:pt x="7571" y="9587"/>
                      </a:cubicBezTo>
                      <a:lnTo>
                        <a:pt x="7571" y="9587"/>
                      </a:lnTo>
                      <a:cubicBezTo>
                        <a:pt x="2963" y="11782"/>
                        <a:pt x="0" y="16445"/>
                        <a:pt x="0" y="21603"/>
                      </a:cubicBezTo>
                      <a:lnTo>
                        <a:pt x="0" y="28735"/>
                      </a:lnTo>
                      <a:cubicBezTo>
                        <a:pt x="0" y="23633"/>
                        <a:pt x="2963" y="18969"/>
                        <a:pt x="7571" y="16720"/>
                      </a:cubicBezTo>
                      <a:lnTo>
                        <a:pt x="7571" y="16720"/>
                      </a:lnTo>
                      <a:cubicBezTo>
                        <a:pt x="34345" y="3936"/>
                        <a:pt x="65508" y="3936"/>
                        <a:pt x="92281" y="16720"/>
                      </a:cubicBezTo>
                      <a:lnTo>
                        <a:pt x="92281" y="16720"/>
                      </a:lnTo>
                      <a:cubicBezTo>
                        <a:pt x="96890" y="18914"/>
                        <a:pt x="99852" y="23578"/>
                        <a:pt x="99852" y="28735"/>
                      </a:cubicBezTo>
                      <a:lnTo>
                        <a:pt x="99852" y="21603"/>
                      </a:lnTo>
                      <a:cubicBezTo>
                        <a:pt x="99852" y="16445"/>
                        <a:pt x="96890" y="11782"/>
                        <a:pt x="92281" y="9587"/>
                      </a:cubicBezTo>
                      <a:close/>
                    </a:path>
                  </a:pathLst>
                </a:custGeom>
                <a:solidFill>
                  <a:srgbClr val="952584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1" name="Freeform: Shape 260">
                  <a:extLst>
                    <a:ext uri="{FF2B5EF4-FFF2-40B4-BE49-F238E27FC236}">
                      <a16:creationId xmlns:a16="http://schemas.microsoft.com/office/drawing/2014/main" id="{C7541E49-5778-539C-8493-7D4CD201DBC7}"/>
                    </a:ext>
                  </a:extLst>
                </p:cNvPr>
                <p:cNvSpPr/>
                <p:nvPr/>
              </p:nvSpPr>
              <p:spPr>
                <a:xfrm>
                  <a:off x="4771713" y="2740303"/>
                  <a:ext cx="49267" cy="74875"/>
                </a:xfrm>
                <a:custGeom>
                  <a:avLst/>
                  <a:gdLst>
                    <a:gd name="connsiteX0" fmla="*/ 46854 w 49267"/>
                    <a:gd name="connsiteY0" fmla="*/ 29956 h 74875"/>
                    <a:gd name="connsiteX1" fmla="*/ 46854 w 49267"/>
                    <a:gd name="connsiteY1" fmla="*/ 22220 h 74875"/>
                    <a:gd name="connsiteX2" fmla="*/ 24634 w 49267"/>
                    <a:gd name="connsiteY2" fmla="*/ 0 h 74875"/>
                    <a:gd name="connsiteX3" fmla="*/ 2414 w 49267"/>
                    <a:gd name="connsiteY3" fmla="*/ 22220 h 74875"/>
                    <a:gd name="connsiteX4" fmla="*/ 2414 w 49267"/>
                    <a:gd name="connsiteY4" fmla="*/ 29956 h 74875"/>
                    <a:gd name="connsiteX5" fmla="*/ 0 w 49267"/>
                    <a:gd name="connsiteY5" fmla="*/ 30888 h 74875"/>
                    <a:gd name="connsiteX6" fmla="*/ 0 w 49267"/>
                    <a:gd name="connsiteY6" fmla="*/ 30888 h 74875"/>
                    <a:gd name="connsiteX7" fmla="*/ 0 w 49267"/>
                    <a:gd name="connsiteY7" fmla="*/ 34619 h 74875"/>
                    <a:gd name="connsiteX8" fmla="*/ 0 w 49267"/>
                    <a:gd name="connsiteY8" fmla="*/ 38679 h 74875"/>
                    <a:gd name="connsiteX9" fmla="*/ 0 w 49267"/>
                    <a:gd name="connsiteY9" fmla="*/ 62216 h 74875"/>
                    <a:gd name="connsiteX10" fmla="*/ 0 w 49267"/>
                    <a:gd name="connsiteY10" fmla="*/ 66276 h 74875"/>
                    <a:gd name="connsiteX11" fmla="*/ 0 w 49267"/>
                    <a:gd name="connsiteY11" fmla="*/ 70006 h 74875"/>
                    <a:gd name="connsiteX12" fmla="*/ 0 w 49267"/>
                    <a:gd name="connsiteY12" fmla="*/ 70006 h 74875"/>
                    <a:gd name="connsiteX13" fmla="*/ 5157 w 49267"/>
                    <a:gd name="connsiteY13" fmla="*/ 71872 h 74875"/>
                    <a:gd name="connsiteX14" fmla="*/ 5157 w 49267"/>
                    <a:gd name="connsiteY14" fmla="*/ 71872 h 74875"/>
                    <a:gd name="connsiteX15" fmla="*/ 5157 w 49267"/>
                    <a:gd name="connsiteY15" fmla="*/ 71872 h 74875"/>
                    <a:gd name="connsiteX16" fmla="*/ 9985 w 49267"/>
                    <a:gd name="connsiteY16" fmla="*/ 73189 h 74875"/>
                    <a:gd name="connsiteX17" fmla="*/ 9985 w 49267"/>
                    <a:gd name="connsiteY17" fmla="*/ 73189 h 74875"/>
                    <a:gd name="connsiteX18" fmla="*/ 22220 w 49267"/>
                    <a:gd name="connsiteY18" fmla="*/ 74834 h 74875"/>
                    <a:gd name="connsiteX19" fmla="*/ 22220 w 49267"/>
                    <a:gd name="connsiteY19" fmla="*/ 74834 h 74875"/>
                    <a:gd name="connsiteX20" fmla="*/ 27103 w 49267"/>
                    <a:gd name="connsiteY20" fmla="*/ 74834 h 74875"/>
                    <a:gd name="connsiteX21" fmla="*/ 27103 w 49267"/>
                    <a:gd name="connsiteY21" fmla="*/ 74834 h 74875"/>
                    <a:gd name="connsiteX22" fmla="*/ 39283 w 49267"/>
                    <a:gd name="connsiteY22" fmla="*/ 73189 h 74875"/>
                    <a:gd name="connsiteX23" fmla="*/ 39283 w 49267"/>
                    <a:gd name="connsiteY23" fmla="*/ 73189 h 74875"/>
                    <a:gd name="connsiteX24" fmla="*/ 44111 w 49267"/>
                    <a:gd name="connsiteY24" fmla="*/ 71872 h 74875"/>
                    <a:gd name="connsiteX25" fmla="*/ 44111 w 49267"/>
                    <a:gd name="connsiteY25" fmla="*/ 71872 h 74875"/>
                    <a:gd name="connsiteX26" fmla="*/ 44111 w 49267"/>
                    <a:gd name="connsiteY26" fmla="*/ 71872 h 74875"/>
                    <a:gd name="connsiteX27" fmla="*/ 49268 w 49267"/>
                    <a:gd name="connsiteY27" fmla="*/ 70006 h 74875"/>
                    <a:gd name="connsiteX28" fmla="*/ 49268 w 49267"/>
                    <a:gd name="connsiteY28" fmla="*/ 70006 h 74875"/>
                    <a:gd name="connsiteX29" fmla="*/ 49268 w 49267"/>
                    <a:gd name="connsiteY29" fmla="*/ 66276 h 74875"/>
                    <a:gd name="connsiteX30" fmla="*/ 49268 w 49267"/>
                    <a:gd name="connsiteY30" fmla="*/ 62216 h 74875"/>
                    <a:gd name="connsiteX31" fmla="*/ 49268 w 49267"/>
                    <a:gd name="connsiteY31" fmla="*/ 38679 h 74875"/>
                    <a:gd name="connsiteX32" fmla="*/ 49268 w 49267"/>
                    <a:gd name="connsiteY32" fmla="*/ 34619 h 74875"/>
                    <a:gd name="connsiteX33" fmla="*/ 49268 w 49267"/>
                    <a:gd name="connsiteY33" fmla="*/ 30888 h 74875"/>
                    <a:gd name="connsiteX34" fmla="*/ 46854 w 49267"/>
                    <a:gd name="connsiteY34" fmla="*/ 29956 h 74875"/>
                    <a:gd name="connsiteX35" fmla="*/ 24634 w 49267"/>
                    <a:gd name="connsiteY35" fmla="*/ 7791 h 74875"/>
                    <a:gd name="connsiteX36" fmla="*/ 39063 w 49267"/>
                    <a:gd name="connsiteY36" fmla="*/ 22220 h 74875"/>
                    <a:gd name="connsiteX37" fmla="*/ 39063 w 49267"/>
                    <a:gd name="connsiteY37" fmla="*/ 27651 h 74875"/>
                    <a:gd name="connsiteX38" fmla="*/ 10205 w 49267"/>
                    <a:gd name="connsiteY38" fmla="*/ 27651 h 74875"/>
                    <a:gd name="connsiteX39" fmla="*/ 10205 w 49267"/>
                    <a:gd name="connsiteY39" fmla="*/ 22220 h 74875"/>
                    <a:gd name="connsiteX40" fmla="*/ 24634 w 49267"/>
                    <a:gd name="connsiteY40" fmla="*/ 7791 h 74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</a:cxnLst>
                  <a:rect l="l" t="t" r="r" b="b"/>
                  <a:pathLst>
                    <a:path w="49267" h="74875">
                      <a:moveTo>
                        <a:pt x="46854" y="29956"/>
                      </a:moveTo>
                      <a:lnTo>
                        <a:pt x="46854" y="22220"/>
                      </a:lnTo>
                      <a:cubicBezTo>
                        <a:pt x="46854" y="9985"/>
                        <a:pt x="36869" y="0"/>
                        <a:pt x="24634" y="0"/>
                      </a:cubicBezTo>
                      <a:cubicBezTo>
                        <a:pt x="12399" y="0"/>
                        <a:pt x="2414" y="9985"/>
                        <a:pt x="2414" y="22220"/>
                      </a:cubicBezTo>
                      <a:lnTo>
                        <a:pt x="2414" y="29956"/>
                      </a:lnTo>
                      <a:cubicBezTo>
                        <a:pt x="1591" y="30230"/>
                        <a:pt x="768" y="30559"/>
                        <a:pt x="0" y="30888"/>
                      </a:cubicBezTo>
                      <a:lnTo>
                        <a:pt x="0" y="30888"/>
                      </a:lnTo>
                      <a:lnTo>
                        <a:pt x="0" y="34619"/>
                      </a:lnTo>
                      <a:lnTo>
                        <a:pt x="0" y="38679"/>
                      </a:lnTo>
                      <a:lnTo>
                        <a:pt x="0" y="62216"/>
                      </a:lnTo>
                      <a:lnTo>
                        <a:pt x="0" y="66276"/>
                      </a:lnTo>
                      <a:lnTo>
                        <a:pt x="0" y="70006"/>
                      </a:lnTo>
                      <a:lnTo>
                        <a:pt x="0" y="70006"/>
                      </a:lnTo>
                      <a:cubicBezTo>
                        <a:pt x="1701" y="70720"/>
                        <a:pt x="3456" y="71323"/>
                        <a:pt x="5157" y="71872"/>
                      </a:cubicBezTo>
                      <a:lnTo>
                        <a:pt x="5157" y="71872"/>
                      </a:lnTo>
                      <a:lnTo>
                        <a:pt x="5157" y="71872"/>
                      </a:lnTo>
                      <a:cubicBezTo>
                        <a:pt x="6748" y="72366"/>
                        <a:pt x="8339" y="72805"/>
                        <a:pt x="9985" y="73189"/>
                      </a:cubicBezTo>
                      <a:cubicBezTo>
                        <a:pt x="9985" y="73189"/>
                        <a:pt x="9985" y="73189"/>
                        <a:pt x="9985" y="73189"/>
                      </a:cubicBezTo>
                      <a:cubicBezTo>
                        <a:pt x="14045" y="74121"/>
                        <a:pt x="18105" y="74670"/>
                        <a:pt x="22220" y="74834"/>
                      </a:cubicBezTo>
                      <a:lnTo>
                        <a:pt x="22220" y="74834"/>
                      </a:lnTo>
                      <a:cubicBezTo>
                        <a:pt x="23866" y="74889"/>
                        <a:pt x="25512" y="74889"/>
                        <a:pt x="27103" y="74834"/>
                      </a:cubicBezTo>
                      <a:cubicBezTo>
                        <a:pt x="27103" y="74834"/>
                        <a:pt x="27103" y="74834"/>
                        <a:pt x="27103" y="74834"/>
                      </a:cubicBezTo>
                      <a:cubicBezTo>
                        <a:pt x="31163" y="74670"/>
                        <a:pt x="35278" y="74121"/>
                        <a:pt x="39283" y="73189"/>
                      </a:cubicBezTo>
                      <a:cubicBezTo>
                        <a:pt x="39283" y="73189"/>
                        <a:pt x="39283" y="73189"/>
                        <a:pt x="39283" y="73189"/>
                      </a:cubicBezTo>
                      <a:cubicBezTo>
                        <a:pt x="40874" y="72805"/>
                        <a:pt x="42520" y="72366"/>
                        <a:pt x="44111" y="71872"/>
                      </a:cubicBezTo>
                      <a:lnTo>
                        <a:pt x="44111" y="71872"/>
                      </a:lnTo>
                      <a:lnTo>
                        <a:pt x="44111" y="71872"/>
                      </a:lnTo>
                      <a:cubicBezTo>
                        <a:pt x="45866" y="71323"/>
                        <a:pt x="47567" y="70720"/>
                        <a:pt x="49268" y="70006"/>
                      </a:cubicBezTo>
                      <a:lnTo>
                        <a:pt x="49268" y="70006"/>
                      </a:lnTo>
                      <a:lnTo>
                        <a:pt x="49268" y="66276"/>
                      </a:lnTo>
                      <a:lnTo>
                        <a:pt x="49268" y="62216"/>
                      </a:lnTo>
                      <a:lnTo>
                        <a:pt x="49268" y="38679"/>
                      </a:lnTo>
                      <a:lnTo>
                        <a:pt x="49268" y="34619"/>
                      </a:lnTo>
                      <a:lnTo>
                        <a:pt x="49268" y="30888"/>
                      </a:lnTo>
                      <a:cubicBezTo>
                        <a:pt x="48500" y="30559"/>
                        <a:pt x="47677" y="30230"/>
                        <a:pt x="46854" y="29956"/>
                      </a:cubicBezTo>
                      <a:close/>
                      <a:moveTo>
                        <a:pt x="24634" y="7791"/>
                      </a:moveTo>
                      <a:cubicBezTo>
                        <a:pt x="32589" y="7791"/>
                        <a:pt x="39063" y="14265"/>
                        <a:pt x="39063" y="22220"/>
                      </a:cubicBezTo>
                      <a:lnTo>
                        <a:pt x="39063" y="27651"/>
                      </a:lnTo>
                      <a:cubicBezTo>
                        <a:pt x="29517" y="25457"/>
                        <a:pt x="19751" y="25457"/>
                        <a:pt x="10205" y="27651"/>
                      </a:cubicBezTo>
                      <a:lnTo>
                        <a:pt x="10205" y="22220"/>
                      </a:lnTo>
                      <a:cubicBezTo>
                        <a:pt x="10205" y="14265"/>
                        <a:pt x="16679" y="7791"/>
                        <a:pt x="24634" y="7791"/>
                      </a:cubicBezTo>
                      <a:close/>
                    </a:path>
                  </a:pathLst>
                </a:custGeom>
                <a:solidFill>
                  <a:srgbClr val="952584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262" name="Graphic 116">
                  <a:extLst>
                    <a:ext uri="{FF2B5EF4-FFF2-40B4-BE49-F238E27FC236}">
                      <a16:creationId xmlns:a16="http://schemas.microsoft.com/office/drawing/2014/main" id="{BEA0D9AE-FE26-FFF0-BC9D-85AD87DE3CE7}"/>
                    </a:ext>
                  </a:extLst>
                </p:cNvPr>
                <p:cNvGrpSpPr/>
                <p:nvPr/>
              </p:nvGrpSpPr>
              <p:grpSpPr>
                <a:xfrm>
                  <a:off x="4771658" y="2734761"/>
                  <a:ext cx="49432" cy="74930"/>
                  <a:chOff x="4771658" y="2734761"/>
                  <a:chExt cx="49432" cy="74930"/>
                </a:xfrm>
              </p:grpSpPr>
              <p:sp>
                <p:nvSpPr>
                  <p:cNvPr id="263" name="Freeform: Shape 262">
                    <a:extLst>
                      <a:ext uri="{FF2B5EF4-FFF2-40B4-BE49-F238E27FC236}">
                        <a16:creationId xmlns:a16="http://schemas.microsoft.com/office/drawing/2014/main" id="{3A37114B-6860-8CDE-9DC5-A976E9E3D6D5}"/>
                      </a:ext>
                    </a:extLst>
                  </p:cNvPr>
                  <p:cNvSpPr/>
                  <p:nvPr/>
                </p:nvSpPr>
                <p:spPr>
                  <a:xfrm>
                    <a:off x="4774127" y="2734761"/>
                    <a:ext cx="44439" cy="48170"/>
                  </a:xfrm>
                  <a:custGeom>
                    <a:avLst/>
                    <a:gdLst>
                      <a:gd name="connsiteX0" fmla="*/ 44440 w 44439"/>
                      <a:gd name="connsiteY0" fmla="*/ 48171 h 48170"/>
                      <a:gd name="connsiteX1" fmla="*/ 36649 w 44439"/>
                      <a:gd name="connsiteY1" fmla="*/ 48171 h 48170"/>
                      <a:gd name="connsiteX2" fmla="*/ 36649 w 44439"/>
                      <a:gd name="connsiteY2" fmla="*/ 22220 h 48170"/>
                      <a:gd name="connsiteX3" fmla="*/ 22220 w 44439"/>
                      <a:gd name="connsiteY3" fmla="*/ 7791 h 48170"/>
                      <a:gd name="connsiteX4" fmla="*/ 7791 w 44439"/>
                      <a:gd name="connsiteY4" fmla="*/ 22220 h 48170"/>
                      <a:gd name="connsiteX5" fmla="*/ 7791 w 44439"/>
                      <a:gd name="connsiteY5" fmla="*/ 48171 h 48170"/>
                      <a:gd name="connsiteX6" fmla="*/ 0 w 44439"/>
                      <a:gd name="connsiteY6" fmla="*/ 48171 h 48170"/>
                      <a:gd name="connsiteX7" fmla="*/ 0 w 44439"/>
                      <a:gd name="connsiteY7" fmla="*/ 22220 h 48170"/>
                      <a:gd name="connsiteX8" fmla="*/ 22220 w 44439"/>
                      <a:gd name="connsiteY8" fmla="*/ 0 h 48170"/>
                      <a:gd name="connsiteX9" fmla="*/ 44440 w 44439"/>
                      <a:gd name="connsiteY9" fmla="*/ 22220 h 48170"/>
                      <a:gd name="connsiteX10" fmla="*/ 44440 w 44439"/>
                      <a:gd name="connsiteY10" fmla="*/ 48171 h 48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4439" h="48170">
                        <a:moveTo>
                          <a:pt x="44440" y="48171"/>
                        </a:moveTo>
                        <a:lnTo>
                          <a:pt x="36649" y="48171"/>
                        </a:lnTo>
                        <a:lnTo>
                          <a:pt x="36649" y="22220"/>
                        </a:lnTo>
                        <a:cubicBezTo>
                          <a:pt x="36649" y="14265"/>
                          <a:pt x="30175" y="7791"/>
                          <a:pt x="22220" y="7791"/>
                        </a:cubicBezTo>
                        <a:cubicBezTo>
                          <a:pt x="14265" y="7791"/>
                          <a:pt x="7791" y="14265"/>
                          <a:pt x="7791" y="22220"/>
                        </a:cubicBezTo>
                        <a:lnTo>
                          <a:pt x="7791" y="48171"/>
                        </a:lnTo>
                        <a:lnTo>
                          <a:pt x="0" y="48171"/>
                        </a:lnTo>
                        <a:lnTo>
                          <a:pt x="0" y="22220"/>
                        </a:lnTo>
                        <a:cubicBezTo>
                          <a:pt x="0" y="9985"/>
                          <a:pt x="9985" y="0"/>
                          <a:pt x="22220" y="0"/>
                        </a:cubicBezTo>
                        <a:cubicBezTo>
                          <a:pt x="34455" y="0"/>
                          <a:pt x="44440" y="9985"/>
                          <a:pt x="44440" y="22220"/>
                        </a:cubicBezTo>
                        <a:lnTo>
                          <a:pt x="44440" y="48171"/>
                        </a:lnTo>
                        <a:close/>
                      </a:path>
                    </a:pathLst>
                  </a:custGeom>
                  <a:solidFill>
                    <a:srgbClr val="36A9E1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64" name="Freeform: Shape 263">
                    <a:extLst>
                      <a:ext uri="{FF2B5EF4-FFF2-40B4-BE49-F238E27FC236}">
                        <a16:creationId xmlns:a16="http://schemas.microsoft.com/office/drawing/2014/main" id="{7D5EF4EB-3B9E-8961-3DCA-BDB1F5EA4CD9}"/>
                      </a:ext>
                    </a:extLst>
                  </p:cNvPr>
                  <p:cNvSpPr/>
                  <p:nvPr/>
                </p:nvSpPr>
                <p:spPr>
                  <a:xfrm>
                    <a:off x="4778681" y="2739315"/>
                    <a:ext cx="35332" cy="43616"/>
                  </a:xfrm>
                  <a:custGeom>
                    <a:avLst/>
                    <a:gdLst>
                      <a:gd name="connsiteX0" fmla="*/ 17666 w 35332"/>
                      <a:gd name="connsiteY0" fmla="*/ 0 h 43616"/>
                      <a:gd name="connsiteX1" fmla="*/ 0 w 35332"/>
                      <a:gd name="connsiteY1" fmla="*/ 15581 h 43616"/>
                      <a:gd name="connsiteX2" fmla="*/ 0 w 35332"/>
                      <a:gd name="connsiteY2" fmla="*/ 43617 h 43616"/>
                      <a:gd name="connsiteX3" fmla="*/ 3237 w 35332"/>
                      <a:gd name="connsiteY3" fmla="*/ 43617 h 43616"/>
                      <a:gd name="connsiteX4" fmla="*/ 3237 w 35332"/>
                      <a:gd name="connsiteY4" fmla="*/ 17666 h 43616"/>
                      <a:gd name="connsiteX5" fmla="*/ 17666 w 35332"/>
                      <a:gd name="connsiteY5" fmla="*/ 3237 h 43616"/>
                      <a:gd name="connsiteX6" fmla="*/ 32095 w 35332"/>
                      <a:gd name="connsiteY6" fmla="*/ 17666 h 43616"/>
                      <a:gd name="connsiteX7" fmla="*/ 32095 w 35332"/>
                      <a:gd name="connsiteY7" fmla="*/ 43617 h 43616"/>
                      <a:gd name="connsiteX8" fmla="*/ 35332 w 35332"/>
                      <a:gd name="connsiteY8" fmla="*/ 43617 h 43616"/>
                      <a:gd name="connsiteX9" fmla="*/ 35332 w 35332"/>
                      <a:gd name="connsiteY9" fmla="*/ 15581 h 43616"/>
                      <a:gd name="connsiteX10" fmla="*/ 17666 w 35332"/>
                      <a:gd name="connsiteY10" fmla="*/ 0 h 436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5332" h="43616">
                        <a:moveTo>
                          <a:pt x="17666" y="0"/>
                        </a:moveTo>
                        <a:cubicBezTo>
                          <a:pt x="7955" y="0"/>
                          <a:pt x="0" y="7023"/>
                          <a:pt x="0" y="15581"/>
                        </a:cubicBezTo>
                        <a:lnTo>
                          <a:pt x="0" y="43617"/>
                        </a:lnTo>
                        <a:lnTo>
                          <a:pt x="3237" y="43617"/>
                        </a:lnTo>
                        <a:lnTo>
                          <a:pt x="3237" y="17666"/>
                        </a:lnTo>
                        <a:cubicBezTo>
                          <a:pt x="3237" y="9711"/>
                          <a:pt x="9711" y="3237"/>
                          <a:pt x="17666" y="3237"/>
                        </a:cubicBezTo>
                        <a:cubicBezTo>
                          <a:pt x="25621" y="3237"/>
                          <a:pt x="32095" y="9711"/>
                          <a:pt x="32095" y="17666"/>
                        </a:cubicBezTo>
                        <a:lnTo>
                          <a:pt x="32095" y="43617"/>
                        </a:lnTo>
                        <a:lnTo>
                          <a:pt x="35332" y="43617"/>
                        </a:lnTo>
                        <a:lnTo>
                          <a:pt x="35332" y="15581"/>
                        </a:lnTo>
                        <a:cubicBezTo>
                          <a:pt x="35332" y="6968"/>
                          <a:pt x="27377" y="0"/>
                          <a:pt x="17666" y="0"/>
                        </a:cubicBezTo>
                        <a:close/>
                      </a:path>
                    </a:pathLst>
                  </a:custGeom>
                  <a:solidFill>
                    <a:srgbClr val="0091C5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65" name="Freeform: Shape 264">
                    <a:extLst>
                      <a:ext uri="{FF2B5EF4-FFF2-40B4-BE49-F238E27FC236}">
                        <a16:creationId xmlns:a16="http://schemas.microsoft.com/office/drawing/2014/main" id="{DB31C344-909F-645D-3EAC-59D7B07DFC59}"/>
                      </a:ext>
                    </a:extLst>
                  </p:cNvPr>
                  <p:cNvSpPr/>
                  <p:nvPr/>
                </p:nvSpPr>
                <p:spPr>
                  <a:xfrm>
                    <a:off x="4771713" y="2760830"/>
                    <a:ext cx="49322" cy="48848"/>
                  </a:xfrm>
                  <a:custGeom>
                    <a:avLst/>
                    <a:gdLst>
                      <a:gd name="connsiteX0" fmla="*/ 49323 w 49322"/>
                      <a:gd name="connsiteY0" fmla="*/ 43993 h 48848"/>
                      <a:gd name="connsiteX1" fmla="*/ 49323 w 49322"/>
                      <a:gd name="connsiteY1" fmla="*/ 43993 h 48848"/>
                      <a:gd name="connsiteX2" fmla="*/ 0 w 49322"/>
                      <a:gd name="connsiteY2" fmla="*/ 43993 h 48848"/>
                      <a:gd name="connsiteX3" fmla="*/ 0 w 49322"/>
                      <a:gd name="connsiteY3" fmla="*/ 43993 h 48848"/>
                      <a:gd name="connsiteX4" fmla="*/ 0 w 49322"/>
                      <a:gd name="connsiteY4" fmla="*/ 4875 h 48848"/>
                      <a:gd name="connsiteX5" fmla="*/ 0 w 49322"/>
                      <a:gd name="connsiteY5" fmla="*/ 4875 h 48848"/>
                      <a:gd name="connsiteX6" fmla="*/ 46250 w 49322"/>
                      <a:gd name="connsiteY6" fmla="*/ 3723 h 48848"/>
                      <a:gd name="connsiteX7" fmla="*/ 49323 w 49322"/>
                      <a:gd name="connsiteY7" fmla="*/ 4875 h 48848"/>
                      <a:gd name="connsiteX8" fmla="*/ 49323 w 49322"/>
                      <a:gd name="connsiteY8" fmla="*/ 4875 h 48848"/>
                      <a:gd name="connsiteX9" fmla="*/ 49323 w 49322"/>
                      <a:gd name="connsiteY9" fmla="*/ 43993 h 488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9322" h="48848">
                        <a:moveTo>
                          <a:pt x="49323" y="43993"/>
                        </a:moveTo>
                        <a:lnTo>
                          <a:pt x="49323" y="43993"/>
                        </a:lnTo>
                        <a:cubicBezTo>
                          <a:pt x="33302" y="50467"/>
                          <a:pt x="16075" y="50467"/>
                          <a:pt x="0" y="43993"/>
                        </a:cubicBezTo>
                        <a:lnTo>
                          <a:pt x="0" y="43993"/>
                        </a:lnTo>
                        <a:lnTo>
                          <a:pt x="0" y="4875"/>
                        </a:lnTo>
                        <a:lnTo>
                          <a:pt x="0" y="4875"/>
                        </a:lnTo>
                        <a:cubicBezTo>
                          <a:pt x="15033" y="-1215"/>
                          <a:pt x="31053" y="-1599"/>
                          <a:pt x="46250" y="3723"/>
                        </a:cubicBezTo>
                        <a:cubicBezTo>
                          <a:pt x="47293" y="4107"/>
                          <a:pt x="48335" y="4491"/>
                          <a:pt x="49323" y="4875"/>
                        </a:cubicBezTo>
                        <a:lnTo>
                          <a:pt x="49323" y="4875"/>
                        </a:lnTo>
                        <a:lnTo>
                          <a:pt x="49323" y="43993"/>
                        </a:lnTo>
                        <a:close/>
                      </a:path>
                    </a:pathLst>
                  </a:custGeom>
                  <a:solidFill>
                    <a:srgbClr val="DADADA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66" name="Freeform: Shape 265">
                    <a:extLst>
                      <a:ext uri="{FF2B5EF4-FFF2-40B4-BE49-F238E27FC236}">
                        <a16:creationId xmlns:a16="http://schemas.microsoft.com/office/drawing/2014/main" id="{82A7B409-EA9E-CFFD-3CF3-0FBD2B925DEE}"/>
                      </a:ext>
                    </a:extLst>
                  </p:cNvPr>
                  <p:cNvSpPr/>
                  <p:nvPr/>
                </p:nvSpPr>
                <p:spPr>
                  <a:xfrm>
                    <a:off x="4776870" y="2760835"/>
                    <a:ext cx="39008" cy="48856"/>
                  </a:xfrm>
                  <a:custGeom>
                    <a:avLst/>
                    <a:gdLst>
                      <a:gd name="connsiteX0" fmla="*/ 0 w 39008"/>
                      <a:gd name="connsiteY0" fmla="*/ 3004 h 48856"/>
                      <a:gd name="connsiteX1" fmla="*/ 0 w 39008"/>
                      <a:gd name="connsiteY1" fmla="*/ 45853 h 48856"/>
                      <a:gd name="connsiteX2" fmla="*/ 39008 w 39008"/>
                      <a:gd name="connsiteY2" fmla="*/ 45853 h 48856"/>
                      <a:gd name="connsiteX3" fmla="*/ 39008 w 39008"/>
                      <a:gd name="connsiteY3" fmla="*/ 3004 h 48856"/>
                      <a:gd name="connsiteX4" fmla="*/ 0 w 39008"/>
                      <a:gd name="connsiteY4" fmla="*/ 3004 h 488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9008" h="48856">
                        <a:moveTo>
                          <a:pt x="0" y="3004"/>
                        </a:moveTo>
                        <a:lnTo>
                          <a:pt x="0" y="45853"/>
                        </a:lnTo>
                        <a:cubicBezTo>
                          <a:pt x="12783" y="49858"/>
                          <a:pt x="26170" y="49858"/>
                          <a:pt x="39008" y="45853"/>
                        </a:cubicBezTo>
                        <a:lnTo>
                          <a:pt x="39008" y="3004"/>
                        </a:lnTo>
                        <a:cubicBezTo>
                          <a:pt x="26170" y="-1001"/>
                          <a:pt x="12783" y="-1001"/>
                          <a:pt x="0" y="300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267" name="Graphic 116">
                    <a:extLst>
                      <a:ext uri="{FF2B5EF4-FFF2-40B4-BE49-F238E27FC236}">
                        <a16:creationId xmlns:a16="http://schemas.microsoft.com/office/drawing/2014/main" id="{F8FDC407-76C1-17DA-BF62-8B346036D614}"/>
                      </a:ext>
                    </a:extLst>
                  </p:cNvPr>
                  <p:cNvGrpSpPr/>
                  <p:nvPr/>
                </p:nvGrpSpPr>
                <p:grpSpPr>
                  <a:xfrm>
                    <a:off x="4789708" y="2772892"/>
                    <a:ext cx="13277" cy="23152"/>
                    <a:chOff x="4789708" y="2772892"/>
                    <a:chExt cx="13277" cy="23152"/>
                  </a:xfrm>
                </p:grpSpPr>
                <p:sp>
                  <p:nvSpPr>
                    <p:cNvPr id="268" name="Freeform: Shape 267">
                      <a:extLst>
                        <a:ext uri="{FF2B5EF4-FFF2-40B4-BE49-F238E27FC236}">
                          <a16:creationId xmlns:a16="http://schemas.microsoft.com/office/drawing/2014/main" id="{52F78942-E864-6EE9-D2C4-2E42E3FEB5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89708" y="2772892"/>
                      <a:ext cx="13277" cy="13277"/>
                    </a:xfrm>
                    <a:custGeom>
                      <a:avLst/>
                      <a:gdLst>
                        <a:gd name="connsiteX0" fmla="*/ 13277 w 13277"/>
                        <a:gd name="connsiteY0" fmla="*/ 6639 h 13277"/>
                        <a:gd name="connsiteX1" fmla="*/ 6639 w 13277"/>
                        <a:gd name="connsiteY1" fmla="*/ 13277 h 13277"/>
                        <a:gd name="connsiteX2" fmla="*/ 0 w 13277"/>
                        <a:gd name="connsiteY2" fmla="*/ 6639 h 13277"/>
                        <a:gd name="connsiteX3" fmla="*/ 6639 w 13277"/>
                        <a:gd name="connsiteY3" fmla="*/ 0 h 13277"/>
                        <a:gd name="connsiteX4" fmla="*/ 13277 w 13277"/>
                        <a:gd name="connsiteY4" fmla="*/ 6639 h 132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277" h="13277">
                          <a:moveTo>
                            <a:pt x="13277" y="6639"/>
                          </a:moveTo>
                          <a:cubicBezTo>
                            <a:pt x="13277" y="10305"/>
                            <a:pt x="10305" y="13277"/>
                            <a:pt x="6639" y="13277"/>
                          </a:cubicBezTo>
                          <a:cubicBezTo>
                            <a:pt x="2972" y="13277"/>
                            <a:pt x="0" y="10305"/>
                            <a:pt x="0" y="6639"/>
                          </a:cubicBezTo>
                          <a:cubicBezTo>
                            <a:pt x="0" y="2972"/>
                            <a:pt x="2972" y="0"/>
                            <a:pt x="6639" y="0"/>
                          </a:cubicBezTo>
                          <a:cubicBezTo>
                            <a:pt x="10305" y="0"/>
                            <a:pt x="13277" y="2972"/>
                            <a:pt x="13277" y="6639"/>
                          </a:cubicBezTo>
                          <a:close/>
                        </a:path>
                      </a:pathLst>
                    </a:custGeom>
                    <a:solidFill>
                      <a:srgbClr val="36A9E1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69" name="Freeform: Shape 268">
                      <a:extLst>
                        <a:ext uri="{FF2B5EF4-FFF2-40B4-BE49-F238E27FC236}">
                          <a16:creationId xmlns:a16="http://schemas.microsoft.com/office/drawing/2014/main" id="{5EEED3C0-0E2B-8BFF-6BB5-FD36393539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92452" y="2779475"/>
                      <a:ext cx="7900" cy="16568"/>
                    </a:xfrm>
                    <a:custGeom>
                      <a:avLst/>
                      <a:gdLst>
                        <a:gd name="connsiteX0" fmla="*/ 5267 w 7900"/>
                        <a:gd name="connsiteY0" fmla="*/ 16569 h 16568"/>
                        <a:gd name="connsiteX1" fmla="*/ 2579 w 7900"/>
                        <a:gd name="connsiteY1" fmla="*/ 16569 h 16568"/>
                        <a:gd name="connsiteX2" fmla="*/ 0 w 7900"/>
                        <a:gd name="connsiteY2" fmla="*/ 13990 h 16568"/>
                        <a:gd name="connsiteX3" fmla="*/ 0 w 7900"/>
                        <a:gd name="connsiteY3" fmla="*/ 0 h 16568"/>
                        <a:gd name="connsiteX4" fmla="*/ 7900 w 7900"/>
                        <a:gd name="connsiteY4" fmla="*/ 0 h 16568"/>
                        <a:gd name="connsiteX5" fmla="*/ 7900 w 7900"/>
                        <a:gd name="connsiteY5" fmla="*/ 13990 h 16568"/>
                        <a:gd name="connsiteX6" fmla="*/ 5267 w 7900"/>
                        <a:gd name="connsiteY6" fmla="*/ 16569 h 165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7900" h="16568">
                          <a:moveTo>
                            <a:pt x="5267" y="16569"/>
                          </a:moveTo>
                          <a:lnTo>
                            <a:pt x="2579" y="16569"/>
                          </a:lnTo>
                          <a:cubicBezTo>
                            <a:pt x="1152" y="16569"/>
                            <a:pt x="0" y="15417"/>
                            <a:pt x="0" y="13990"/>
                          </a:cubicBezTo>
                          <a:lnTo>
                            <a:pt x="0" y="0"/>
                          </a:lnTo>
                          <a:lnTo>
                            <a:pt x="7900" y="0"/>
                          </a:lnTo>
                          <a:lnTo>
                            <a:pt x="7900" y="13990"/>
                          </a:lnTo>
                          <a:cubicBezTo>
                            <a:pt x="7846" y="15417"/>
                            <a:pt x="6693" y="16569"/>
                            <a:pt x="5267" y="16569"/>
                          </a:cubicBezTo>
                          <a:close/>
                        </a:path>
                      </a:pathLst>
                    </a:custGeom>
                    <a:solidFill>
                      <a:srgbClr val="36A9E1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0" name="Freeform: Shape 269">
                      <a:extLst>
                        <a:ext uri="{FF2B5EF4-FFF2-40B4-BE49-F238E27FC236}">
                          <a16:creationId xmlns:a16="http://schemas.microsoft.com/office/drawing/2014/main" id="{1CAA6F6C-7CC7-5B51-6BC3-D418C2ED9A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94701" y="2781341"/>
                      <a:ext cx="3240" cy="13057"/>
                    </a:xfrm>
                    <a:custGeom>
                      <a:avLst/>
                      <a:gdLst>
                        <a:gd name="connsiteX0" fmla="*/ 2030 w 3240"/>
                        <a:gd name="connsiteY0" fmla="*/ 13058 h 13057"/>
                        <a:gd name="connsiteX1" fmla="*/ 1262 w 3240"/>
                        <a:gd name="connsiteY1" fmla="*/ 13058 h 13057"/>
                        <a:gd name="connsiteX2" fmla="*/ 0 w 3240"/>
                        <a:gd name="connsiteY2" fmla="*/ 11796 h 13057"/>
                        <a:gd name="connsiteX3" fmla="*/ 0 w 3240"/>
                        <a:gd name="connsiteY3" fmla="*/ 0 h 13057"/>
                        <a:gd name="connsiteX4" fmla="*/ 3237 w 3240"/>
                        <a:gd name="connsiteY4" fmla="*/ 0 h 13057"/>
                        <a:gd name="connsiteX5" fmla="*/ 3237 w 3240"/>
                        <a:gd name="connsiteY5" fmla="*/ 11796 h 13057"/>
                        <a:gd name="connsiteX6" fmla="*/ 2030 w 3240"/>
                        <a:gd name="connsiteY6" fmla="*/ 13058 h 1305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3240" h="13057">
                          <a:moveTo>
                            <a:pt x="2030" y="13058"/>
                          </a:moveTo>
                          <a:lnTo>
                            <a:pt x="1262" y="13058"/>
                          </a:lnTo>
                          <a:cubicBezTo>
                            <a:pt x="549" y="13058"/>
                            <a:pt x="0" y="12509"/>
                            <a:pt x="0" y="11796"/>
                          </a:cubicBezTo>
                          <a:lnTo>
                            <a:pt x="0" y="0"/>
                          </a:lnTo>
                          <a:lnTo>
                            <a:pt x="3237" y="0"/>
                          </a:lnTo>
                          <a:lnTo>
                            <a:pt x="3237" y="11796"/>
                          </a:lnTo>
                          <a:cubicBezTo>
                            <a:pt x="3292" y="12509"/>
                            <a:pt x="2688" y="13058"/>
                            <a:pt x="2030" y="13058"/>
                          </a:cubicBezTo>
                          <a:close/>
                        </a:path>
                      </a:pathLst>
                    </a:custGeom>
                    <a:solidFill>
                      <a:srgbClr val="2C3088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1" name="Freeform: Shape 270">
                      <a:extLst>
                        <a:ext uri="{FF2B5EF4-FFF2-40B4-BE49-F238E27FC236}">
                          <a16:creationId xmlns:a16="http://schemas.microsoft.com/office/drawing/2014/main" id="{600B5A09-8AD0-9D4E-C041-8FAE69D5AA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92397" y="2775580"/>
                      <a:ext cx="7900" cy="7900"/>
                    </a:xfrm>
                    <a:custGeom>
                      <a:avLst/>
                      <a:gdLst>
                        <a:gd name="connsiteX0" fmla="*/ 7900 w 7900"/>
                        <a:gd name="connsiteY0" fmla="*/ 3950 h 7900"/>
                        <a:gd name="connsiteX1" fmla="*/ 3950 w 7900"/>
                        <a:gd name="connsiteY1" fmla="*/ 7900 h 7900"/>
                        <a:gd name="connsiteX2" fmla="*/ 0 w 7900"/>
                        <a:gd name="connsiteY2" fmla="*/ 3950 h 7900"/>
                        <a:gd name="connsiteX3" fmla="*/ 3950 w 7900"/>
                        <a:gd name="connsiteY3" fmla="*/ 0 h 7900"/>
                        <a:gd name="connsiteX4" fmla="*/ 7900 w 7900"/>
                        <a:gd name="connsiteY4" fmla="*/ 3950 h 79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900" h="7900">
                          <a:moveTo>
                            <a:pt x="7900" y="3950"/>
                          </a:moveTo>
                          <a:cubicBezTo>
                            <a:pt x="7900" y="6132"/>
                            <a:pt x="6132" y="7900"/>
                            <a:pt x="3950" y="7900"/>
                          </a:cubicBezTo>
                          <a:cubicBezTo>
                            <a:pt x="1769" y="7900"/>
                            <a:pt x="0" y="6132"/>
                            <a:pt x="0" y="3950"/>
                          </a:cubicBezTo>
                          <a:cubicBezTo>
                            <a:pt x="0" y="1769"/>
                            <a:pt x="1769" y="0"/>
                            <a:pt x="3950" y="0"/>
                          </a:cubicBezTo>
                          <a:cubicBezTo>
                            <a:pt x="6132" y="0"/>
                            <a:pt x="7900" y="1769"/>
                            <a:pt x="7900" y="3950"/>
                          </a:cubicBezTo>
                          <a:close/>
                        </a:path>
                      </a:pathLst>
                    </a:custGeom>
                    <a:solidFill>
                      <a:srgbClr val="2C3088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72" name="Freeform: Shape 271">
                    <a:extLst>
                      <a:ext uri="{FF2B5EF4-FFF2-40B4-BE49-F238E27FC236}">
                        <a16:creationId xmlns:a16="http://schemas.microsoft.com/office/drawing/2014/main" id="{D909D3E4-2946-65C0-4533-F7FB5F3D8E18}"/>
                      </a:ext>
                    </a:extLst>
                  </p:cNvPr>
                  <p:cNvSpPr/>
                  <p:nvPr/>
                </p:nvSpPr>
                <p:spPr>
                  <a:xfrm>
                    <a:off x="4771768" y="2764697"/>
                    <a:ext cx="49322" cy="8798"/>
                  </a:xfrm>
                  <a:custGeom>
                    <a:avLst/>
                    <a:gdLst>
                      <a:gd name="connsiteX0" fmla="*/ 49268 w 49322"/>
                      <a:gd name="connsiteY0" fmla="*/ 4738 h 8798"/>
                      <a:gd name="connsiteX1" fmla="*/ 46854 w 49322"/>
                      <a:gd name="connsiteY1" fmla="*/ 3806 h 8798"/>
                      <a:gd name="connsiteX2" fmla="*/ 0 w 49322"/>
                      <a:gd name="connsiteY2" fmla="*/ 4738 h 8798"/>
                      <a:gd name="connsiteX3" fmla="*/ 0 w 49322"/>
                      <a:gd name="connsiteY3" fmla="*/ 8798 h 8798"/>
                      <a:gd name="connsiteX4" fmla="*/ 713 w 49322"/>
                      <a:gd name="connsiteY4" fmla="*/ 8634 h 8798"/>
                      <a:gd name="connsiteX5" fmla="*/ 45592 w 49322"/>
                      <a:gd name="connsiteY5" fmla="*/ 7482 h 8798"/>
                      <a:gd name="connsiteX6" fmla="*/ 48609 w 49322"/>
                      <a:gd name="connsiteY6" fmla="*/ 8634 h 8798"/>
                      <a:gd name="connsiteX7" fmla="*/ 49323 w 49322"/>
                      <a:gd name="connsiteY7" fmla="*/ 8798 h 8798"/>
                      <a:gd name="connsiteX8" fmla="*/ 49323 w 49322"/>
                      <a:gd name="connsiteY8" fmla="*/ 8798 h 8798"/>
                      <a:gd name="connsiteX9" fmla="*/ 49323 w 49322"/>
                      <a:gd name="connsiteY9" fmla="*/ 4738 h 87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9322" h="8798">
                        <a:moveTo>
                          <a:pt x="49268" y="4738"/>
                        </a:moveTo>
                        <a:cubicBezTo>
                          <a:pt x="48445" y="4409"/>
                          <a:pt x="47622" y="4135"/>
                          <a:pt x="46854" y="3806"/>
                        </a:cubicBezTo>
                        <a:cubicBezTo>
                          <a:pt x="31437" y="-1571"/>
                          <a:pt x="15252" y="-1242"/>
                          <a:pt x="0" y="4738"/>
                        </a:cubicBezTo>
                        <a:lnTo>
                          <a:pt x="0" y="8798"/>
                        </a:lnTo>
                        <a:cubicBezTo>
                          <a:pt x="219" y="8798"/>
                          <a:pt x="494" y="8743"/>
                          <a:pt x="713" y="8634"/>
                        </a:cubicBezTo>
                        <a:cubicBezTo>
                          <a:pt x="15307" y="2708"/>
                          <a:pt x="30834" y="2324"/>
                          <a:pt x="45592" y="7482"/>
                        </a:cubicBezTo>
                        <a:cubicBezTo>
                          <a:pt x="46580" y="7811"/>
                          <a:pt x="47622" y="8195"/>
                          <a:pt x="48609" y="8634"/>
                        </a:cubicBezTo>
                        <a:cubicBezTo>
                          <a:pt x="48829" y="8743"/>
                          <a:pt x="49103" y="8798"/>
                          <a:pt x="49323" y="8798"/>
                        </a:cubicBezTo>
                        <a:lnTo>
                          <a:pt x="49323" y="8798"/>
                        </a:lnTo>
                        <a:lnTo>
                          <a:pt x="49323" y="4738"/>
                        </a:lnTo>
                        <a:close/>
                      </a:path>
                    </a:pathLst>
                  </a:custGeom>
                  <a:solidFill>
                    <a:srgbClr val="DADADA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73" name="Freeform: Shape 272">
                    <a:extLst>
                      <a:ext uri="{FF2B5EF4-FFF2-40B4-BE49-F238E27FC236}">
                        <a16:creationId xmlns:a16="http://schemas.microsoft.com/office/drawing/2014/main" id="{73D353C7-4F16-1EB2-7C89-98A525750A15}"/>
                      </a:ext>
                    </a:extLst>
                  </p:cNvPr>
                  <p:cNvSpPr/>
                  <p:nvPr/>
                </p:nvSpPr>
                <p:spPr>
                  <a:xfrm>
                    <a:off x="4771658" y="2797087"/>
                    <a:ext cx="49322" cy="8778"/>
                  </a:xfrm>
                  <a:custGeom>
                    <a:avLst/>
                    <a:gdLst>
                      <a:gd name="connsiteX0" fmla="*/ 55 w 49322"/>
                      <a:gd name="connsiteY0" fmla="*/ 4005 h 8778"/>
                      <a:gd name="connsiteX1" fmla="*/ 2469 w 49322"/>
                      <a:gd name="connsiteY1" fmla="*/ 4938 h 8778"/>
                      <a:gd name="connsiteX2" fmla="*/ 24689 w 49322"/>
                      <a:gd name="connsiteY2" fmla="*/ 8778 h 8778"/>
                      <a:gd name="connsiteX3" fmla="*/ 49323 w 49322"/>
                      <a:gd name="connsiteY3" fmla="*/ 4060 h 8778"/>
                      <a:gd name="connsiteX4" fmla="*/ 49323 w 49322"/>
                      <a:gd name="connsiteY4" fmla="*/ 0 h 8778"/>
                      <a:gd name="connsiteX5" fmla="*/ 48609 w 49322"/>
                      <a:gd name="connsiteY5" fmla="*/ 165 h 8778"/>
                      <a:gd name="connsiteX6" fmla="*/ 3731 w 49322"/>
                      <a:gd name="connsiteY6" fmla="*/ 1317 h 8778"/>
                      <a:gd name="connsiteX7" fmla="*/ 713 w 49322"/>
                      <a:gd name="connsiteY7" fmla="*/ 165 h 8778"/>
                      <a:gd name="connsiteX8" fmla="*/ 0 w 49322"/>
                      <a:gd name="connsiteY8" fmla="*/ 0 h 8778"/>
                      <a:gd name="connsiteX9" fmla="*/ 0 w 49322"/>
                      <a:gd name="connsiteY9" fmla="*/ 4005 h 8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9322" h="8778">
                        <a:moveTo>
                          <a:pt x="55" y="4005"/>
                        </a:moveTo>
                        <a:cubicBezTo>
                          <a:pt x="878" y="4334"/>
                          <a:pt x="1701" y="4609"/>
                          <a:pt x="2469" y="4938"/>
                        </a:cubicBezTo>
                        <a:cubicBezTo>
                          <a:pt x="9766" y="7516"/>
                          <a:pt x="17227" y="8778"/>
                          <a:pt x="24689" y="8778"/>
                        </a:cubicBezTo>
                        <a:cubicBezTo>
                          <a:pt x="32973" y="8778"/>
                          <a:pt x="41313" y="7187"/>
                          <a:pt x="49323" y="4060"/>
                        </a:cubicBezTo>
                        <a:lnTo>
                          <a:pt x="49323" y="0"/>
                        </a:lnTo>
                        <a:cubicBezTo>
                          <a:pt x="49103" y="0"/>
                          <a:pt x="48829" y="55"/>
                          <a:pt x="48609" y="165"/>
                        </a:cubicBezTo>
                        <a:cubicBezTo>
                          <a:pt x="34016" y="6090"/>
                          <a:pt x="18489" y="6474"/>
                          <a:pt x="3731" y="1317"/>
                        </a:cubicBezTo>
                        <a:cubicBezTo>
                          <a:pt x="2743" y="988"/>
                          <a:pt x="1701" y="603"/>
                          <a:pt x="713" y="165"/>
                        </a:cubicBezTo>
                        <a:cubicBezTo>
                          <a:pt x="494" y="55"/>
                          <a:pt x="219" y="0"/>
                          <a:pt x="0" y="0"/>
                        </a:cubicBezTo>
                        <a:lnTo>
                          <a:pt x="0" y="4005"/>
                        </a:lnTo>
                        <a:close/>
                      </a:path>
                    </a:pathLst>
                  </a:custGeom>
                  <a:solidFill>
                    <a:srgbClr val="DADADA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</p:grpSp>
      </p:grpSp>
      <p:grpSp>
        <p:nvGrpSpPr>
          <p:cNvPr id="274" name="Graphic 120">
            <a:extLst>
              <a:ext uri="{FF2B5EF4-FFF2-40B4-BE49-F238E27FC236}">
                <a16:creationId xmlns:a16="http://schemas.microsoft.com/office/drawing/2014/main" id="{7F500760-9609-84C1-5360-723E01BB5545}"/>
              </a:ext>
            </a:extLst>
          </p:cNvPr>
          <p:cNvGrpSpPr/>
          <p:nvPr/>
        </p:nvGrpSpPr>
        <p:grpSpPr>
          <a:xfrm>
            <a:off x="3294569" y="5125060"/>
            <a:ext cx="436717" cy="436717"/>
            <a:chOff x="2722961" y="5451163"/>
            <a:chExt cx="436717" cy="436717"/>
          </a:xfrm>
        </p:grpSpPr>
        <p:grpSp>
          <p:nvGrpSpPr>
            <p:cNvPr id="275" name="Graphic 120">
              <a:extLst>
                <a:ext uri="{FF2B5EF4-FFF2-40B4-BE49-F238E27FC236}">
                  <a16:creationId xmlns:a16="http://schemas.microsoft.com/office/drawing/2014/main" id="{A7562F02-91A9-04E8-2E44-2C5D154E4A22}"/>
                </a:ext>
              </a:extLst>
            </p:cNvPr>
            <p:cNvGrpSpPr/>
            <p:nvPr/>
          </p:nvGrpSpPr>
          <p:grpSpPr>
            <a:xfrm>
              <a:off x="2722961" y="5451163"/>
              <a:ext cx="436717" cy="436717"/>
              <a:chOff x="2722961" y="5451163"/>
              <a:chExt cx="436717" cy="436717"/>
            </a:xfrm>
          </p:grpSpPr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D334F28A-3521-8633-8A57-A08BAEBE50A6}"/>
                  </a:ext>
                </a:extLst>
              </p:cNvPr>
              <p:cNvSpPr/>
              <p:nvPr/>
            </p:nvSpPr>
            <p:spPr>
              <a:xfrm>
                <a:off x="2722961" y="5451163"/>
                <a:ext cx="436717" cy="436717"/>
              </a:xfrm>
              <a:custGeom>
                <a:avLst/>
                <a:gdLst>
                  <a:gd name="connsiteX0" fmla="*/ 436717 w 436717"/>
                  <a:gd name="connsiteY0" fmla="*/ 218359 h 436717"/>
                  <a:gd name="connsiteX1" fmla="*/ 218359 w 436717"/>
                  <a:gd name="connsiteY1" fmla="*/ 436717 h 436717"/>
                  <a:gd name="connsiteX2" fmla="*/ 0 w 436717"/>
                  <a:gd name="connsiteY2" fmla="*/ 218359 h 436717"/>
                  <a:gd name="connsiteX3" fmla="*/ 218359 w 436717"/>
                  <a:gd name="connsiteY3" fmla="*/ 0 h 436717"/>
                  <a:gd name="connsiteX4" fmla="*/ 436717 w 436717"/>
                  <a:gd name="connsiteY4" fmla="*/ 218359 h 436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6717" h="436717">
                    <a:moveTo>
                      <a:pt x="436717" y="218359"/>
                    </a:moveTo>
                    <a:cubicBezTo>
                      <a:pt x="436717" y="338955"/>
                      <a:pt x="338955" y="436717"/>
                      <a:pt x="218359" y="436717"/>
                    </a:cubicBezTo>
                    <a:cubicBezTo>
                      <a:pt x="97763" y="436717"/>
                      <a:pt x="0" y="338955"/>
                      <a:pt x="0" y="218359"/>
                    </a:cubicBezTo>
                    <a:cubicBezTo>
                      <a:pt x="0" y="97763"/>
                      <a:pt x="97763" y="0"/>
                      <a:pt x="218359" y="0"/>
                    </a:cubicBezTo>
                    <a:cubicBezTo>
                      <a:pt x="338955" y="0"/>
                      <a:pt x="436717" y="97763"/>
                      <a:pt x="436717" y="218359"/>
                    </a:cubicBezTo>
                    <a:close/>
                  </a:path>
                </a:pathLst>
              </a:custGeom>
              <a:solidFill>
                <a:srgbClr val="F7B2D8"/>
              </a:solidFill>
              <a:ln w="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245FFC9-757E-373F-7BEC-40D6CD1A284D}"/>
                  </a:ext>
                </a:extLst>
              </p:cNvPr>
              <p:cNvSpPr/>
              <p:nvPr/>
            </p:nvSpPr>
            <p:spPr>
              <a:xfrm>
                <a:off x="2752423" y="5480625"/>
                <a:ext cx="377793" cy="377793"/>
              </a:xfrm>
              <a:custGeom>
                <a:avLst/>
                <a:gdLst>
                  <a:gd name="connsiteX0" fmla="*/ 377794 w 377793"/>
                  <a:gd name="connsiteY0" fmla="*/ 188897 h 377793"/>
                  <a:gd name="connsiteX1" fmla="*/ 188897 w 377793"/>
                  <a:gd name="connsiteY1" fmla="*/ 377794 h 377793"/>
                  <a:gd name="connsiteX2" fmla="*/ 0 w 377793"/>
                  <a:gd name="connsiteY2" fmla="*/ 188897 h 377793"/>
                  <a:gd name="connsiteX3" fmla="*/ 188897 w 377793"/>
                  <a:gd name="connsiteY3" fmla="*/ 0 h 377793"/>
                  <a:gd name="connsiteX4" fmla="*/ 377794 w 377793"/>
                  <a:gd name="connsiteY4" fmla="*/ 188897 h 377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793" h="377793">
                    <a:moveTo>
                      <a:pt x="377794" y="188897"/>
                    </a:moveTo>
                    <a:cubicBezTo>
                      <a:pt x="377794" y="293222"/>
                      <a:pt x="293222" y="377794"/>
                      <a:pt x="188897" y="377794"/>
                    </a:cubicBezTo>
                    <a:cubicBezTo>
                      <a:pt x="84572" y="377794"/>
                      <a:pt x="0" y="293222"/>
                      <a:pt x="0" y="188897"/>
                    </a:cubicBezTo>
                    <a:cubicBezTo>
                      <a:pt x="0" y="84572"/>
                      <a:pt x="84572" y="0"/>
                      <a:pt x="188897" y="0"/>
                    </a:cubicBezTo>
                    <a:cubicBezTo>
                      <a:pt x="293222" y="0"/>
                      <a:pt x="377794" y="84572"/>
                      <a:pt x="377794" y="188897"/>
                    </a:cubicBezTo>
                    <a:close/>
                  </a:path>
                </a:pathLst>
              </a:custGeom>
              <a:solidFill>
                <a:srgbClr val="F7B2D8"/>
              </a:solidFill>
              <a:ln w="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78" name="Graphic 120">
              <a:extLst>
                <a:ext uri="{FF2B5EF4-FFF2-40B4-BE49-F238E27FC236}">
                  <a16:creationId xmlns:a16="http://schemas.microsoft.com/office/drawing/2014/main" id="{FDC8FD6A-F0E4-3506-A3C3-2CD9289CE9C3}"/>
                </a:ext>
              </a:extLst>
            </p:cNvPr>
            <p:cNvGrpSpPr/>
            <p:nvPr/>
          </p:nvGrpSpPr>
          <p:grpSpPr>
            <a:xfrm>
              <a:off x="2812368" y="5526985"/>
              <a:ext cx="257937" cy="274018"/>
              <a:chOff x="2812368" y="5526985"/>
              <a:chExt cx="257937" cy="274018"/>
            </a:xfrm>
            <a:solidFill>
              <a:srgbClr val="13333D"/>
            </a:solidFill>
          </p:grpSpPr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72EE7672-6863-AE54-B05B-64533566A091}"/>
                  </a:ext>
                </a:extLst>
              </p:cNvPr>
              <p:cNvSpPr/>
              <p:nvPr/>
            </p:nvSpPr>
            <p:spPr>
              <a:xfrm>
                <a:off x="2865388" y="5526985"/>
                <a:ext cx="123334" cy="127284"/>
              </a:xfrm>
              <a:custGeom>
                <a:avLst/>
                <a:gdLst>
                  <a:gd name="connsiteX0" fmla="*/ 0 w 123334"/>
                  <a:gd name="connsiteY0" fmla="*/ 71213 h 127284"/>
                  <a:gd name="connsiteX1" fmla="*/ 0 w 123334"/>
                  <a:gd name="connsiteY1" fmla="*/ 71213 h 127284"/>
                  <a:gd name="connsiteX2" fmla="*/ 55 w 123334"/>
                  <a:gd name="connsiteY2" fmla="*/ 72091 h 127284"/>
                  <a:gd name="connsiteX3" fmla="*/ 55 w 123334"/>
                  <a:gd name="connsiteY3" fmla="*/ 72311 h 127284"/>
                  <a:gd name="connsiteX4" fmla="*/ 110 w 123334"/>
                  <a:gd name="connsiteY4" fmla="*/ 72969 h 127284"/>
                  <a:gd name="connsiteX5" fmla="*/ 165 w 123334"/>
                  <a:gd name="connsiteY5" fmla="*/ 73243 h 127284"/>
                  <a:gd name="connsiteX6" fmla="*/ 274 w 123334"/>
                  <a:gd name="connsiteY6" fmla="*/ 73847 h 127284"/>
                  <a:gd name="connsiteX7" fmla="*/ 329 w 123334"/>
                  <a:gd name="connsiteY7" fmla="*/ 74121 h 127284"/>
                  <a:gd name="connsiteX8" fmla="*/ 494 w 123334"/>
                  <a:gd name="connsiteY8" fmla="*/ 74999 h 127284"/>
                  <a:gd name="connsiteX9" fmla="*/ 658 w 123334"/>
                  <a:gd name="connsiteY9" fmla="*/ 75767 h 127284"/>
                  <a:gd name="connsiteX10" fmla="*/ 1097 w 123334"/>
                  <a:gd name="connsiteY10" fmla="*/ 77249 h 127284"/>
                  <a:gd name="connsiteX11" fmla="*/ 1317 w 123334"/>
                  <a:gd name="connsiteY11" fmla="*/ 77962 h 127284"/>
                  <a:gd name="connsiteX12" fmla="*/ 6035 w 123334"/>
                  <a:gd name="connsiteY12" fmla="*/ 85204 h 127284"/>
                  <a:gd name="connsiteX13" fmla="*/ 7407 w 123334"/>
                  <a:gd name="connsiteY13" fmla="*/ 86191 h 127284"/>
                  <a:gd name="connsiteX14" fmla="*/ 8394 w 123334"/>
                  <a:gd name="connsiteY14" fmla="*/ 86685 h 127284"/>
                  <a:gd name="connsiteX15" fmla="*/ 9382 w 123334"/>
                  <a:gd name="connsiteY15" fmla="*/ 87069 h 127284"/>
                  <a:gd name="connsiteX16" fmla="*/ 10369 w 123334"/>
                  <a:gd name="connsiteY16" fmla="*/ 87289 h 127284"/>
                  <a:gd name="connsiteX17" fmla="*/ 13442 w 123334"/>
                  <a:gd name="connsiteY17" fmla="*/ 87069 h 127284"/>
                  <a:gd name="connsiteX18" fmla="*/ 13935 w 123334"/>
                  <a:gd name="connsiteY18" fmla="*/ 86905 h 127284"/>
                  <a:gd name="connsiteX19" fmla="*/ 14100 w 123334"/>
                  <a:gd name="connsiteY19" fmla="*/ 86850 h 127284"/>
                  <a:gd name="connsiteX20" fmla="*/ 14429 w 123334"/>
                  <a:gd name="connsiteY20" fmla="*/ 86740 h 127284"/>
                  <a:gd name="connsiteX21" fmla="*/ 14594 w 123334"/>
                  <a:gd name="connsiteY21" fmla="*/ 86630 h 127284"/>
                  <a:gd name="connsiteX22" fmla="*/ 14868 w 123334"/>
                  <a:gd name="connsiteY22" fmla="*/ 86466 h 127284"/>
                  <a:gd name="connsiteX23" fmla="*/ 15088 w 123334"/>
                  <a:gd name="connsiteY23" fmla="*/ 86356 h 127284"/>
                  <a:gd name="connsiteX24" fmla="*/ 15362 w 123334"/>
                  <a:gd name="connsiteY24" fmla="*/ 86191 h 127284"/>
                  <a:gd name="connsiteX25" fmla="*/ 15581 w 123334"/>
                  <a:gd name="connsiteY25" fmla="*/ 86082 h 127284"/>
                  <a:gd name="connsiteX26" fmla="*/ 15801 w 123334"/>
                  <a:gd name="connsiteY26" fmla="*/ 85917 h 127284"/>
                  <a:gd name="connsiteX27" fmla="*/ 15911 w 123334"/>
                  <a:gd name="connsiteY27" fmla="*/ 85862 h 127284"/>
                  <a:gd name="connsiteX28" fmla="*/ 61667 w 123334"/>
                  <a:gd name="connsiteY28" fmla="*/ 127284 h 127284"/>
                  <a:gd name="connsiteX29" fmla="*/ 107424 w 123334"/>
                  <a:gd name="connsiteY29" fmla="*/ 85862 h 127284"/>
                  <a:gd name="connsiteX30" fmla="*/ 107533 w 123334"/>
                  <a:gd name="connsiteY30" fmla="*/ 85917 h 127284"/>
                  <a:gd name="connsiteX31" fmla="*/ 107753 w 123334"/>
                  <a:gd name="connsiteY31" fmla="*/ 86082 h 127284"/>
                  <a:gd name="connsiteX32" fmla="*/ 107972 w 123334"/>
                  <a:gd name="connsiteY32" fmla="*/ 86191 h 127284"/>
                  <a:gd name="connsiteX33" fmla="*/ 108247 w 123334"/>
                  <a:gd name="connsiteY33" fmla="*/ 86356 h 127284"/>
                  <a:gd name="connsiteX34" fmla="*/ 108466 w 123334"/>
                  <a:gd name="connsiteY34" fmla="*/ 86466 h 127284"/>
                  <a:gd name="connsiteX35" fmla="*/ 108740 w 123334"/>
                  <a:gd name="connsiteY35" fmla="*/ 86630 h 127284"/>
                  <a:gd name="connsiteX36" fmla="*/ 108905 w 123334"/>
                  <a:gd name="connsiteY36" fmla="*/ 86740 h 127284"/>
                  <a:gd name="connsiteX37" fmla="*/ 109234 w 123334"/>
                  <a:gd name="connsiteY37" fmla="*/ 86850 h 127284"/>
                  <a:gd name="connsiteX38" fmla="*/ 109399 w 123334"/>
                  <a:gd name="connsiteY38" fmla="*/ 86905 h 127284"/>
                  <a:gd name="connsiteX39" fmla="*/ 109893 w 123334"/>
                  <a:gd name="connsiteY39" fmla="*/ 87069 h 127284"/>
                  <a:gd name="connsiteX40" fmla="*/ 112965 w 123334"/>
                  <a:gd name="connsiteY40" fmla="*/ 87289 h 127284"/>
                  <a:gd name="connsiteX41" fmla="*/ 113953 w 123334"/>
                  <a:gd name="connsiteY41" fmla="*/ 87069 h 127284"/>
                  <a:gd name="connsiteX42" fmla="*/ 114940 w 123334"/>
                  <a:gd name="connsiteY42" fmla="*/ 86685 h 127284"/>
                  <a:gd name="connsiteX43" fmla="*/ 115928 w 123334"/>
                  <a:gd name="connsiteY43" fmla="*/ 86191 h 127284"/>
                  <a:gd name="connsiteX44" fmla="*/ 117299 w 123334"/>
                  <a:gd name="connsiteY44" fmla="*/ 85204 h 127284"/>
                  <a:gd name="connsiteX45" fmla="*/ 122840 w 123334"/>
                  <a:gd name="connsiteY45" fmla="*/ 74999 h 127284"/>
                  <a:gd name="connsiteX46" fmla="*/ 123005 w 123334"/>
                  <a:gd name="connsiteY46" fmla="*/ 74121 h 127284"/>
                  <a:gd name="connsiteX47" fmla="*/ 123060 w 123334"/>
                  <a:gd name="connsiteY47" fmla="*/ 73847 h 127284"/>
                  <a:gd name="connsiteX48" fmla="*/ 123170 w 123334"/>
                  <a:gd name="connsiteY48" fmla="*/ 73189 h 127284"/>
                  <a:gd name="connsiteX49" fmla="*/ 123225 w 123334"/>
                  <a:gd name="connsiteY49" fmla="*/ 72914 h 127284"/>
                  <a:gd name="connsiteX50" fmla="*/ 123279 w 123334"/>
                  <a:gd name="connsiteY50" fmla="*/ 72256 h 127284"/>
                  <a:gd name="connsiteX51" fmla="*/ 123279 w 123334"/>
                  <a:gd name="connsiteY51" fmla="*/ 72036 h 127284"/>
                  <a:gd name="connsiteX52" fmla="*/ 123334 w 123334"/>
                  <a:gd name="connsiteY52" fmla="*/ 71213 h 127284"/>
                  <a:gd name="connsiteX53" fmla="*/ 123334 w 123334"/>
                  <a:gd name="connsiteY53" fmla="*/ 71159 h 127284"/>
                  <a:gd name="connsiteX54" fmla="*/ 123334 w 123334"/>
                  <a:gd name="connsiteY54" fmla="*/ 70226 h 127284"/>
                  <a:gd name="connsiteX55" fmla="*/ 123334 w 123334"/>
                  <a:gd name="connsiteY55" fmla="*/ 70171 h 127284"/>
                  <a:gd name="connsiteX56" fmla="*/ 123334 w 123334"/>
                  <a:gd name="connsiteY56" fmla="*/ 69348 h 127284"/>
                  <a:gd name="connsiteX57" fmla="*/ 123334 w 123334"/>
                  <a:gd name="connsiteY57" fmla="*/ 69184 h 127284"/>
                  <a:gd name="connsiteX58" fmla="*/ 123279 w 123334"/>
                  <a:gd name="connsiteY58" fmla="*/ 68415 h 127284"/>
                  <a:gd name="connsiteX59" fmla="*/ 123279 w 123334"/>
                  <a:gd name="connsiteY59" fmla="*/ 68306 h 127284"/>
                  <a:gd name="connsiteX60" fmla="*/ 123170 w 123334"/>
                  <a:gd name="connsiteY60" fmla="*/ 67483 h 127284"/>
                  <a:gd name="connsiteX61" fmla="*/ 123170 w 123334"/>
                  <a:gd name="connsiteY61" fmla="*/ 67483 h 127284"/>
                  <a:gd name="connsiteX62" fmla="*/ 123170 w 123334"/>
                  <a:gd name="connsiteY62" fmla="*/ 67483 h 127284"/>
                  <a:gd name="connsiteX63" fmla="*/ 116147 w 123334"/>
                  <a:gd name="connsiteY63" fmla="*/ 56839 h 127284"/>
                  <a:gd name="connsiteX64" fmla="*/ 112965 w 123334"/>
                  <a:gd name="connsiteY64" fmla="*/ 56675 h 127284"/>
                  <a:gd name="connsiteX65" fmla="*/ 112965 w 123334"/>
                  <a:gd name="connsiteY65" fmla="*/ 56675 h 127284"/>
                  <a:gd name="connsiteX66" fmla="*/ 112965 w 123334"/>
                  <a:gd name="connsiteY66" fmla="*/ 56675 h 127284"/>
                  <a:gd name="connsiteX67" fmla="*/ 61777 w 123334"/>
                  <a:gd name="connsiteY67" fmla="*/ 0 h 127284"/>
                  <a:gd name="connsiteX68" fmla="*/ 10589 w 123334"/>
                  <a:gd name="connsiteY68" fmla="*/ 56620 h 127284"/>
                  <a:gd name="connsiteX69" fmla="*/ 10589 w 123334"/>
                  <a:gd name="connsiteY69" fmla="*/ 56620 h 127284"/>
                  <a:gd name="connsiteX70" fmla="*/ 10589 w 123334"/>
                  <a:gd name="connsiteY70" fmla="*/ 56675 h 127284"/>
                  <a:gd name="connsiteX71" fmla="*/ 7407 w 123334"/>
                  <a:gd name="connsiteY71" fmla="*/ 56839 h 127284"/>
                  <a:gd name="connsiteX72" fmla="*/ 384 w 123334"/>
                  <a:gd name="connsiteY72" fmla="*/ 67483 h 127284"/>
                  <a:gd name="connsiteX73" fmla="*/ 384 w 123334"/>
                  <a:gd name="connsiteY73" fmla="*/ 67483 h 127284"/>
                  <a:gd name="connsiteX74" fmla="*/ 384 w 123334"/>
                  <a:gd name="connsiteY74" fmla="*/ 67483 h 127284"/>
                  <a:gd name="connsiteX75" fmla="*/ 274 w 123334"/>
                  <a:gd name="connsiteY75" fmla="*/ 68306 h 127284"/>
                  <a:gd name="connsiteX76" fmla="*/ 274 w 123334"/>
                  <a:gd name="connsiteY76" fmla="*/ 68415 h 127284"/>
                  <a:gd name="connsiteX77" fmla="*/ 219 w 123334"/>
                  <a:gd name="connsiteY77" fmla="*/ 69184 h 127284"/>
                  <a:gd name="connsiteX78" fmla="*/ 219 w 123334"/>
                  <a:gd name="connsiteY78" fmla="*/ 69348 h 127284"/>
                  <a:gd name="connsiteX79" fmla="*/ 219 w 123334"/>
                  <a:gd name="connsiteY79" fmla="*/ 70171 h 127284"/>
                  <a:gd name="connsiteX80" fmla="*/ 219 w 123334"/>
                  <a:gd name="connsiteY80" fmla="*/ 70226 h 127284"/>
                  <a:gd name="connsiteX81" fmla="*/ 0 w 123334"/>
                  <a:gd name="connsiteY81" fmla="*/ 71213 h 1272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l="l" t="t" r="r" b="b"/>
                <a:pathLst>
                  <a:path w="123334" h="127284">
                    <a:moveTo>
                      <a:pt x="0" y="71213"/>
                    </a:moveTo>
                    <a:cubicBezTo>
                      <a:pt x="0" y="71213"/>
                      <a:pt x="0" y="71268"/>
                      <a:pt x="0" y="71213"/>
                    </a:cubicBezTo>
                    <a:cubicBezTo>
                      <a:pt x="0" y="71543"/>
                      <a:pt x="55" y="71817"/>
                      <a:pt x="55" y="72091"/>
                    </a:cubicBezTo>
                    <a:cubicBezTo>
                      <a:pt x="55" y="72146"/>
                      <a:pt x="55" y="72256"/>
                      <a:pt x="55" y="72311"/>
                    </a:cubicBezTo>
                    <a:cubicBezTo>
                      <a:pt x="55" y="72530"/>
                      <a:pt x="110" y="72750"/>
                      <a:pt x="110" y="72969"/>
                    </a:cubicBezTo>
                    <a:cubicBezTo>
                      <a:pt x="110" y="73079"/>
                      <a:pt x="110" y="73189"/>
                      <a:pt x="165" y="73243"/>
                    </a:cubicBezTo>
                    <a:cubicBezTo>
                      <a:pt x="165" y="73463"/>
                      <a:pt x="219" y="73682"/>
                      <a:pt x="274" y="73847"/>
                    </a:cubicBezTo>
                    <a:cubicBezTo>
                      <a:pt x="274" y="73957"/>
                      <a:pt x="274" y="74012"/>
                      <a:pt x="329" y="74121"/>
                    </a:cubicBezTo>
                    <a:cubicBezTo>
                      <a:pt x="384" y="74396"/>
                      <a:pt x="439" y="74725"/>
                      <a:pt x="494" y="74999"/>
                    </a:cubicBezTo>
                    <a:cubicBezTo>
                      <a:pt x="549" y="75273"/>
                      <a:pt x="604" y="75493"/>
                      <a:pt x="658" y="75767"/>
                    </a:cubicBezTo>
                    <a:cubicBezTo>
                      <a:pt x="768" y="76261"/>
                      <a:pt x="933" y="76755"/>
                      <a:pt x="1097" y="77249"/>
                    </a:cubicBezTo>
                    <a:cubicBezTo>
                      <a:pt x="1152" y="77468"/>
                      <a:pt x="1262" y="77742"/>
                      <a:pt x="1317" y="77962"/>
                    </a:cubicBezTo>
                    <a:cubicBezTo>
                      <a:pt x="2414" y="81034"/>
                      <a:pt x="4060" y="83558"/>
                      <a:pt x="6035" y="85204"/>
                    </a:cubicBezTo>
                    <a:cubicBezTo>
                      <a:pt x="6474" y="85588"/>
                      <a:pt x="6968" y="85917"/>
                      <a:pt x="7407" y="86191"/>
                    </a:cubicBezTo>
                    <a:cubicBezTo>
                      <a:pt x="7736" y="86411"/>
                      <a:pt x="8065" y="86575"/>
                      <a:pt x="8394" y="86685"/>
                    </a:cubicBezTo>
                    <a:cubicBezTo>
                      <a:pt x="8723" y="86850"/>
                      <a:pt x="9053" y="86959"/>
                      <a:pt x="9382" y="87069"/>
                    </a:cubicBezTo>
                    <a:cubicBezTo>
                      <a:pt x="9711" y="87179"/>
                      <a:pt x="10040" y="87234"/>
                      <a:pt x="10369" y="87289"/>
                    </a:cubicBezTo>
                    <a:cubicBezTo>
                      <a:pt x="11412" y="87453"/>
                      <a:pt x="12399" y="87398"/>
                      <a:pt x="13442" y="87069"/>
                    </a:cubicBezTo>
                    <a:cubicBezTo>
                      <a:pt x="13606" y="87014"/>
                      <a:pt x="13771" y="86959"/>
                      <a:pt x="13935" y="86905"/>
                    </a:cubicBezTo>
                    <a:cubicBezTo>
                      <a:pt x="13990" y="86905"/>
                      <a:pt x="14045" y="86850"/>
                      <a:pt x="14100" y="86850"/>
                    </a:cubicBezTo>
                    <a:cubicBezTo>
                      <a:pt x="14210" y="86795"/>
                      <a:pt x="14320" y="86740"/>
                      <a:pt x="14429" y="86740"/>
                    </a:cubicBezTo>
                    <a:cubicBezTo>
                      <a:pt x="14484" y="86685"/>
                      <a:pt x="14539" y="86685"/>
                      <a:pt x="14594" y="86630"/>
                    </a:cubicBezTo>
                    <a:cubicBezTo>
                      <a:pt x="14704" y="86575"/>
                      <a:pt x="14758" y="86521"/>
                      <a:pt x="14868" y="86466"/>
                    </a:cubicBezTo>
                    <a:cubicBezTo>
                      <a:pt x="14923" y="86411"/>
                      <a:pt x="14978" y="86411"/>
                      <a:pt x="15088" y="86356"/>
                    </a:cubicBezTo>
                    <a:cubicBezTo>
                      <a:pt x="15197" y="86301"/>
                      <a:pt x="15252" y="86246"/>
                      <a:pt x="15362" y="86191"/>
                    </a:cubicBezTo>
                    <a:cubicBezTo>
                      <a:pt x="15417" y="86136"/>
                      <a:pt x="15472" y="86082"/>
                      <a:pt x="15581" y="86082"/>
                    </a:cubicBezTo>
                    <a:cubicBezTo>
                      <a:pt x="15636" y="86027"/>
                      <a:pt x="15746" y="85972"/>
                      <a:pt x="15801" y="85917"/>
                    </a:cubicBezTo>
                    <a:cubicBezTo>
                      <a:pt x="15856" y="85917"/>
                      <a:pt x="15856" y="85862"/>
                      <a:pt x="15911" y="85862"/>
                    </a:cubicBezTo>
                    <a:cubicBezTo>
                      <a:pt x="24360" y="108137"/>
                      <a:pt x="41642" y="127284"/>
                      <a:pt x="61667" y="127284"/>
                    </a:cubicBezTo>
                    <a:cubicBezTo>
                      <a:pt x="81692" y="127284"/>
                      <a:pt x="98975" y="108137"/>
                      <a:pt x="107424" y="85862"/>
                    </a:cubicBezTo>
                    <a:cubicBezTo>
                      <a:pt x="107479" y="85862"/>
                      <a:pt x="107479" y="85917"/>
                      <a:pt x="107533" y="85917"/>
                    </a:cubicBezTo>
                    <a:cubicBezTo>
                      <a:pt x="107588" y="85972"/>
                      <a:pt x="107698" y="86027"/>
                      <a:pt x="107753" y="86082"/>
                    </a:cubicBezTo>
                    <a:cubicBezTo>
                      <a:pt x="107808" y="86136"/>
                      <a:pt x="107863" y="86191"/>
                      <a:pt x="107972" y="86191"/>
                    </a:cubicBezTo>
                    <a:cubicBezTo>
                      <a:pt x="108027" y="86246"/>
                      <a:pt x="108137" y="86301"/>
                      <a:pt x="108247" y="86356"/>
                    </a:cubicBezTo>
                    <a:cubicBezTo>
                      <a:pt x="108302" y="86411"/>
                      <a:pt x="108356" y="86411"/>
                      <a:pt x="108466" y="86466"/>
                    </a:cubicBezTo>
                    <a:cubicBezTo>
                      <a:pt x="108576" y="86521"/>
                      <a:pt x="108631" y="86575"/>
                      <a:pt x="108740" y="86630"/>
                    </a:cubicBezTo>
                    <a:cubicBezTo>
                      <a:pt x="108795" y="86685"/>
                      <a:pt x="108850" y="86685"/>
                      <a:pt x="108905" y="86740"/>
                    </a:cubicBezTo>
                    <a:cubicBezTo>
                      <a:pt x="109015" y="86795"/>
                      <a:pt x="109124" y="86850"/>
                      <a:pt x="109234" y="86850"/>
                    </a:cubicBezTo>
                    <a:cubicBezTo>
                      <a:pt x="109289" y="86850"/>
                      <a:pt x="109344" y="86905"/>
                      <a:pt x="109399" y="86905"/>
                    </a:cubicBezTo>
                    <a:cubicBezTo>
                      <a:pt x="109563" y="86959"/>
                      <a:pt x="109728" y="87014"/>
                      <a:pt x="109893" y="87069"/>
                    </a:cubicBezTo>
                    <a:cubicBezTo>
                      <a:pt x="110935" y="87398"/>
                      <a:pt x="111923" y="87453"/>
                      <a:pt x="112965" y="87289"/>
                    </a:cubicBezTo>
                    <a:cubicBezTo>
                      <a:pt x="113294" y="87234"/>
                      <a:pt x="113623" y="87179"/>
                      <a:pt x="113953" y="87069"/>
                    </a:cubicBezTo>
                    <a:cubicBezTo>
                      <a:pt x="114282" y="86959"/>
                      <a:pt x="114611" y="86850"/>
                      <a:pt x="114940" y="86685"/>
                    </a:cubicBezTo>
                    <a:cubicBezTo>
                      <a:pt x="115269" y="86521"/>
                      <a:pt x="115598" y="86356"/>
                      <a:pt x="115928" y="86191"/>
                    </a:cubicBezTo>
                    <a:cubicBezTo>
                      <a:pt x="116421" y="85917"/>
                      <a:pt x="116860" y="85588"/>
                      <a:pt x="117299" y="85204"/>
                    </a:cubicBezTo>
                    <a:cubicBezTo>
                      <a:pt x="119878" y="83064"/>
                      <a:pt x="121908" y="79443"/>
                      <a:pt x="122840" y="74999"/>
                    </a:cubicBezTo>
                    <a:cubicBezTo>
                      <a:pt x="122895" y="74725"/>
                      <a:pt x="122950" y="74396"/>
                      <a:pt x="123005" y="74121"/>
                    </a:cubicBezTo>
                    <a:cubicBezTo>
                      <a:pt x="123005" y="74012"/>
                      <a:pt x="123005" y="73957"/>
                      <a:pt x="123060" y="73847"/>
                    </a:cubicBezTo>
                    <a:cubicBezTo>
                      <a:pt x="123115" y="73627"/>
                      <a:pt x="123115" y="73408"/>
                      <a:pt x="123170" y="73189"/>
                    </a:cubicBezTo>
                    <a:cubicBezTo>
                      <a:pt x="123170" y="73079"/>
                      <a:pt x="123170" y="73024"/>
                      <a:pt x="123225" y="72914"/>
                    </a:cubicBezTo>
                    <a:cubicBezTo>
                      <a:pt x="123225" y="72695"/>
                      <a:pt x="123279" y="72475"/>
                      <a:pt x="123279" y="72256"/>
                    </a:cubicBezTo>
                    <a:cubicBezTo>
                      <a:pt x="123279" y="72201"/>
                      <a:pt x="123279" y="72091"/>
                      <a:pt x="123279" y="72036"/>
                    </a:cubicBezTo>
                    <a:cubicBezTo>
                      <a:pt x="123279" y="71762"/>
                      <a:pt x="123334" y="71488"/>
                      <a:pt x="123334" y="71213"/>
                    </a:cubicBezTo>
                    <a:cubicBezTo>
                      <a:pt x="123334" y="71213"/>
                      <a:pt x="123334" y="71159"/>
                      <a:pt x="123334" y="71159"/>
                    </a:cubicBezTo>
                    <a:cubicBezTo>
                      <a:pt x="123334" y="70829"/>
                      <a:pt x="123334" y="70555"/>
                      <a:pt x="123334" y="70226"/>
                    </a:cubicBezTo>
                    <a:cubicBezTo>
                      <a:pt x="123334" y="70226"/>
                      <a:pt x="123334" y="70226"/>
                      <a:pt x="123334" y="70171"/>
                    </a:cubicBezTo>
                    <a:cubicBezTo>
                      <a:pt x="123334" y="69897"/>
                      <a:pt x="123334" y="69622"/>
                      <a:pt x="123334" y="69348"/>
                    </a:cubicBezTo>
                    <a:cubicBezTo>
                      <a:pt x="123334" y="69293"/>
                      <a:pt x="123334" y="69238"/>
                      <a:pt x="123334" y="69184"/>
                    </a:cubicBezTo>
                    <a:cubicBezTo>
                      <a:pt x="123334" y="68909"/>
                      <a:pt x="123334" y="68690"/>
                      <a:pt x="123279" y="68415"/>
                    </a:cubicBezTo>
                    <a:cubicBezTo>
                      <a:pt x="123279" y="68361"/>
                      <a:pt x="123279" y="68306"/>
                      <a:pt x="123279" y="68306"/>
                    </a:cubicBezTo>
                    <a:cubicBezTo>
                      <a:pt x="123279" y="68031"/>
                      <a:pt x="123225" y="67757"/>
                      <a:pt x="123170" y="67483"/>
                    </a:cubicBezTo>
                    <a:cubicBezTo>
                      <a:pt x="123170" y="67483"/>
                      <a:pt x="123170" y="67483"/>
                      <a:pt x="123170" y="67483"/>
                    </a:cubicBezTo>
                    <a:lnTo>
                      <a:pt x="123170" y="67483"/>
                    </a:lnTo>
                    <a:cubicBezTo>
                      <a:pt x="122511" y="62216"/>
                      <a:pt x="119878" y="57936"/>
                      <a:pt x="116147" y="56839"/>
                    </a:cubicBezTo>
                    <a:cubicBezTo>
                      <a:pt x="115105" y="56510"/>
                      <a:pt x="114007" y="56455"/>
                      <a:pt x="112965" y="56675"/>
                    </a:cubicBezTo>
                    <a:cubicBezTo>
                      <a:pt x="112965" y="56675"/>
                      <a:pt x="112965" y="56675"/>
                      <a:pt x="112965" y="56675"/>
                    </a:cubicBezTo>
                    <a:cubicBezTo>
                      <a:pt x="112965" y="56675"/>
                      <a:pt x="112965" y="56675"/>
                      <a:pt x="112965" y="56675"/>
                    </a:cubicBezTo>
                    <a:cubicBezTo>
                      <a:pt x="113239" y="25128"/>
                      <a:pt x="90251" y="0"/>
                      <a:pt x="61777" y="0"/>
                    </a:cubicBezTo>
                    <a:cubicBezTo>
                      <a:pt x="33522" y="0"/>
                      <a:pt x="10589" y="25347"/>
                      <a:pt x="10589" y="56620"/>
                    </a:cubicBezTo>
                    <a:cubicBezTo>
                      <a:pt x="10589" y="56620"/>
                      <a:pt x="10589" y="56620"/>
                      <a:pt x="10589" y="56620"/>
                    </a:cubicBezTo>
                    <a:cubicBezTo>
                      <a:pt x="10589" y="56620"/>
                      <a:pt x="10589" y="56675"/>
                      <a:pt x="10589" y="56675"/>
                    </a:cubicBezTo>
                    <a:cubicBezTo>
                      <a:pt x="9546" y="56510"/>
                      <a:pt x="8449" y="56565"/>
                      <a:pt x="7407" y="56839"/>
                    </a:cubicBezTo>
                    <a:cubicBezTo>
                      <a:pt x="3621" y="57991"/>
                      <a:pt x="1042" y="62216"/>
                      <a:pt x="384" y="67483"/>
                    </a:cubicBezTo>
                    <a:lnTo>
                      <a:pt x="384" y="67483"/>
                    </a:lnTo>
                    <a:cubicBezTo>
                      <a:pt x="384" y="67483"/>
                      <a:pt x="384" y="67483"/>
                      <a:pt x="384" y="67483"/>
                    </a:cubicBezTo>
                    <a:cubicBezTo>
                      <a:pt x="329" y="67757"/>
                      <a:pt x="329" y="68031"/>
                      <a:pt x="274" y="68306"/>
                    </a:cubicBezTo>
                    <a:cubicBezTo>
                      <a:pt x="274" y="68361"/>
                      <a:pt x="274" y="68361"/>
                      <a:pt x="274" y="68415"/>
                    </a:cubicBezTo>
                    <a:cubicBezTo>
                      <a:pt x="274" y="68635"/>
                      <a:pt x="219" y="68909"/>
                      <a:pt x="219" y="69184"/>
                    </a:cubicBezTo>
                    <a:cubicBezTo>
                      <a:pt x="219" y="69238"/>
                      <a:pt x="219" y="69293"/>
                      <a:pt x="219" y="69348"/>
                    </a:cubicBezTo>
                    <a:cubicBezTo>
                      <a:pt x="219" y="69622"/>
                      <a:pt x="219" y="69897"/>
                      <a:pt x="219" y="70171"/>
                    </a:cubicBezTo>
                    <a:cubicBezTo>
                      <a:pt x="219" y="70171"/>
                      <a:pt x="219" y="70171"/>
                      <a:pt x="219" y="70226"/>
                    </a:cubicBezTo>
                    <a:cubicBezTo>
                      <a:pt x="0" y="70610"/>
                      <a:pt x="0" y="70884"/>
                      <a:pt x="0" y="71213"/>
                    </a:cubicBezTo>
                    <a:close/>
                  </a:path>
                </a:pathLst>
              </a:custGeom>
              <a:solidFill>
                <a:srgbClr val="13333D"/>
              </a:solidFill>
              <a:ln w="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F7490A7B-9F46-846D-F9A4-E6112942C069}"/>
                  </a:ext>
                </a:extLst>
              </p:cNvPr>
              <p:cNvSpPr/>
              <p:nvPr/>
            </p:nvSpPr>
            <p:spPr>
              <a:xfrm>
                <a:off x="2812368" y="5640169"/>
                <a:ext cx="257937" cy="160833"/>
              </a:xfrm>
              <a:custGeom>
                <a:avLst/>
                <a:gdLst>
                  <a:gd name="connsiteX0" fmla="*/ 257937 w 257937"/>
                  <a:gd name="connsiteY0" fmla="*/ 66331 h 160833"/>
                  <a:gd name="connsiteX1" fmla="*/ 252725 w 257937"/>
                  <a:gd name="connsiteY1" fmla="*/ 64355 h 160833"/>
                  <a:gd name="connsiteX2" fmla="*/ 252725 w 257937"/>
                  <a:gd name="connsiteY2" fmla="*/ 47732 h 160833"/>
                  <a:gd name="connsiteX3" fmla="*/ 204993 w 257937"/>
                  <a:gd name="connsiteY3" fmla="*/ 0 h 160833"/>
                  <a:gd name="connsiteX4" fmla="*/ 157262 w 257937"/>
                  <a:gd name="connsiteY4" fmla="*/ 47732 h 160833"/>
                  <a:gd name="connsiteX5" fmla="*/ 157262 w 257937"/>
                  <a:gd name="connsiteY5" fmla="*/ 53438 h 160833"/>
                  <a:gd name="connsiteX6" fmla="*/ 152653 w 257937"/>
                  <a:gd name="connsiteY6" fmla="*/ 66166 h 160833"/>
                  <a:gd name="connsiteX7" fmla="*/ 152050 w 257937"/>
                  <a:gd name="connsiteY7" fmla="*/ 66385 h 160833"/>
                  <a:gd name="connsiteX8" fmla="*/ 152050 w 257937"/>
                  <a:gd name="connsiteY8" fmla="*/ 66385 h 160833"/>
                  <a:gd name="connsiteX9" fmla="*/ 152050 w 257937"/>
                  <a:gd name="connsiteY9" fmla="*/ 67647 h 160833"/>
                  <a:gd name="connsiteX10" fmla="*/ 132134 w 257937"/>
                  <a:gd name="connsiteY10" fmla="*/ 102651 h 160833"/>
                  <a:gd name="connsiteX11" fmla="*/ 123685 w 257937"/>
                  <a:gd name="connsiteY11" fmla="*/ 60625 h 160833"/>
                  <a:gd name="connsiteX12" fmla="*/ 123685 w 257937"/>
                  <a:gd name="connsiteY12" fmla="*/ 60625 h 160833"/>
                  <a:gd name="connsiteX13" fmla="*/ 123685 w 257937"/>
                  <a:gd name="connsiteY13" fmla="*/ 60625 h 160833"/>
                  <a:gd name="connsiteX14" fmla="*/ 127471 w 257937"/>
                  <a:gd name="connsiteY14" fmla="*/ 55467 h 160833"/>
                  <a:gd name="connsiteX15" fmla="*/ 131695 w 257937"/>
                  <a:gd name="connsiteY15" fmla="*/ 49707 h 160833"/>
                  <a:gd name="connsiteX16" fmla="*/ 132079 w 257937"/>
                  <a:gd name="connsiteY16" fmla="*/ 49158 h 160833"/>
                  <a:gd name="connsiteX17" fmla="*/ 132189 w 257937"/>
                  <a:gd name="connsiteY17" fmla="*/ 48994 h 160833"/>
                  <a:gd name="connsiteX18" fmla="*/ 132408 w 257937"/>
                  <a:gd name="connsiteY18" fmla="*/ 48609 h 160833"/>
                  <a:gd name="connsiteX19" fmla="*/ 132518 w 257937"/>
                  <a:gd name="connsiteY19" fmla="*/ 48390 h 160833"/>
                  <a:gd name="connsiteX20" fmla="*/ 132683 w 257937"/>
                  <a:gd name="connsiteY20" fmla="*/ 48006 h 160833"/>
                  <a:gd name="connsiteX21" fmla="*/ 132792 w 257937"/>
                  <a:gd name="connsiteY21" fmla="*/ 47732 h 160833"/>
                  <a:gd name="connsiteX22" fmla="*/ 132957 w 257937"/>
                  <a:gd name="connsiteY22" fmla="*/ 47348 h 160833"/>
                  <a:gd name="connsiteX23" fmla="*/ 133067 w 257937"/>
                  <a:gd name="connsiteY23" fmla="*/ 47073 h 160833"/>
                  <a:gd name="connsiteX24" fmla="*/ 133176 w 257937"/>
                  <a:gd name="connsiteY24" fmla="*/ 46689 h 160833"/>
                  <a:gd name="connsiteX25" fmla="*/ 133286 w 257937"/>
                  <a:gd name="connsiteY25" fmla="*/ 46360 h 160833"/>
                  <a:gd name="connsiteX26" fmla="*/ 133396 w 257937"/>
                  <a:gd name="connsiteY26" fmla="*/ 46031 h 160833"/>
                  <a:gd name="connsiteX27" fmla="*/ 133561 w 257937"/>
                  <a:gd name="connsiteY27" fmla="*/ 45208 h 160833"/>
                  <a:gd name="connsiteX28" fmla="*/ 133615 w 257937"/>
                  <a:gd name="connsiteY28" fmla="*/ 45043 h 160833"/>
                  <a:gd name="connsiteX29" fmla="*/ 133670 w 257937"/>
                  <a:gd name="connsiteY29" fmla="*/ 44550 h 160833"/>
                  <a:gd name="connsiteX30" fmla="*/ 133670 w 257937"/>
                  <a:gd name="connsiteY30" fmla="*/ 44330 h 160833"/>
                  <a:gd name="connsiteX31" fmla="*/ 133725 w 257937"/>
                  <a:gd name="connsiteY31" fmla="*/ 43836 h 160833"/>
                  <a:gd name="connsiteX32" fmla="*/ 133725 w 257937"/>
                  <a:gd name="connsiteY32" fmla="*/ 43617 h 160833"/>
                  <a:gd name="connsiteX33" fmla="*/ 133725 w 257937"/>
                  <a:gd name="connsiteY33" fmla="*/ 43123 h 160833"/>
                  <a:gd name="connsiteX34" fmla="*/ 133725 w 257937"/>
                  <a:gd name="connsiteY34" fmla="*/ 42959 h 160833"/>
                  <a:gd name="connsiteX35" fmla="*/ 133670 w 257937"/>
                  <a:gd name="connsiteY35" fmla="*/ 42410 h 160833"/>
                  <a:gd name="connsiteX36" fmla="*/ 133670 w 257937"/>
                  <a:gd name="connsiteY36" fmla="*/ 42355 h 160833"/>
                  <a:gd name="connsiteX37" fmla="*/ 133122 w 257937"/>
                  <a:gd name="connsiteY37" fmla="*/ 39831 h 160833"/>
                  <a:gd name="connsiteX38" fmla="*/ 133122 w 257937"/>
                  <a:gd name="connsiteY38" fmla="*/ 39831 h 160833"/>
                  <a:gd name="connsiteX39" fmla="*/ 133122 w 257937"/>
                  <a:gd name="connsiteY39" fmla="*/ 39831 h 160833"/>
                  <a:gd name="connsiteX40" fmla="*/ 132408 w 257937"/>
                  <a:gd name="connsiteY40" fmla="*/ 38295 h 160833"/>
                  <a:gd name="connsiteX41" fmla="*/ 125331 w 257937"/>
                  <a:gd name="connsiteY41" fmla="*/ 28365 h 160833"/>
                  <a:gd name="connsiteX42" fmla="*/ 120119 w 257937"/>
                  <a:gd name="connsiteY42" fmla="*/ 25018 h 160833"/>
                  <a:gd name="connsiteX43" fmla="*/ 108981 w 257937"/>
                  <a:gd name="connsiteY43" fmla="*/ 25018 h 160833"/>
                  <a:gd name="connsiteX44" fmla="*/ 103769 w 257937"/>
                  <a:gd name="connsiteY44" fmla="*/ 28365 h 160833"/>
                  <a:gd name="connsiteX45" fmla="*/ 96692 w 257937"/>
                  <a:gd name="connsiteY45" fmla="*/ 38295 h 160833"/>
                  <a:gd name="connsiteX46" fmla="*/ 95979 w 257937"/>
                  <a:gd name="connsiteY46" fmla="*/ 39831 h 160833"/>
                  <a:gd name="connsiteX47" fmla="*/ 95979 w 257937"/>
                  <a:gd name="connsiteY47" fmla="*/ 39831 h 160833"/>
                  <a:gd name="connsiteX48" fmla="*/ 95979 w 257937"/>
                  <a:gd name="connsiteY48" fmla="*/ 39831 h 160833"/>
                  <a:gd name="connsiteX49" fmla="*/ 95430 w 257937"/>
                  <a:gd name="connsiteY49" fmla="*/ 42355 h 160833"/>
                  <a:gd name="connsiteX50" fmla="*/ 95430 w 257937"/>
                  <a:gd name="connsiteY50" fmla="*/ 42410 h 160833"/>
                  <a:gd name="connsiteX51" fmla="*/ 95375 w 257937"/>
                  <a:gd name="connsiteY51" fmla="*/ 42959 h 160833"/>
                  <a:gd name="connsiteX52" fmla="*/ 95375 w 257937"/>
                  <a:gd name="connsiteY52" fmla="*/ 43123 h 160833"/>
                  <a:gd name="connsiteX53" fmla="*/ 95375 w 257937"/>
                  <a:gd name="connsiteY53" fmla="*/ 43617 h 160833"/>
                  <a:gd name="connsiteX54" fmla="*/ 95375 w 257937"/>
                  <a:gd name="connsiteY54" fmla="*/ 43836 h 160833"/>
                  <a:gd name="connsiteX55" fmla="*/ 95430 w 257937"/>
                  <a:gd name="connsiteY55" fmla="*/ 44330 h 160833"/>
                  <a:gd name="connsiteX56" fmla="*/ 95430 w 257937"/>
                  <a:gd name="connsiteY56" fmla="*/ 44550 h 160833"/>
                  <a:gd name="connsiteX57" fmla="*/ 95485 w 257937"/>
                  <a:gd name="connsiteY57" fmla="*/ 45043 h 160833"/>
                  <a:gd name="connsiteX58" fmla="*/ 95540 w 257937"/>
                  <a:gd name="connsiteY58" fmla="*/ 45208 h 160833"/>
                  <a:gd name="connsiteX59" fmla="*/ 95704 w 257937"/>
                  <a:gd name="connsiteY59" fmla="*/ 46031 h 160833"/>
                  <a:gd name="connsiteX60" fmla="*/ 95814 w 257937"/>
                  <a:gd name="connsiteY60" fmla="*/ 46360 h 160833"/>
                  <a:gd name="connsiteX61" fmla="*/ 95924 w 257937"/>
                  <a:gd name="connsiteY61" fmla="*/ 46689 h 160833"/>
                  <a:gd name="connsiteX62" fmla="*/ 96034 w 257937"/>
                  <a:gd name="connsiteY62" fmla="*/ 47073 h 160833"/>
                  <a:gd name="connsiteX63" fmla="*/ 96143 w 257937"/>
                  <a:gd name="connsiteY63" fmla="*/ 47348 h 160833"/>
                  <a:gd name="connsiteX64" fmla="*/ 96308 w 257937"/>
                  <a:gd name="connsiteY64" fmla="*/ 47732 h 160833"/>
                  <a:gd name="connsiteX65" fmla="*/ 96418 w 257937"/>
                  <a:gd name="connsiteY65" fmla="*/ 48006 h 160833"/>
                  <a:gd name="connsiteX66" fmla="*/ 96582 w 257937"/>
                  <a:gd name="connsiteY66" fmla="*/ 48390 h 160833"/>
                  <a:gd name="connsiteX67" fmla="*/ 96692 w 257937"/>
                  <a:gd name="connsiteY67" fmla="*/ 48609 h 160833"/>
                  <a:gd name="connsiteX68" fmla="*/ 96911 w 257937"/>
                  <a:gd name="connsiteY68" fmla="*/ 48994 h 160833"/>
                  <a:gd name="connsiteX69" fmla="*/ 97021 w 257937"/>
                  <a:gd name="connsiteY69" fmla="*/ 49158 h 160833"/>
                  <a:gd name="connsiteX70" fmla="*/ 97405 w 257937"/>
                  <a:gd name="connsiteY70" fmla="*/ 49707 h 160833"/>
                  <a:gd name="connsiteX71" fmla="*/ 101630 w 257937"/>
                  <a:gd name="connsiteY71" fmla="*/ 55467 h 160833"/>
                  <a:gd name="connsiteX72" fmla="*/ 105415 w 257937"/>
                  <a:gd name="connsiteY72" fmla="*/ 60625 h 160833"/>
                  <a:gd name="connsiteX73" fmla="*/ 99271 w 257937"/>
                  <a:gd name="connsiteY73" fmla="*/ 91349 h 160833"/>
                  <a:gd name="connsiteX74" fmla="*/ 99271 w 257937"/>
                  <a:gd name="connsiteY74" fmla="*/ 91349 h 160833"/>
                  <a:gd name="connsiteX75" fmla="*/ 97021 w 257937"/>
                  <a:gd name="connsiteY75" fmla="*/ 102651 h 160833"/>
                  <a:gd name="connsiteX76" fmla="*/ 67340 w 257937"/>
                  <a:gd name="connsiteY76" fmla="*/ 36978 h 160833"/>
                  <a:gd name="connsiteX77" fmla="*/ 60756 w 257937"/>
                  <a:gd name="connsiteY77" fmla="*/ 32041 h 160833"/>
                  <a:gd name="connsiteX78" fmla="*/ 17907 w 257937"/>
                  <a:gd name="connsiteY78" fmla="*/ 45811 h 160833"/>
                  <a:gd name="connsiteX79" fmla="*/ 7648 w 257937"/>
                  <a:gd name="connsiteY79" fmla="*/ 60570 h 160833"/>
                  <a:gd name="connsiteX80" fmla="*/ 351 w 257937"/>
                  <a:gd name="connsiteY80" fmla="*/ 128711 h 160833"/>
                  <a:gd name="connsiteX81" fmla="*/ 131 w 257937"/>
                  <a:gd name="connsiteY81" fmla="*/ 130686 h 160833"/>
                  <a:gd name="connsiteX82" fmla="*/ 22 w 257937"/>
                  <a:gd name="connsiteY82" fmla="*/ 133649 h 160833"/>
                  <a:gd name="connsiteX83" fmla="*/ 7922 w 257937"/>
                  <a:gd name="connsiteY83" fmla="*/ 149230 h 160833"/>
                  <a:gd name="connsiteX84" fmla="*/ 9952 w 257937"/>
                  <a:gd name="connsiteY84" fmla="*/ 150218 h 160833"/>
                  <a:gd name="connsiteX85" fmla="*/ 11433 w 257937"/>
                  <a:gd name="connsiteY85" fmla="*/ 150657 h 160833"/>
                  <a:gd name="connsiteX86" fmla="*/ 13738 w 257937"/>
                  <a:gd name="connsiteY86" fmla="*/ 150876 h 160833"/>
                  <a:gd name="connsiteX87" fmla="*/ 151995 w 257937"/>
                  <a:gd name="connsiteY87" fmla="*/ 150876 h 160833"/>
                  <a:gd name="connsiteX88" fmla="*/ 153202 w 257937"/>
                  <a:gd name="connsiteY88" fmla="*/ 150876 h 160833"/>
                  <a:gd name="connsiteX89" fmla="*/ 173392 w 257937"/>
                  <a:gd name="connsiteY89" fmla="*/ 157185 h 160833"/>
                  <a:gd name="connsiteX90" fmla="*/ 173447 w 257937"/>
                  <a:gd name="connsiteY90" fmla="*/ 157185 h 160833"/>
                  <a:gd name="connsiteX91" fmla="*/ 186504 w 257937"/>
                  <a:gd name="connsiteY91" fmla="*/ 159599 h 160833"/>
                  <a:gd name="connsiteX92" fmla="*/ 186559 w 257937"/>
                  <a:gd name="connsiteY92" fmla="*/ 159599 h 160833"/>
                  <a:gd name="connsiteX93" fmla="*/ 199672 w 257937"/>
                  <a:gd name="connsiteY93" fmla="*/ 160752 h 160833"/>
                  <a:gd name="connsiteX94" fmla="*/ 199672 w 257937"/>
                  <a:gd name="connsiteY94" fmla="*/ 160752 h 160833"/>
                  <a:gd name="connsiteX95" fmla="*/ 210206 w 257937"/>
                  <a:gd name="connsiteY95" fmla="*/ 160752 h 160833"/>
                  <a:gd name="connsiteX96" fmla="*/ 210206 w 257937"/>
                  <a:gd name="connsiteY96" fmla="*/ 160752 h 160833"/>
                  <a:gd name="connsiteX97" fmla="*/ 223318 w 257937"/>
                  <a:gd name="connsiteY97" fmla="*/ 159599 h 160833"/>
                  <a:gd name="connsiteX98" fmla="*/ 223373 w 257937"/>
                  <a:gd name="connsiteY98" fmla="*/ 159599 h 160833"/>
                  <a:gd name="connsiteX99" fmla="*/ 236431 w 257937"/>
                  <a:gd name="connsiteY99" fmla="*/ 157185 h 160833"/>
                  <a:gd name="connsiteX100" fmla="*/ 236485 w 257937"/>
                  <a:gd name="connsiteY100" fmla="*/ 157185 h 160833"/>
                  <a:gd name="connsiteX101" fmla="*/ 246855 w 257937"/>
                  <a:gd name="connsiteY101" fmla="*/ 154332 h 160833"/>
                  <a:gd name="connsiteX102" fmla="*/ 246855 w 257937"/>
                  <a:gd name="connsiteY102" fmla="*/ 154332 h 160833"/>
                  <a:gd name="connsiteX103" fmla="*/ 246855 w 257937"/>
                  <a:gd name="connsiteY103" fmla="*/ 154332 h 160833"/>
                  <a:gd name="connsiteX104" fmla="*/ 257937 w 257937"/>
                  <a:gd name="connsiteY104" fmla="*/ 150382 h 160833"/>
                  <a:gd name="connsiteX105" fmla="*/ 257937 w 257937"/>
                  <a:gd name="connsiteY105" fmla="*/ 150382 h 160833"/>
                  <a:gd name="connsiteX106" fmla="*/ 257937 w 257937"/>
                  <a:gd name="connsiteY106" fmla="*/ 142208 h 160833"/>
                  <a:gd name="connsiteX107" fmla="*/ 257937 w 257937"/>
                  <a:gd name="connsiteY107" fmla="*/ 136502 h 160833"/>
                  <a:gd name="connsiteX108" fmla="*/ 257937 w 257937"/>
                  <a:gd name="connsiteY108" fmla="*/ 79663 h 160833"/>
                  <a:gd name="connsiteX109" fmla="*/ 257937 w 257937"/>
                  <a:gd name="connsiteY109" fmla="*/ 73957 h 160833"/>
                  <a:gd name="connsiteX110" fmla="*/ 257937 w 257937"/>
                  <a:gd name="connsiteY110" fmla="*/ 66331 h 160833"/>
                  <a:gd name="connsiteX111" fmla="*/ 257937 w 257937"/>
                  <a:gd name="connsiteY111" fmla="*/ 66331 h 160833"/>
                  <a:gd name="connsiteX112" fmla="*/ 204993 w 257937"/>
                  <a:gd name="connsiteY112" fmla="*/ 16734 h 160833"/>
                  <a:gd name="connsiteX113" fmla="*/ 235992 w 257937"/>
                  <a:gd name="connsiteY113" fmla="*/ 47732 h 160833"/>
                  <a:gd name="connsiteX114" fmla="*/ 235992 w 257937"/>
                  <a:gd name="connsiteY114" fmla="*/ 59418 h 160833"/>
                  <a:gd name="connsiteX115" fmla="*/ 220849 w 257937"/>
                  <a:gd name="connsiteY115" fmla="*/ 56839 h 160833"/>
                  <a:gd name="connsiteX116" fmla="*/ 211303 w 257937"/>
                  <a:gd name="connsiteY116" fmla="*/ 45811 h 160833"/>
                  <a:gd name="connsiteX117" fmla="*/ 176903 w 257937"/>
                  <a:gd name="connsiteY117" fmla="*/ 34729 h 160833"/>
                  <a:gd name="connsiteX118" fmla="*/ 204993 w 257937"/>
                  <a:gd name="connsiteY118" fmla="*/ 16734 h 1608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</a:cxnLst>
                <a:rect l="l" t="t" r="r" b="b"/>
                <a:pathLst>
                  <a:path w="257937" h="160833">
                    <a:moveTo>
                      <a:pt x="257937" y="66331"/>
                    </a:moveTo>
                    <a:cubicBezTo>
                      <a:pt x="256182" y="65617"/>
                      <a:pt x="254481" y="64959"/>
                      <a:pt x="252725" y="64355"/>
                    </a:cubicBezTo>
                    <a:lnTo>
                      <a:pt x="252725" y="47732"/>
                    </a:lnTo>
                    <a:cubicBezTo>
                      <a:pt x="252725" y="21397"/>
                      <a:pt x="231328" y="0"/>
                      <a:pt x="204993" y="0"/>
                    </a:cubicBezTo>
                    <a:cubicBezTo>
                      <a:pt x="178659" y="0"/>
                      <a:pt x="157262" y="21397"/>
                      <a:pt x="157262" y="47732"/>
                    </a:cubicBezTo>
                    <a:lnTo>
                      <a:pt x="157262" y="53438"/>
                    </a:lnTo>
                    <a:cubicBezTo>
                      <a:pt x="155890" y="57772"/>
                      <a:pt x="154299" y="61996"/>
                      <a:pt x="152653" y="66166"/>
                    </a:cubicBezTo>
                    <a:cubicBezTo>
                      <a:pt x="152434" y="66221"/>
                      <a:pt x="152269" y="66331"/>
                      <a:pt x="152050" y="66385"/>
                    </a:cubicBezTo>
                    <a:lnTo>
                      <a:pt x="152050" y="66385"/>
                    </a:lnTo>
                    <a:lnTo>
                      <a:pt x="152050" y="67647"/>
                    </a:lnTo>
                    <a:cubicBezTo>
                      <a:pt x="146728" y="80376"/>
                      <a:pt x="140034" y="92172"/>
                      <a:pt x="132134" y="102651"/>
                    </a:cubicBezTo>
                    <a:lnTo>
                      <a:pt x="123685" y="60625"/>
                    </a:lnTo>
                    <a:lnTo>
                      <a:pt x="123685" y="60625"/>
                    </a:lnTo>
                    <a:lnTo>
                      <a:pt x="123685" y="60625"/>
                    </a:lnTo>
                    <a:lnTo>
                      <a:pt x="127471" y="55467"/>
                    </a:lnTo>
                    <a:lnTo>
                      <a:pt x="131695" y="49707"/>
                    </a:lnTo>
                    <a:cubicBezTo>
                      <a:pt x="131860" y="49542"/>
                      <a:pt x="131969" y="49378"/>
                      <a:pt x="132079" y="49158"/>
                    </a:cubicBezTo>
                    <a:cubicBezTo>
                      <a:pt x="132134" y="49103"/>
                      <a:pt x="132134" y="49048"/>
                      <a:pt x="132189" y="48994"/>
                    </a:cubicBezTo>
                    <a:cubicBezTo>
                      <a:pt x="132299" y="48884"/>
                      <a:pt x="132354" y="48719"/>
                      <a:pt x="132408" y="48609"/>
                    </a:cubicBezTo>
                    <a:cubicBezTo>
                      <a:pt x="132463" y="48555"/>
                      <a:pt x="132518" y="48445"/>
                      <a:pt x="132518" y="48390"/>
                    </a:cubicBezTo>
                    <a:cubicBezTo>
                      <a:pt x="132573" y="48280"/>
                      <a:pt x="132628" y="48171"/>
                      <a:pt x="132683" y="48006"/>
                    </a:cubicBezTo>
                    <a:cubicBezTo>
                      <a:pt x="132738" y="47896"/>
                      <a:pt x="132792" y="47841"/>
                      <a:pt x="132792" y="47732"/>
                    </a:cubicBezTo>
                    <a:cubicBezTo>
                      <a:pt x="132847" y="47622"/>
                      <a:pt x="132902" y="47512"/>
                      <a:pt x="132957" y="47348"/>
                    </a:cubicBezTo>
                    <a:cubicBezTo>
                      <a:pt x="133012" y="47238"/>
                      <a:pt x="133012" y="47128"/>
                      <a:pt x="133067" y="47073"/>
                    </a:cubicBezTo>
                    <a:cubicBezTo>
                      <a:pt x="133122" y="46964"/>
                      <a:pt x="133122" y="46854"/>
                      <a:pt x="133176" y="46689"/>
                    </a:cubicBezTo>
                    <a:cubicBezTo>
                      <a:pt x="133231" y="46580"/>
                      <a:pt x="133231" y="46470"/>
                      <a:pt x="133286" y="46360"/>
                    </a:cubicBezTo>
                    <a:cubicBezTo>
                      <a:pt x="133341" y="46250"/>
                      <a:pt x="133341" y="46141"/>
                      <a:pt x="133396" y="46031"/>
                    </a:cubicBezTo>
                    <a:cubicBezTo>
                      <a:pt x="133451" y="45757"/>
                      <a:pt x="133506" y="45482"/>
                      <a:pt x="133561" y="45208"/>
                    </a:cubicBezTo>
                    <a:cubicBezTo>
                      <a:pt x="133561" y="45153"/>
                      <a:pt x="133561" y="45098"/>
                      <a:pt x="133615" y="45043"/>
                    </a:cubicBezTo>
                    <a:cubicBezTo>
                      <a:pt x="133615" y="44879"/>
                      <a:pt x="133670" y="44714"/>
                      <a:pt x="133670" y="44550"/>
                    </a:cubicBezTo>
                    <a:cubicBezTo>
                      <a:pt x="133670" y="44495"/>
                      <a:pt x="133670" y="44385"/>
                      <a:pt x="133670" y="44330"/>
                    </a:cubicBezTo>
                    <a:cubicBezTo>
                      <a:pt x="133670" y="44166"/>
                      <a:pt x="133670" y="44001"/>
                      <a:pt x="133725" y="43836"/>
                    </a:cubicBezTo>
                    <a:cubicBezTo>
                      <a:pt x="133725" y="43781"/>
                      <a:pt x="133725" y="43727"/>
                      <a:pt x="133725" y="43617"/>
                    </a:cubicBezTo>
                    <a:cubicBezTo>
                      <a:pt x="133725" y="43452"/>
                      <a:pt x="133725" y="43288"/>
                      <a:pt x="133725" y="43123"/>
                    </a:cubicBezTo>
                    <a:cubicBezTo>
                      <a:pt x="133725" y="43068"/>
                      <a:pt x="133725" y="43013"/>
                      <a:pt x="133725" y="42959"/>
                    </a:cubicBezTo>
                    <a:cubicBezTo>
                      <a:pt x="133725" y="42794"/>
                      <a:pt x="133725" y="42574"/>
                      <a:pt x="133670" y="42410"/>
                    </a:cubicBezTo>
                    <a:cubicBezTo>
                      <a:pt x="133670" y="42410"/>
                      <a:pt x="133670" y="42355"/>
                      <a:pt x="133670" y="42355"/>
                    </a:cubicBezTo>
                    <a:cubicBezTo>
                      <a:pt x="133615" y="41477"/>
                      <a:pt x="133396" y="40654"/>
                      <a:pt x="133122" y="39831"/>
                    </a:cubicBezTo>
                    <a:cubicBezTo>
                      <a:pt x="133122" y="39831"/>
                      <a:pt x="133122" y="39831"/>
                      <a:pt x="133122" y="39831"/>
                    </a:cubicBezTo>
                    <a:lnTo>
                      <a:pt x="133122" y="39831"/>
                    </a:lnTo>
                    <a:cubicBezTo>
                      <a:pt x="132902" y="39283"/>
                      <a:pt x="132683" y="38789"/>
                      <a:pt x="132408" y="38295"/>
                    </a:cubicBezTo>
                    <a:lnTo>
                      <a:pt x="125331" y="28365"/>
                    </a:lnTo>
                    <a:cubicBezTo>
                      <a:pt x="124069" y="26280"/>
                      <a:pt x="122149" y="25018"/>
                      <a:pt x="120119" y="25018"/>
                    </a:cubicBezTo>
                    <a:lnTo>
                      <a:pt x="108981" y="25018"/>
                    </a:lnTo>
                    <a:cubicBezTo>
                      <a:pt x="106951" y="25018"/>
                      <a:pt x="105031" y="26280"/>
                      <a:pt x="103769" y="28365"/>
                    </a:cubicBezTo>
                    <a:lnTo>
                      <a:pt x="96692" y="38295"/>
                    </a:lnTo>
                    <a:cubicBezTo>
                      <a:pt x="96418" y="38789"/>
                      <a:pt x="96143" y="39337"/>
                      <a:pt x="95979" y="39831"/>
                    </a:cubicBezTo>
                    <a:lnTo>
                      <a:pt x="95979" y="39831"/>
                    </a:lnTo>
                    <a:cubicBezTo>
                      <a:pt x="95979" y="39831"/>
                      <a:pt x="95979" y="39831"/>
                      <a:pt x="95979" y="39831"/>
                    </a:cubicBezTo>
                    <a:cubicBezTo>
                      <a:pt x="95704" y="40654"/>
                      <a:pt x="95485" y="41477"/>
                      <a:pt x="95430" y="42355"/>
                    </a:cubicBezTo>
                    <a:cubicBezTo>
                      <a:pt x="95430" y="42355"/>
                      <a:pt x="95430" y="42410"/>
                      <a:pt x="95430" y="42410"/>
                    </a:cubicBezTo>
                    <a:cubicBezTo>
                      <a:pt x="95430" y="42574"/>
                      <a:pt x="95430" y="42794"/>
                      <a:pt x="95375" y="42959"/>
                    </a:cubicBezTo>
                    <a:cubicBezTo>
                      <a:pt x="95375" y="43013"/>
                      <a:pt x="95375" y="43068"/>
                      <a:pt x="95375" y="43123"/>
                    </a:cubicBezTo>
                    <a:cubicBezTo>
                      <a:pt x="95375" y="43288"/>
                      <a:pt x="95375" y="43452"/>
                      <a:pt x="95375" y="43617"/>
                    </a:cubicBezTo>
                    <a:cubicBezTo>
                      <a:pt x="95375" y="43672"/>
                      <a:pt x="95375" y="43727"/>
                      <a:pt x="95375" y="43836"/>
                    </a:cubicBezTo>
                    <a:cubicBezTo>
                      <a:pt x="95375" y="44001"/>
                      <a:pt x="95375" y="44166"/>
                      <a:pt x="95430" y="44330"/>
                    </a:cubicBezTo>
                    <a:cubicBezTo>
                      <a:pt x="95430" y="44385"/>
                      <a:pt x="95430" y="44495"/>
                      <a:pt x="95430" y="44550"/>
                    </a:cubicBezTo>
                    <a:cubicBezTo>
                      <a:pt x="95430" y="44714"/>
                      <a:pt x="95485" y="44879"/>
                      <a:pt x="95485" y="45043"/>
                    </a:cubicBezTo>
                    <a:cubicBezTo>
                      <a:pt x="95485" y="45098"/>
                      <a:pt x="95485" y="45153"/>
                      <a:pt x="95540" y="45208"/>
                    </a:cubicBezTo>
                    <a:cubicBezTo>
                      <a:pt x="95595" y="45482"/>
                      <a:pt x="95649" y="45757"/>
                      <a:pt x="95704" y="46031"/>
                    </a:cubicBezTo>
                    <a:cubicBezTo>
                      <a:pt x="95704" y="46141"/>
                      <a:pt x="95759" y="46250"/>
                      <a:pt x="95814" y="46360"/>
                    </a:cubicBezTo>
                    <a:cubicBezTo>
                      <a:pt x="95869" y="46470"/>
                      <a:pt x="95869" y="46580"/>
                      <a:pt x="95924" y="46689"/>
                    </a:cubicBezTo>
                    <a:cubicBezTo>
                      <a:pt x="95979" y="46799"/>
                      <a:pt x="95979" y="46909"/>
                      <a:pt x="96034" y="47073"/>
                    </a:cubicBezTo>
                    <a:cubicBezTo>
                      <a:pt x="96088" y="47183"/>
                      <a:pt x="96088" y="47293"/>
                      <a:pt x="96143" y="47348"/>
                    </a:cubicBezTo>
                    <a:cubicBezTo>
                      <a:pt x="96198" y="47457"/>
                      <a:pt x="96253" y="47567"/>
                      <a:pt x="96308" y="47732"/>
                    </a:cubicBezTo>
                    <a:cubicBezTo>
                      <a:pt x="96363" y="47841"/>
                      <a:pt x="96363" y="47896"/>
                      <a:pt x="96418" y="48006"/>
                    </a:cubicBezTo>
                    <a:cubicBezTo>
                      <a:pt x="96472" y="48116"/>
                      <a:pt x="96527" y="48225"/>
                      <a:pt x="96582" y="48390"/>
                    </a:cubicBezTo>
                    <a:cubicBezTo>
                      <a:pt x="96637" y="48445"/>
                      <a:pt x="96692" y="48555"/>
                      <a:pt x="96692" y="48609"/>
                    </a:cubicBezTo>
                    <a:cubicBezTo>
                      <a:pt x="96747" y="48719"/>
                      <a:pt x="96856" y="48884"/>
                      <a:pt x="96911" y="48994"/>
                    </a:cubicBezTo>
                    <a:cubicBezTo>
                      <a:pt x="96966" y="49048"/>
                      <a:pt x="96966" y="49103"/>
                      <a:pt x="97021" y="49158"/>
                    </a:cubicBezTo>
                    <a:cubicBezTo>
                      <a:pt x="97131" y="49323"/>
                      <a:pt x="97295" y="49542"/>
                      <a:pt x="97405" y="49707"/>
                    </a:cubicBezTo>
                    <a:lnTo>
                      <a:pt x="101630" y="55467"/>
                    </a:lnTo>
                    <a:lnTo>
                      <a:pt x="105415" y="60625"/>
                    </a:lnTo>
                    <a:lnTo>
                      <a:pt x="99271" y="91349"/>
                    </a:lnTo>
                    <a:lnTo>
                      <a:pt x="99271" y="91349"/>
                    </a:lnTo>
                    <a:lnTo>
                      <a:pt x="97021" y="102651"/>
                    </a:lnTo>
                    <a:cubicBezTo>
                      <a:pt x="83031" y="84161"/>
                      <a:pt x="72881" y="61557"/>
                      <a:pt x="67340" y="36978"/>
                    </a:cubicBezTo>
                    <a:cubicBezTo>
                      <a:pt x="66517" y="33302"/>
                      <a:pt x="63609" y="31163"/>
                      <a:pt x="60756" y="32041"/>
                    </a:cubicBezTo>
                    <a:lnTo>
                      <a:pt x="17907" y="45811"/>
                    </a:lnTo>
                    <a:cubicBezTo>
                      <a:pt x="12476" y="47567"/>
                      <a:pt x="8416" y="53438"/>
                      <a:pt x="7648" y="60570"/>
                    </a:cubicBezTo>
                    <a:lnTo>
                      <a:pt x="351" y="128711"/>
                    </a:lnTo>
                    <a:lnTo>
                      <a:pt x="131" y="130686"/>
                    </a:lnTo>
                    <a:cubicBezTo>
                      <a:pt x="22" y="131674"/>
                      <a:pt x="-33" y="132661"/>
                      <a:pt x="22" y="133649"/>
                    </a:cubicBezTo>
                    <a:cubicBezTo>
                      <a:pt x="186" y="140452"/>
                      <a:pt x="3313" y="146432"/>
                      <a:pt x="7922" y="149230"/>
                    </a:cubicBezTo>
                    <a:cubicBezTo>
                      <a:pt x="8580" y="149614"/>
                      <a:pt x="9294" y="149943"/>
                      <a:pt x="9952" y="150218"/>
                    </a:cubicBezTo>
                    <a:cubicBezTo>
                      <a:pt x="10446" y="150382"/>
                      <a:pt x="10885" y="150547"/>
                      <a:pt x="11433" y="150657"/>
                    </a:cubicBezTo>
                    <a:cubicBezTo>
                      <a:pt x="12201" y="150821"/>
                      <a:pt x="12915" y="150876"/>
                      <a:pt x="13738" y="150876"/>
                    </a:cubicBezTo>
                    <a:lnTo>
                      <a:pt x="151995" y="150876"/>
                    </a:lnTo>
                    <a:lnTo>
                      <a:pt x="153202" y="150876"/>
                    </a:lnTo>
                    <a:cubicBezTo>
                      <a:pt x="159840" y="153509"/>
                      <a:pt x="166589" y="155594"/>
                      <a:pt x="173392" y="157185"/>
                    </a:cubicBezTo>
                    <a:cubicBezTo>
                      <a:pt x="173392" y="157185"/>
                      <a:pt x="173392" y="157185"/>
                      <a:pt x="173447" y="157185"/>
                    </a:cubicBezTo>
                    <a:cubicBezTo>
                      <a:pt x="177781" y="158173"/>
                      <a:pt x="182115" y="158996"/>
                      <a:pt x="186504" y="159599"/>
                    </a:cubicBezTo>
                    <a:cubicBezTo>
                      <a:pt x="186504" y="159599"/>
                      <a:pt x="186559" y="159599"/>
                      <a:pt x="186559" y="159599"/>
                    </a:cubicBezTo>
                    <a:cubicBezTo>
                      <a:pt x="190948" y="160203"/>
                      <a:pt x="195283" y="160587"/>
                      <a:pt x="199672" y="160752"/>
                    </a:cubicBezTo>
                    <a:cubicBezTo>
                      <a:pt x="199672" y="160752"/>
                      <a:pt x="199672" y="160752"/>
                      <a:pt x="199672" y="160752"/>
                    </a:cubicBezTo>
                    <a:cubicBezTo>
                      <a:pt x="203183" y="160861"/>
                      <a:pt x="206694" y="160861"/>
                      <a:pt x="210206" y="160752"/>
                    </a:cubicBezTo>
                    <a:cubicBezTo>
                      <a:pt x="210206" y="160752"/>
                      <a:pt x="210206" y="160752"/>
                      <a:pt x="210206" y="160752"/>
                    </a:cubicBezTo>
                    <a:cubicBezTo>
                      <a:pt x="214595" y="160587"/>
                      <a:pt x="218984" y="160203"/>
                      <a:pt x="223318" y="159599"/>
                    </a:cubicBezTo>
                    <a:cubicBezTo>
                      <a:pt x="223318" y="159599"/>
                      <a:pt x="223373" y="159599"/>
                      <a:pt x="223373" y="159599"/>
                    </a:cubicBezTo>
                    <a:cubicBezTo>
                      <a:pt x="227707" y="158996"/>
                      <a:pt x="232096" y="158228"/>
                      <a:pt x="236431" y="157185"/>
                    </a:cubicBezTo>
                    <a:cubicBezTo>
                      <a:pt x="236431" y="157185"/>
                      <a:pt x="236431" y="157185"/>
                      <a:pt x="236485" y="157185"/>
                    </a:cubicBezTo>
                    <a:cubicBezTo>
                      <a:pt x="239942" y="156362"/>
                      <a:pt x="243398" y="155430"/>
                      <a:pt x="246855" y="154332"/>
                    </a:cubicBezTo>
                    <a:cubicBezTo>
                      <a:pt x="246855" y="154332"/>
                      <a:pt x="246855" y="154332"/>
                      <a:pt x="246855" y="154332"/>
                    </a:cubicBezTo>
                    <a:lnTo>
                      <a:pt x="246855" y="154332"/>
                    </a:lnTo>
                    <a:cubicBezTo>
                      <a:pt x="250585" y="153180"/>
                      <a:pt x="254261" y="151864"/>
                      <a:pt x="257937" y="150382"/>
                    </a:cubicBezTo>
                    <a:lnTo>
                      <a:pt x="257937" y="150382"/>
                    </a:lnTo>
                    <a:lnTo>
                      <a:pt x="257937" y="142208"/>
                    </a:lnTo>
                    <a:lnTo>
                      <a:pt x="257937" y="136502"/>
                    </a:lnTo>
                    <a:lnTo>
                      <a:pt x="257937" y="79663"/>
                    </a:lnTo>
                    <a:lnTo>
                      <a:pt x="257937" y="73957"/>
                    </a:lnTo>
                    <a:lnTo>
                      <a:pt x="257937" y="66331"/>
                    </a:lnTo>
                    <a:lnTo>
                      <a:pt x="257937" y="66331"/>
                    </a:lnTo>
                    <a:close/>
                    <a:moveTo>
                      <a:pt x="204993" y="16734"/>
                    </a:moveTo>
                    <a:cubicBezTo>
                      <a:pt x="222056" y="16734"/>
                      <a:pt x="235992" y="30614"/>
                      <a:pt x="235992" y="47732"/>
                    </a:cubicBezTo>
                    <a:lnTo>
                      <a:pt x="235992" y="59418"/>
                    </a:lnTo>
                    <a:cubicBezTo>
                      <a:pt x="230944" y="58266"/>
                      <a:pt x="225897" y="57388"/>
                      <a:pt x="220849" y="56839"/>
                    </a:cubicBezTo>
                    <a:cubicBezTo>
                      <a:pt x="219313" y="51462"/>
                      <a:pt x="215747" y="47293"/>
                      <a:pt x="211303" y="45811"/>
                    </a:cubicBezTo>
                    <a:lnTo>
                      <a:pt x="176903" y="34729"/>
                    </a:lnTo>
                    <a:cubicBezTo>
                      <a:pt x="181786" y="24140"/>
                      <a:pt x="192539" y="16734"/>
                      <a:pt x="204993" y="16734"/>
                    </a:cubicBezTo>
                    <a:close/>
                  </a:path>
                </a:pathLst>
              </a:custGeom>
              <a:solidFill>
                <a:srgbClr val="13333D"/>
              </a:solidFill>
              <a:ln w="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1" name="Graphic 120">
              <a:extLst>
                <a:ext uri="{FF2B5EF4-FFF2-40B4-BE49-F238E27FC236}">
                  <a16:creationId xmlns:a16="http://schemas.microsoft.com/office/drawing/2014/main" id="{5D80A900-A2BD-9443-2370-A8B1A13525AF}"/>
                </a:ext>
              </a:extLst>
            </p:cNvPr>
            <p:cNvGrpSpPr/>
            <p:nvPr/>
          </p:nvGrpSpPr>
          <p:grpSpPr>
            <a:xfrm>
              <a:off x="2812310" y="5516067"/>
              <a:ext cx="258049" cy="274018"/>
              <a:chOff x="2812310" y="5516067"/>
              <a:chExt cx="258049" cy="274018"/>
            </a:xfrm>
          </p:grpSpPr>
          <p:grpSp>
            <p:nvGrpSpPr>
              <p:cNvPr id="282" name="Graphic 120">
                <a:extLst>
                  <a:ext uri="{FF2B5EF4-FFF2-40B4-BE49-F238E27FC236}">
                    <a16:creationId xmlns:a16="http://schemas.microsoft.com/office/drawing/2014/main" id="{B86613AB-0A0E-8E54-12CC-C951C50FBCF3}"/>
                  </a:ext>
                </a:extLst>
              </p:cNvPr>
              <p:cNvGrpSpPr/>
              <p:nvPr/>
            </p:nvGrpSpPr>
            <p:grpSpPr>
              <a:xfrm>
                <a:off x="2812310" y="5516067"/>
                <a:ext cx="229314" cy="264060"/>
                <a:chOff x="2812310" y="5516067"/>
                <a:chExt cx="229314" cy="264060"/>
              </a:xfrm>
            </p:grpSpPr>
            <p:sp>
              <p:nvSpPr>
                <p:cNvPr id="283" name="Freeform: Shape 282">
                  <a:extLst>
                    <a:ext uri="{FF2B5EF4-FFF2-40B4-BE49-F238E27FC236}">
                      <a16:creationId xmlns:a16="http://schemas.microsoft.com/office/drawing/2014/main" id="{10E55666-369A-F96B-F096-EF07EA867B88}"/>
                    </a:ext>
                  </a:extLst>
                </p:cNvPr>
                <p:cNvSpPr/>
                <p:nvPr/>
              </p:nvSpPr>
              <p:spPr>
                <a:xfrm>
                  <a:off x="2907786" y="5654269"/>
                  <a:ext cx="38367" cy="44069"/>
                </a:xfrm>
                <a:custGeom>
                  <a:avLst/>
                  <a:gdLst>
                    <a:gd name="connsiteX0" fmla="*/ 36222 w 38367"/>
                    <a:gd name="connsiteY0" fmla="*/ 24579 h 44069"/>
                    <a:gd name="connsiteX1" fmla="*/ 23603 w 38367"/>
                    <a:gd name="connsiteY1" fmla="*/ 41806 h 44069"/>
                    <a:gd name="connsiteX2" fmla="*/ 14715 w 38367"/>
                    <a:gd name="connsiteY2" fmla="*/ 41806 h 44069"/>
                    <a:gd name="connsiteX3" fmla="*/ 2096 w 38367"/>
                    <a:gd name="connsiteY3" fmla="*/ 24579 h 44069"/>
                    <a:gd name="connsiteX4" fmla="*/ 1328 w 38367"/>
                    <a:gd name="connsiteY4" fmla="*/ 13277 h 44069"/>
                    <a:gd name="connsiteX5" fmla="*/ 8406 w 38367"/>
                    <a:gd name="connsiteY5" fmla="*/ 3347 h 44069"/>
                    <a:gd name="connsiteX6" fmla="*/ 13618 w 38367"/>
                    <a:gd name="connsiteY6" fmla="*/ 0 h 44069"/>
                    <a:gd name="connsiteX7" fmla="*/ 24755 w 38367"/>
                    <a:gd name="connsiteY7" fmla="*/ 0 h 44069"/>
                    <a:gd name="connsiteX8" fmla="*/ 29967 w 38367"/>
                    <a:gd name="connsiteY8" fmla="*/ 3347 h 44069"/>
                    <a:gd name="connsiteX9" fmla="*/ 37045 w 38367"/>
                    <a:gd name="connsiteY9" fmla="*/ 13277 h 44069"/>
                    <a:gd name="connsiteX10" fmla="*/ 36222 w 38367"/>
                    <a:gd name="connsiteY10" fmla="*/ 24579 h 440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8367" h="44069">
                      <a:moveTo>
                        <a:pt x="36222" y="24579"/>
                      </a:moveTo>
                      <a:lnTo>
                        <a:pt x="23603" y="41806"/>
                      </a:lnTo>
                      <a:cubicBezTo>
                        <a:pt x="21079" y="44824"/>
                        <a:pt x="17239" y="44824"/>
                        <a:pt x="14715" y="41806"/>
                      </a:cubicBezTo>
                      <a:lnTo>
                        <a:pt x="2096" y="24579"/>
                      </a:lnTo>
                      <a:cubicBezTo>
                        <a:pt x="-373" y="21616"/>
                        <a:pt x="-702" y="16734"/>
                        <a:pt x="1328" y="13277"/>
                      </a:cubicBezTo>
                      <a:lnTo>
                        <a:pt x="8406" y="3347"/>
                      </a:lnTo>
                      <a:cubicBezTo>
                        <a:pt x="9667" y="1262"/>
                        <a:pt x="11588" y="0"/>
                        <a:pt x="13618" y="0"/>
                      </a:cubicBezTo>
                      <a:lnTo>
                        <a:pt x="24755" y="0"/>
                      </a:lnTo>
                      <a:cubicBezTo>
                        <a:pt x="26785" y="0"/>
                        <a:pt x="28705" y="1262"/>
                        <a:pt x="29967" y="3347"/>
                      </a:cubicBezTo>
                      <a:lnTo>
                        <a:pt x="37045" y="13277"/>
                      </a:lnTo>
                      <a:cubicBezTo>
                        <a:pt x="39074" y="16734"/>
                        <a:pt x="38745" y="21616"/>
                        <a:pt x="36222" y="24579"/>
                      </a:cubicBezTo>
                      <a:close/>
                    </a:path>
                  </a:pathLst>
                </a:custGeom>
                <a:solidFill>
                  <a:srgbClr val="A44995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4" name="Freeform: Shape 283">
                  <a:extLst>
                    <a:ext uri="{FF2B5EF4-FFF2-40B4-BE49-F238E27FC236}">
                      <a16:creationId xmlns:a16="http://schemas.microsoft.com/office/drawing/2014/main" id="{2C764C60-6D74-04BA-5637-5EFE8643550A}"/>
                    </a:ext>
                  </a:extLst>
                </p:cNvPr>
                <p:cNvSpPr/>
                <p:nvPr/>
              </p:nvSpPr>
              <p:spPr>
                <a:xfrm>
                  <a:off x="2907809" y="5669083"/>
                  <a:ext cx="38309" cy="29256"/>
                </a:xfrm>
                <a:custGeom>
                  <a:avLst/>
                  <a:gdLst>
                    <a:gd name="connsiteX0" fmla="*/ 36199 w 38309"/>
                    <a:gd name="connsiteY0" fmla="*/ 2688 h 29256"/>
                    <a:gd name="connsiteX1" fmla="*/ 23580 w 38309"/>
                    <a:gd name="connsiteY1" fmla="*/ 19916 h 29256"/>
                    <a:gd name="connsiteX2" fmla="*/ 14692 w 38309"/>
                    <a:gd name="connsiteY2" fmla="*/ 19916 h 29256"/>
                    <a:gd name="connsiteX3" fmla="*/ 2073 w 38309"/>
                    <a:gd name="connsiteY3" fmla="*/ 2688 h 29256"/>
                    <a:gd name="connsiteX4" fmla="*/ 592 w 38309"/>
                    <a:gd name="connsiteY4" fmla="*/ 0 h 29256"/>
                    <a:gd name="connsiteX5" fmla="*/ 2073 w 38309"/>
                    <a:gd name="connsiteY5" fmla="*/ 9766 h 29256"/>
                    <a:gd name="connsiteX6" fmla="*/ 14692 w 38309"/>
                    <a:gd name="connsiteY6" fmla="*/ 26993 h 29256"/>
                    <a:gd name="connsiteX7" fmla="*/ 23580 w 38309"/>
                    <a:gd name="connsiteY7" fmla="*/ 26993 h 29256"/>
                    <a:gd name="connsiteX8" fmla="*/ 36199 w 38309"/>
                    <a:gd name="connsiteY8" fmla="*/ 9766 h 29256"/>
                    <a:gd name="connsiteX9" fmla="*/ 37680 w 38309"/>
                    <a:gd name="connsiteY9" fmla="*/ 0 h 29256"/>
                    <a:gd name="connsiteX10" fmla="*/ 36199 w 38309"/>
                    <a:gd name="connsiteY10" fmla="*/ 2688 h 292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8309" h="29256">
                      <a:moveTo>
                        <a:pt x="36199" y="2688"/>
                      </a:moveTo>
                      <a:lnTo>
                        <a:pt x="23580" y="19916"/>
                      </a:lnTo>
                      <a:cubicBezTo>
                        <a:pt x="21056" y="22933"/>
                        <a:pt x="17216" y="22933"/>
                        <a:pt x="14692" y="19916"/>
                      </a:cubicBezTo>
                      <a:lnTo>
                        <a:pt x="2073" y="2688"/>
                      </a:lnTo>
                      <a:cubicBezTo>
                        <a:pt x="1415" y="1920"/>
                        <a:pt x="921" y="988"/>
                        <a:pt x="592" y="0"/>
                      </a:cubicBezTo>
                      <a:cubicBezTo>
                        <a:pt x="-560" y="3292"/>
                        <a:pt x="-12" y="7242"/>
                        <a:pt x="2073" y="9766"/>
                      </a:cubicBezTo>
                      <a:lnTo>
                        <a:pt x="14692" y="26993"/>
                      </a:lnTo>
                      <a:cubicBezTo>
                        <a:pt x="17216" y="30011"/>
                        <a:pt x="21056" y="30011"/>
                        <a:pt x="23580" y="26993"/>
                      </a:cubicBezTo>
                      <a:lnTo>
                        <a:pt x="36199" y="9766"/>
                      </a:lnTo>
                      <a:cubicBezTo>
                        <a:pt x="38338" y="7242"/>
                        <a:pt x="38887" y="3292"/>
                        <a:pt x="37680" y="0"/>
                      </a:cubicBezTo>
                      <a:cubicBezTo>
                        <a:pt x="37351" y="988"/>
                        <a:pt x="36857" y="1920"/>
                        <a:pt x="36199" y="2688"/>
                      </a:cubicBezTo>
                      <a:close/>
                    </a:path>
                  </a:pathLst>
                </a:custGeom>
                <a:solidFill>
                  <a:srgbClr val="952584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285" name="Graphic 120">
                  <a:extLst>
                    <a:ext uri="{FF2B5EF4-FFF2-40B4-BE49-F238E27FC236}">
                      <a16:creationId xmlns:a16="http://schemas.microsoft.com/office/drawing/2014/main" id="{4DDC245E-52F3-5AF9-6C75-FB466DCC2EF6}"/>
                    </a:ext>
                  </a:extLst>
                </p:cNvPr>
                <p:cNvGrpSpPr/>
                <p:nvPr/>
              </p:nvGrpSpPr>
              <p:grpSpPr>
                <a:xfrm>
                  <a:off x="2865391" y="5572665"/>
                  <a:ext cx="123162" cy="30820"/>
                  <a:chOff x="2865391" y="5572665"/>
                  <a:chExt cx="123162" cy="30820"/>
                </a:xfrm>
              </p:grpSpPr>
              <p:sp>
                <p:nvSpPr>
                  <p:cNvPr id="286" name="Freeform: Shape 285">
                    <a:extLst>
                      <a:ext uri="{FF2B5EF4-FFF2-40B4-BE49-F238E27FC236}">
                        <a16:creationId xmlns:a16="http://schemas.microsoft.com/office/drawing/2014/main" id="{7ADFC500-4083-7989-5C69-F704857ACB38}"/>
                      </a:ext>
                    </a:extLst>
                  </p:cNvPr>
                  <p:cNvSpPr/>
                  <p:nvPr/>
                </p:nvSpPr>
                <p:spPr>
                  <a:xfrm>
                    <a:off x="2865402" y="5572665"/>
                    <a:ext cx="20654" cy="30820"/>
                  </a:xfrm>
                  <a:custGeom>
                    <a:avLst/>
                    <a:gdLst>
                      <a:gd name="connsiteX0" fmla="*/ 20175 w 20654"/>
                      <a:gd name="connsiteY0" fmla="*/ 12421 h 30820"/>
                      <a:gd name="connsiteX1" fmla="*/ 13427 w 20654"/>
                      <a:gd name="connsiteY1" fmla="*/ 30526 h 30820"/>
                      <a:gd name="connsiteX2" fmla="*/ 479 w 20654"/>
                      <a:gd name="connsiteY2" fmla="*/ 18401 h 30820"/>
                      <a:gd name="connsiteX3" fmla="*/ 7227 w 20654"/>
                      <a:gd name="connsiteY3" fmla="*/ 296 h 30820"/>
                      <a:gd name="connsiteX4" fmla="*/ 20175 w 20654"/>
                      <a:gd name="connsiteY4" fmla="*/ 12421 h 308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0654" h="30820">
                        <a:moveTo>
                          <a:pt x="20175" y="12421"/>
                        </a:moveTo>
                        <a:cubicBezTo>
                          <a:pt x="21876" y="20760"/>
                          <a:pt x="18913" y="28880"/>
                          <a:pt x="13427" y="30526"/>
                        </a:cubicBezTo>
                        <a:cubicBezTo>
                          <a:pt x="7941" y="32172"/>
                          <a:pt x="2180" y="26741"/>
                          <a:pt x="479" y="18401"/>
                        </a:cubicBezTo>
                        <a:cubicBezTo>
                          <a:pt x="-1222" y="10062"/>
                          <a:pt x="1741" y="1942"/>
                          <a:pt x="7227" y="296"/>
                        </a:cubicBezTo>
                        <a:cubicBezTo>
                          <a:pt x="12604" y="-1350"/>
                          <a:pt x="18420" y="4027"/>
                          <a:pt x="20175" y="124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87" name="Freeform: Shape 286">
                    <a:extLst>
                      <a:ext uri="{FF2B5EF4-FFF2-40B4-BE49-F238E27FC236}">
                        <a16:creationId xmlns:a16="http://schemas.microsoft.com/office/drawing/2014/main" id="{6F582BA7-B8EA-1D05-BD79-B8CBB2BDF19C}"/>
                      </a:ext>
                    </a:extLst>
                  </p:cNvPr>
                  <p:cNvSpPr/>
                  <p:nvPr/>
                </p:nvSpPr>
                <p:spPr>
                  <a:xfrm>
                    <a:off x="2865391" y="5583604"/>
                    <a:ext cx="20631" cy="19825"/>
                  </a:xfrm>
                  <a:custGeom>
                    <a:avLst/>
                    <a:gdLst>
                      <a:gd name="connsiteX0" fmla="*/ 13438 w 20631"/>
                      <a:gd name="connsiteY0" fmla="*/ 14045 h 19825"/>
                      <a:gd name="connsiteX1" fmla="*/ 490 w 20631"/>
                      <a:gd name="connsiteY1" fmla="*/ 1920 h 19825"/>
                      <a:gd name="connsiteX2" fmla="*/ 161 w 20631"/>
                      <a:gd name="connsiteY2" fmla="*/ 0 h 19825"/>
                      <a:gd name="connsiteX3" fmla="*/ 490 w 20631"/>
                      <a:gd name="connsiteY3" fmla="*/ 7407 h 19825"/>
                      <a:gd name="connsiteX4" fmla="*/ 13438 w 20631"/>
                      <a:gd name="connsiteY4" fmla="*/ 19532 h 19825"/>
                      <a:gd name="connsiteX5" fmla="*/ 20461 w 20631"/>
                      <a:gd name="connsiteY5" fmla="*/ 3402 h 19825"/>
                      <a:gd name="connsiteX6" fmla="*/ 13438 w 20631"/>
                      <a:gd name="connsiteY6" fmla="*/ 14045 h 19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0631" h="19825">
                        <a:moveTo>
                          <a:pt x="13438" y="14045"/>
                        </a:moveTo>
                        <a:cubicBezTo>
                          <a:pt x="8007" y="15691"/>
                          <a:pt x="2191" y="10260"/>
                          <a:pt x="490" y="1920"/>
                        </a:cubicBezTo>
                        <a:cubicBezTo>
                          <a:pt x="381" y="1262"/>
                          <a:pt x="271" y="604"/>
                          <a:pt x="161" y="0"/>
                        </a:cubicBezTo>
                        <a:cubicBezTo>
                          <a:pt x="-113" y="2359"/>
                          <a:pt x="-58" y="4883"/>
                          <a:pt x="490" y="7407"/>
                        </a:cubicBezTo>
                        <a:cubicBezTo>
                          <a:pt x="2191" y="15746"/>
                          <a:pt x="8007" y="21178"/>
                          <a:pt x="13438" y="19532"/>
                        </a:cubicBezTo>
                        <a:cubicBezTo>
                          <a:pt x="18431" y="17995"/>
                          <a:pt x="21393" y="11028"/>
                          <a:pt x="20461" y="3402"/>
                        </a:cubicBezTo>
                        <a:cubicBezTo>
                          <a:pt x="19802" y="8669"/>
                          <a:pt x="17224" y="12948"/>
                          <a:pt x="13438" y="14045"/>
                        </a:cubicBezTo>
                        <a:close/>
                      </a:path>
                    </a:pathLst>
                  </a:custGeom>
                  <a:solidFill>
                    <a:srgbClr val="DADADA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88" name="Freeform: Shape 287">
                    <a:extLst>
                      <a:ext uri="{FF2B5EF4-FFF2-40B4-BE49-F238E27FC236}">
                        <a16:creationId xmlns:a16="http://schemas.microsoft.com/office/drawing/2014/main" id="{C57DE90E-32CF-DEB4-DC1E-0E260B8552FF}"/>
                      </a:ext>
                    </a:extLst>
                  </p:cNvPr>
                  <p:cNvSpPr/>
                  <p:nvPr/>
                </p:nvSpPr>
                <p:spPr>
                  <a:xfrm>
                    <a:off x="2967888" y="5572665"/>
                    <a:ext cx="20654" cy="30820"/>
                  </a:xfrm>
                  <a:custGeom>
                    <a:avLst/>
                    <a:gdLst>
                      <a:gd name="connsiteX0" fmla="*/ 479 w 20654"/>
                      <a:gd name="connsiteY0" fmla="*/ 12421 h 30820"/>
                      <a:gd name="connsiteX1" fmla="*/ 7227 w 20654"/>
                      <a:gd name="connsiteY1" fmla="*/ 30526 h 30820"/>
                      <a:gd name="connsiteX2" fmla="*/ 20175 w 20654"/>
                      <a:gd name="connsiteY2" fmla="*/ 18401 h 30820"/>
                      <a:gd name="connsiteX3" fmla="*/ 13427 w 20654"/>
                      <a:gd name="connsiteY3" fmla="*/ 296 h 30820"/>
                      <a:gd name="connsiteX4" fmla="*/ 479 w 20654"/>
                      <a:gd name="connsiteY4" fmla="*/ 12421 h 308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0654" h="30820">
                        <a:moveTo>
                          <a:pt x="479" y="12421"/>
                        </a:moveTo>
                        <a:cubicBezTo>
                          <a:pt x="-1222" y="20760"/>
                          <a:pt x="1741" y="28880"/>
                          <a:pt x="7227" y="30526"/>
                        </a:cubicBezTo>
                        <a:cubicBezTo>
                          <a:pt x="12659" y="32172"/>
                          <a:pt x="18474" y="26741"/>
                          <a:pt x="20175" y="18401"/>
                        </a:cubicBezTo>
                        <a:cubicBezTo>
                          <a:pt x="21876" y="10062"/>
                          <a:pt x="18913" y="1942"/>
                          <a:pt x="13427" y="296"/>
                        </a:cubicBezTo>
                        <a:cubicBezTo>
                          <a:pt x="7995" y="-1350"/>
                          <a:pt x="2180" y="4027"/>
                          <a:pt x="479" y="124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89" name="Freeform: Shape 288">
                    <a:extLst>
                      <a:ext uri="{FF2B5EF4-FFF2-40B4-BE49-F238E27FC236}">
                        <a16:creationId xmlns:a16="http://schemas.microsoft.com/office/drawing/2014/main" id="{BB447F74-3C4D-90BE-77EF-F211EC4C99F6}"/>
                      </a:ext>
                    </a:extLst>
                  </p:cNvPr>
                  <p:cNvSpPr/>
                  <p:nvPr/>
                </p:nvSpPr>
                <p:spPr>
                  <a:xfrm>
                    <a:off x="2967922" y="5583604"/>
                    <a:ext cx="20631" cy="19825"/>
                  </a:xfrm>
                  <a:custGeom>
                    <a:avLst/>
                    <a:gdLst>
                      <a:gd name="connsiteX0" fmla="*/ 20141 w 20631"/>
                      <a:gd name="connsiteY0" fmla="*/ 1920 h 19825"/>
                      <a:gd name="connsiteX1" fmla="*/ 7193 w 20631"/>
                      <a:gd name="connsiteY1" fmla="*/ 14045 h 19825"/>
                      <a:gd name="connsiteX2" fmla="*/ 171 w 20631"/>
                      <a:gd name="connsiteY2" fmla="*/ 3402 h 19825"/>
                      <a:gd name="connsiteX3" fmla="*/ 7193 w 20631"/>
                      <a:gd name="connsiteY3" fmla="*/ 19532 h 19825"/>
                      <a:gd name="connsiteX4" fmla="*/ 20141 w 20631"/>
                      <a:gd name="connsiteY4" fmla="*/ 7407 h 19825"/>
                      <a:gd name="connsiteX5" fmla="*/ 20471 w 20631"/>
                      <a:gd name="connsiteY5" fmla="*/ 0 h 19825"/>
                      <a:gd name="connsiteX6" fmla="*/ 20141 w 20631"/>
                      <a:gd name="connsiteY6" fmla="*/ 1920 h 19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0631" h="19825">
                        <a:moveTo>
                          <a:pt x="20141" y="1920"/>
                        </a:moveTo>
                        <a:cubicBezTo>
                          <a:pt x="18441" y="10260"/>
                          <a:pt x="12625" y="15691"/>
                          <a:pt x="7193" y="14045"/>
                        </a:cubicBezTo>
                        <a:cubicBezTo>
                          <a:pt x="3408" y="12893"/>
                          <a:pt x="829" y="8669"/>
                          <a:pt x="171" y="3402"/>
                        </a:cubicBezTo>
                        <a:cubicBezTo>
                          <a:pt x="-762" y="11028"/>
                          <a:pt x="2201" y="18050"/>
                          <a:pt x="7193" y="19532"/>
                        </a:cubicBezTo>
                        <a:cubicBezTo>
                          <a:pt x="12625" y="21178"/>
                          <a:pt x="18441" y="15746"/>
                          <a:pt x="20141" y="7407"/>
                        </a:cubicBezTo>
                        <a:cubicBezTo>
                          <a:pt x="20690" y="4828"/>
                          <a:pt x="20745" y="2304"/>
                          <a:pt x="20471" y="0"/>
                        </a:cubicBezTo>
                        <a:cubicBezTo>
                          <a:pt x="20361" y="658"/>
                          <a:pt x="20251" y="1317"/>
                          <a:pt x="20141" y="1920"/>
                        </a:cubicBezTo>
                        <a:close/>
                      </a:path>
                    </a:pathLst>
                  </a:custGeom>
                  <a:solidFill>
                    <a:srgbClr val="DADADA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90" name="Freeform: Shape 289">
                  <a:extLst>
                    <a:ext uri="{FF2B5EF4-FFF2-40B4-BE49-F238E27FC236}">
                      <a16:creationId xmlns:a16="http://schemas.microsoft.com/office/drawing/2014/main" id="{FE8A7BC4-4905-E368-ABFE-7A8FA1A77441}"/>
                    </a:ext>
                  </a:extLst>
                </p:cNvPr>
                <p:cNvSpPr/>
                <p:nvPr/>
              </p:nvSpPr>
              <p:spPr>
                <a:xfrm>
                  <a:off x="2875812" y="5517164"/>
                  <a:ext cx="102376" cy="126187"/>
                </a:xfrm>
                <a:custGeom>
                  <a:avLst/>
                  <a:gdLst>
                    <a:gd name="connsiteX0" fmla="*/ 102376 w 102376"/>
                    <a:gd name="connsiteY0" fmla="*/ 56620 h 126187"/>
                    <a:gd name="connsiteX1" fmla="*/ 51188 w 102376"/>
                    <a:gd name="connsiteY1" fmla="*/ 126187 h 126187"/>
                    <a:gd name="connsiteX2" fmla="*/ 0 w 102376"/>
                    <a:gd name="connsiteY2" fmla="*/ 56620 h 126187"/>
                    <a:gd name="connsiteX3" fmla="*/ 51188 w 102376"/>
                    <a:gd name="connsiteY3" fmla="*/ 0 h 126187"/>
                    <a:gd name="connsiteX4" fmla="*/ 102376 w 102376"/>
                    <a:gd name="connsiteY4" fmla="*/ 56620 h 1261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2376" h="126187">
                      <a:moveTo>
                        <a:pt x="102376" y="56620"/>
                      </a:moveTo>
                      <a:cubicBezTo>
                        <a:pt x="102376" y="87892"/>
                        <a:pt x="79443" y="126187"/>
                        <a:pt x="51188" y="126187"/>
                      </a:cubicBezTo>
                      <a:cubicBezTo>
                        <a:pt x="22933" y="126187"/>
                        <a:pt x="0" y="87947"/>
                        <a:pt x="0" y="56620"/>
                      </a:cubicBezTo>
                      <a:cubicBezTo>
                        <a:pt x="0" y="25292"/>
                        <a:pt x="22933" y="0"/>
                        <a:pt x="51188" y="0"/>
                      </a:cubicBezTo>
                      <a:cubicBezTo>
                        <a:pt x="79443" y="0"/>
                        <a:pt x="102376" y="25347"/>
                        <a:pt x="102376" y="566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1" name="Freeform: Shape 290">
                  <a:extLst>
                    <a:ext uri="{FF2B5EF4-FFF2-40B4-BE49-F238E27FC236}">
                      <a16:creationId xmlns:a16="http://schemas.microsoft.com/office/drawing/2014/main" id="{969F5774-1FA4-8D9A-DDB5-FB1CDC88A0E2}"/>
                    </a:ext>
                  </a:extLst>
                </p:cNvPr>
                <p:cNvSpPr/>
                <p:nvPr/>
              </p:nvSpPr>
              <p:spPr>
                <a:xfrm>
                  <a:off x="2875757" y="5568407"/>
                  <a:ext cx="102376" cy="74999"/>
                </a:xfrm>
                <a:custGeom>
                  <a:avLst/>
                  <a:gdLst>
                    <a:gd name="connsiteX0" fmla="*/ 51188 w 102376"/>
                    <a:gd name="connsiteY0" fmla="*/ 63971 h 74999"/>
                    <a:gd name="connsiteX1" fmla="*/ 219 w 102376"/>
                    <a:gd name="connsiteY1" fmla="*/ 0 h 74999"/>
                    <a:gd name="connsiteX2" fmla="*/ 0 w 102376"/>
                    <a:gd name="connsiteY2" fmla="*/ 5432 h 74999"/>
                    <a:gd name="connsiteX3" fmla="*/ 51188 w 102376"/>
                    <a:gd name="connsiteY3" fmla="*/ 74999 h 74999"/>
                    <a:gd name="connsiteX4" fmla="*/ 102376 w 102376"/>
                    <a:gd name="connsiteY4" fmla="*/ 5432 h 74999"/>
                    <a:gd name="connsiteX5" fmla="*/ 102157 w 102376"/>
                    <a:gd name="connsiteY5" fmla="*/ 0 h 74999"/>
                    <a:gd name="connsiteX6" fmla="*/ 51188 w 102376"/>
                    <a:gd name="connsiteY6" fmla="*/ 63971 h 749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2376" h="74999">
                      <a:moveTo>
                        <a:pt x="51188" y="63971"/>
                      </a:moveTo>
                      <a:cubicBezTo>
                        <a:pt x="24579" y="63971"/>
                        <a:pt x="2688" y="30065"/>
                        <a:pt x="219" y="0"/>
                      </a:cubicBezTo>
                      <a:cubicBezTo>
                        <a:pt x="55" y="1811"/>
                        <a:pt x="0" y="3566"/>
                        <a:pt x="0" y="5432"/>
                      </a:cubicBezTo>
                      <a:cubicBezTo>
                        <a:pt x="0" y="36704"/>
                        <a:pt x="22933" y="74999"/>
                        <a:pt x="51188" y="74999"/>
                      </a:cubicBezTo>
                      <a:cubicBezTo>
                        <a:pt x="79443" y="74999"/>
                        <a:pt x="102376" y="36759"/>
                        <a:pt x="102376" y="5432"/>
                      </a:cubicBezTo>
                      <a:cubicBezTo>
                        <a:pt x="102376" y="3621"/>
                        <a:pt x="102321" y="1811"/>
                        <a:pt x="102157" y="0"/>
                      </a:cubicBezTo>
                      <a:cubicBezTo>
                        <a:pt x="99688" y="30065"/>
                        <a:pt x="77797" y="63971"/>
                        <a:pt x="51188" y="63971"/>
                      </a:cubicBezTo>
                      <a:close/>
                    </a:path>
                  </a:pathLst>
                </a:custGeom>
                <a:solidFill>
                  <a:srgbClr val="DADADA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2" name="Freeform: Shape 291">
                  <a:extLst>
                    <a:ext uri="{FF2B5EF4-FFF2-40B4-BE49-F238E27FC236}">
                      <a16:creationId xmlns:a16="http://schemas.microsoft.com/office/drawing/2014/main" id="{0190AB42-1B4B-0C8A-2686-026CF7CC37DA}"/>
                    </a:ext>
                  </a:extLst>
                </p:cNvPr>
                <p:cNvSpPr/>
                <p:nvPr/>
              </p:nvSpPr>
              <p:spPr>
                <a:xfrm>
                  <a:off x="2902805" y="5676818"/>
                  <a:ext cx="48280" cy="88056"/>
                </a:xfrm>
                <a:custGeom>
                  <a:avLst/>
                  <a:gdLst>
                    <a:gd name="connsiteX0" fmla="*/ 48280 w 48280"/>
                    <a:gd name="connsiteY0" fmla="*/ 88057 h 88056"/>
                    <a:gd name="connsiteX1" fmla="*/ 0 w 48280"/>
                    <a:gd name="connsiteY1" fmla="*/ 88057 h 88056"/>
                    <a:gd name="connsiteX2" fmla="*/ 17666 w 48280"/>
                    <a:gd name="connsiteY2" fmla="*/ 0 h 88056"/>
                    <a:gd name="connsiteX3" fmla="*/ 30614 w 48280"/>
                    <a:gd name="connsiteY3" fmla="*/ 0 h 880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8280" h="88056">
                      <a:moveTo>
                        <a:pt x="48280" y="88057"/>
                      </a:moveTo>
                      <a:lnTo>
                        <a:pt x="0" y="88057"/>
                      </a:lnTo>
                      <a:lnTo>
                        <a:pt x="17666" y="0"/>
                      </a:lnTo>
                      <a:lnTo>
                        <a:pt x="30614" y="0"/>
                      </a:lnTo>
                      <a:close/>
                    </a:path>
                  </a:pathLst>
                </a:custGeom>
                <a:solidFill>
                  <a:srgbClr val="A44995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3" name="Freeform: Shape 292">
                  <a:extLst>
                    <a:ext uri="{FF2B5EF4-FFF2-40B4-BE49-F238E27FC236}">
                      <a16:creationId xmlns:a16="http://schemas.microsoft.com/office/drawing/2014/main" id="{AA379FDA-7B4E-2ED7-D7AE-E0444C8F8B85}"/>
                    </a:ext>
                  </a:extLst>
                </p:cNvPr>
                <p:cNvSpPr/>
                <p:nvPr/>
              </p:nvSpPr>
              <p:spPr>
                <a:xfrm>
                  <a:off x="2902805" y="5720490"/>
                  <a:ext cx="48280" cy="44384"/>
                </a:xfrm>
                <a:custGeom>
                  <a:avLst/>
                  <a:gdLst>
                    <a:gd name="connsiteX0" fmla="*/ 48280 w 48280"/>
                    <a:gd name="connsiteY0" fmla="*/ 44385 h 44384"/>
                    <a:gd name="connsiteX1" fmla="*/ 39392 w 48280"/>
                    <a:gd name="connsiteY1" fmla="*/ 0 h 44384"/>
                    <a:gd name="connsiteX2" fmla="*/ 35552 w 48280"/>
                    <a:gd name="connsiteY2" fmla="*/ 4609 h 44384"/>
                    <a:gd name="connsiteX3" fmla="*/ 27816 w 48280"/>
                    <a:gd name="connsiteY3" fmla="*/ 13551 h 44384"/>
                    <a:gd name="connsiteX4" fmla="*/ 20519 w 48280"/>
                    <a:gd name="connsiteY4" fmla="*/ 13551 h 44384"/>
                    <a:gd name="connsiteX5" fmla="*/ 12728 w 48280"/>
                    <a:gd name="connsiteY5" fmla="*/ 4609 h 44384"/>
                    <a:gd name="connsiteX6" fmla="*/ 8888 w 48280"/>
                    <a:gd name="connsiteY6" fmla="*/ 0 h 44384"/>
                    <a:gd name="connsiteX7" fmla="*/ 0 w 48280"/>
                    <a:gd name="connsiteY7" fmla="*/ 44385 h 44384"/>
                    <a:gd name="connsiteX8" fmla="*/ 48280 w 48280"/>
                    <a:gd name="connsiteY8" fmla="*/ 44385 h 44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8280" h="44384">
                      <a:moveTo>
                        <a:pt x="48280" y="44385"/>
                      </a:moveTo>
                      <a:lnTo>
                        <a:pt x="39392" y="0"/>
                      </a:lnTo>
                      <a:cubicBezTo>
                        <a:pt x="38130" y="1591"/>
                        <a:pt x="36869" y="3127"/>
                        <a:pt x="35552" y="4609"/>
                      </a:cubicBezTo>
                      <a:lnTo>
                        <a:pt x="27816" y="13551"/>
                      </a:lnTo>
                      <a:cubicBezTo>
                        <a:pt x="25731" y="15965"/>
                        <a:pt x="22604" y="15965"/>
                        <a:pt x="20519" y="13551"/>
                      </a:cubicBezTo>
                      <a:lnTo>
                        <a:pt x="12728" y="4609"/>
                      </a:lnTo>
                      <a:cubicBezTo>
                        <a:pt x="11412" y="3127"/>
                        <a:pt x="10150" y="1536"/>
                        <a:pt x="8888" y="0"/>
                      </a:cubicBezTo>
                      <a:lnTo>
                        <a:pt x="0" y="44385"/>
                      </a:lnTo>
                      <a:lnTo>
                        <a:pt x="48280" y="44385"/>
                      </a:lnTo>
                      <a:close/>
                    </a:path>
                  </a:pathLst>
                </a:custGeom>
                <a:solidFill>
                  <a:srgbClr val="952584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4" name="Freeform: Shape 293">
                  <a:extLst>
                    <a:ext uri="{FF2B5EF4-FFF2-40B4-BE49-F238E27FC236}">
                      <a16:creationId xmlns:a16="http://schemas.microsoft.com/office/drawing/2014/main" id="{1A368D32-9A60-69D7-E739-5EBB70CB38DD}"/>
                    </a:ext>
                  </a:extLst>
                </p:cNvPr>
                <p:cNvSpPr/>
                <p:nvPr/>
              </p:nvSpPr>
              <p:spPr>
                <a:xfrm>
                  <a:off x="2875757" y="5516067"/>
                  <a:ext cx="102378" cy="56674"/>
                </a:xfrm>
                <a:custGeom>
                  <a:avLst/>
                  <a:gdLst>
                    <a:gd name="connsiteX0" fmla="*/ 37033 w 102378"/>
                    <a:gd name="connsiteY0" fmla="*/ 30724 h 56674"/>
                    <a:gd name="connsiteX1" fmla="*/ 64685 w 102378"/>
                    <a:gd name="connsiteY1" fmla="*/ 50859 h 56674"/>
                    <a:gd name="connsiteX2" fmla="*/ 102376 w 102378"/>
                    <a:gd name="connsiteY2" fmla="*/ 56675 h 56674"/>
                    <a:gd name="connsiteX3" fmla="*/ 51188 w 102378"/>
                    <a:gd name="connsiteY3" fmla="*/ 0 h 56674"/>
                    <a:gd name="connsiteX4" fmla="*/ 0 w 102378"/>
                    <a:gd name="connsiteY4" fmla="*/ 56620 h 56674"/>
                    <a:gd name="connsiteX5" fmla="*/ 21452 w 102378"/>
                    <a:gd name="connsiteY5" fmla="*/ 48225 h 56674"/>
                    <a:gd name="connsiteX6" fmla="*/ 37033 w 102378"/>
                    <a:gd name="connsiteY6" fmla="*/ 30724 h 56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2378" h="56674">
                      <a:moveTo>
                        <a:pt x="37033" y="30724"/>
                      </a:moveTo>
                      <a:cubicBezTo>
                        <a:pt x="37033" y="30724"/>
                        <a:pt x="44166" y="44056"/>
                        <a:pt x="64685" y="50859"/>
                      </a:cubicBezTo>
                      <a:cubicBezTo>
                        <a:pt x="75767" y="54535"/>
                        <a:pt x="90855" y="55797"/>
                        <a:pt x="102376" y="56675"/>
                      </a:cubicBezTo>
                      <a:cubicBezTo>
                        <a:pt x="102651" y="25128"/>
                        <a:pt x="79663" y="0"/>
                        <a:pt x="51188" y="0"/>
                      </a:cubicBezTo>
                      <a:cubicBezTo>
                        <a:pt x="22933" y="0"/>
                        <a:pt x="0" y="25347"/>
                        <a:pt x="0" y="56620"/>
                      </a:cubicBezTo>
                      <a:cubicBezTo>
                        <a:pt x="0" y="56620"/>
                        <a:pt x="11357" y="54754"/>
                        <a:pt x="21452" y="48225"/>
                      </a:cubicBezTo>
                      <a:cubicBezTo>
                        <a:pt x="31547" y="41697"/>
                        <a:pt x="37033" y="30724"/>
                        <a:pt x="37033" y="30724"/>
                      </a:cubicBezTo>
                      <a:close/>
                    </a:path>
                  </a:pathLst>
                </a:custGeom>
                <a:solidFill>
                  <a:srgbClr val="A44995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5" name="Freeform: Shape 294">
                  <a:extLst>
                    <a:ext uri="{FF2B5EF4-FFF2-40B4-BE49-F238E27FC236}">
                      <a16:creationId xmlns:a16="http://schemas.microsoft.com/office/drawing/2014/main" id="{68975194-2575-9286-E671-909F7D56F16A}"/>
                    </a:ext>
                  </a:extLst>
                </p:cNvPr>
                <p:cNvSpPr/>
                <p:nvPr/>
              </p:nvSpPr>
              <p:spPr>
                <a:xfrm>
                  <a:off x="2917893" y="5683402"/>
                  <a:ext cx="18159" cy="6364"/>
                </a:xfrm>
                <a:custGeom>
                  <a:avLst/>
                  <a:gdLst>
                    <a:gd name="connsiteX0" fmla="*/ 0 w 18159"/>
                    <a:gd name="connsiteY0" fmla="*/ 0 h 6364"/>
                    <a:gd name="connsiteX1" fmla="*/ 18160 w 18159"/>
                    <a:gd name="connsiteY1" fmla="*/ 0 h 6364"/>
                    <a:gd name="connsiteX2" fmla="*/ 18160 w 18159"/>
                    <a:gd name="connsiteY2" fmla="*/ 6364 h 6364"/>
                    <a:gd name="connsiteX3" fmla="*/ 0 w 18159"/>
                    <a:gd name="connsiteY3" fmla="*/ 6364 h 6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159" h="6364">
                      <a:moveTo>
                        <a:pt x="0" y="0"/>
                      </a:moveTo>
                      <a:lnTo>
                        <a:pt x="18160" y="0"/>
                      </a:lnTo>
                      <a:lnTo>
                        <a:pt x="18160" y="6364"/>
                      </a:lnTo>
                      <a:lnTo>
                        <a:pt x="0" y="6364"/>
                      </a:lnTo>
                      <a:close/>
                    </a:path>
                  </a:pathLst>
                </a:custGeom>
                <a:solidFill>
                  <a:srgbClr val="952584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6" name="Freeform: Shape 295">
                  <a:extLst>
                    <a:ext uri="{FF2B5EF4-FFF2-40B4-BE49-F238E27FC236}">
                      <a16:creationId xmlns:a16="http://schemas.microsoft.com/office/drawing/2014/main" id="{0C63865E-E0CC-3FC4-B84F-047E5B1FA5B0}"/>
                    </a:ext>
                  </a:extLst>
                </p:cNvPr>
                <p:cNvSpPr/>
                <p:nvPr/>
              </p:nvSpPr>
              <p:spPr>
                <a:xfrm>
                  <a:off x="2812365" y="5660968"/>
                  <a:ext cx="229259" cy="119104"/>
                </a:xfrm>
                <a:custGeom>
                  <a:avLst/>
                  <a:gdLst>
                    <a:gd name="connsiteX0" fmla="*/ 221565 w 229259"/>
                    <a:gd name="connsiteY0" fmla="*/ 28799 h 119104"/>
                    <a:gd name="connsiteX1" fmla="*/ 211306 w 229259"/>
                    <a:gd name="connsiteY1" fmla="*/ 14040 h 119104"/>
                    <a:gd name="connsiteX2" fmla="*/ 168402 w 229259"/>
                    <a:gd name="connsiteY2" fmla="*/ 214 h 119104"/>
                    <a:gd name="connsiteX3" fmla="*/ 161818 w 229259"/>
                    <a:gd name="connsiteY3" fmla="*/ 5152 h 119104"/>
                    <a:gd name="connsiteX4" fmla="*/ 126047 w 229259"/>
                    <a:gd name="connsiteY4" fmla="*/ 78341 h 119104"/>
                    <a:gd name="connsiteX5" fmla="*/ 118311 w 229259"/>
                    <a:gd name="connsiteY5" fmla="*/ 87284 h 119104"/>
                    <a:gd name="connsiteX6" fmla="*/ 111014 w 229259"/>
                    <a:gd name="connsiteY6" fmla="*/ 87284 h 119104"/>
                    <a:gd name="connsiteX7" fmla="*/ 103169 w 229259"/>
                    <a:gd name="connsiteY7" fmla="*/ 78341 h 119104"/>
                    <a:gd name="connsiteX8" fmla="*/ 67397 w 229259"/>
                    <a:gd name="connsiteY8" fmla="*/ 5152 h 119104"/>
                    <a:gd name="connsiteX9" fmla="*/ 60814 w 229259"/>
                    <a:gd name="connsiteY9" fmla="*/ 214 h 119104"/>
                    <a:gd name="connsiteX10" fmla="*/ 17910 w 229259"/>
                    <a:gd name="connsiteY10" fmla="*/ 14040 h 119104"/>
                    <a:gd name="connsiteX11" fmla="*/ 7650 w 229259"/>
                    <a:gd name="connsiteY11" fmla="*/ 28799 h 119104"/>
                    <a:gd name="connsiteX12" fmla="*/ 134 w 229259"/>
                    <a:gd name="connsiteY12" fmla="*/ 98915 h 119104"/>
                    <a:gd name="connsiteX13" fmla="*/ 13740 w 229259"/>
                    <a:gd name="connsiteY13" fmla="*/ 119105 h 119104"/>
                    <a:gd name="connsiteX14" fmla="*/ 215530 w 229259"/>
                    <a:gd name="connsiteY14" fmla="*/ 119105 h 119104"/>
                    <a:gd name="connsiteX15" fmla="*/ 229136 w 229259"/>
                    <a:gd name="connsiteY15" fmla="*/ 98915 h 119104"/>
                    <a:gd name="connsiteX16" fmla="*/ 221565 w 229259"/>
                    <a:gd name="connsiteY16" fmla="*/ 28799 h 1191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29259" h="119104">
                      <a:moveTo>
                        <a:pt x="221565" y="28799"/>
                      </a:moveTo>
                      <a:cubicBezTo>
                        <a:pt x="220797" y="21611"/>
                        <a:pt x="216737" y="15796"/>
                        <a:pt x="211306" y="14040"/>
                      </a:cubicBezTo>
                      <a:lnTo>
                        <a:pt x="168402" y="214"/>
                      </a:lnTo>
                      <a:cubicBezTo>
                        <a:pt x="165549" y="-718"/>
                        <a:pt x="162641" y="1476"/>
                        <a:pt x="161818" y="5152"/>
                      </a:cubicBezTo>
                      <a:cubicBezTo>
                        <a:pt x="155509" y="33188"/>
                        <a:pt x="143219" y="58645"/>
                        <a:pt x="126047" y="78341"/>
                      </a:cubicBezTo>
                      <a:lnTo>
                        <a:pt x="118311" y="87284"/>
                      </a:lnTo>
                      <a:cubicBezTo>
                        <a:pt x="116226" y="89698"/>
                        <a:pt x="113099" y="89698"/>
                        <a:pt x="111014" y="87284"/>
                      </a:cubicBezTo>
                      <a:lnTo>
                        <a:pt x="103169" y="78341"/>
                      </a:lnTo>
                      <a:cubicBezTo>
                        <a:pt x="85996" y="58590"/>
                        <a:pt x="73707" y="33188"/>
                        <a:pt x="67397" y="5152"/>
                      </a:cubicBezTo>
                      <a:cubicBezTo>
                        <a:pt x="66574" y="1476"/>
                        <a:pt x="63667" y="-663"/>
                        <a:pt x="60814" y="214"/>
                      </a:cubicBezTo>
                      <a:lnTo>
                        <a:pt x="17910" y="14040"/>
                      </a:lnTo>
                      <a:cubicBezTo>
                        <a:pt x="12478" y="15796"/>
                        <a:pt x="8419" y="21666"/>
                        <a:pt x="7650" y="28799"/>
                      </a:cubicBezTo>
                      <a:lnTo>
                        <a:pt x="134" y="98915"/>
                      </a:lnTo>
                      <a:cubicBezTo>
                        <a:pt x="-1018" y="109558"/>
                        <a:pt x="5401" y="119105"/>
                        <a:pt x="13740" y="119105"/>
                      </a:cubicBezTo>
                      <a:lnTo>
                        <a:pt x="215530" y="119105"/>
                      </a:lnTo>
                      <a:cubicBezTo>
                        <a:pt x="223869" y="119105"/>
                        <a:pt x="230234" y="109613"/>
                        <a:pt x="229136" y="98915"/>
                      </a:cubicBezTo>
                      <a:lnTo>
                        <a:pt x="221565" y="28799"/>
                      </a:lnTo>
                      <a:close/>
                    </a:path>
                  </a:pathLst>
                </a:custGeom>
                <a:solidFill>
                  <a:srgbClr val="36A9E1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7" name="Freeform: Shape 296">
                  <a:extLst>
                    <a:ext uri="{FF2B5EF4-FFF2-40B4-BE49-F238E27FC236}">
                      <a16:creationId xmlns:a16="http://schemas.microsoft.com/office/drawing/2014/main" id="{0E065A9F-32AD-0CA6-87B5-40842664E9D7}"/>
                    </a:ext>
                  </a:extLst>
                </p:cNvPr>
                <p:cNvSpPr/>
                <p:nvPr/>
              </p:nvSpPr>
              <p:spPr>
                <a:xfrm>
                  <a:off x="2812310" y="5754012"/>
                  <a:ext cx="229259" cy="26115"/>
                </a:xfrm>
                <a:custGeom>
                  <a:avLst/>
                  <a:gdLst>
                    <a:gd name="connsiteX0" fmla="*/ 228478 w 229259"/>
                    <a:gd name="connsiteY0" fmla="*/ 0 h 26115"/>
                    <a:gd name="connsiteX1" fmla="*/ 215530 w 229259"/>
                    <a:gd name="connsiteY1" fmla="*/ 11905 h 26115"/>
                    <a:gd name="connsiteX2" fmla="*/ 13740 w 229259"/>
                    <a:gd name="connsiteY2" fmla="*/ 11905 h 26115"/>
                    <a:gd name="connsiteX3" fmla="*/ 792 w 229259"/>
                    <a:gd name="connsiteY3" fmla="*/ 0 h 26115"/>
                    <a:gd name="connsiteX4" fmla="*/ 134 w 229259"/>
                    <a:gd name="connsiteY4" fmla="*/ 5925 h 26115"/>
                    <a:gd name="connsiteX5" fmla="*/ 13740 w 229259"/>
                    <a:gd name="connsiteY5" fmla="*/ 26115 h 26115"/>
                    <a:gd name="connsiteX6" fmla="*/ 215530 w 229259"/>
                    <a:gd name="connsiteY6" fmla="*/ 26115 h 26115"/>
                    <a:gd name="connsiteX7" fmla="*/ 229136 w 229259"/>
                    <a:gd name="connsiteY7" fmla="*/ 5925 h 26115"/>
                    <a:gd name="connsiteX8" fmla="*/ 228478 w 229259"/>
                    <a:gd name="connsiteY8" fmla="*/ 0 h 261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29259" h="26115">
                      <a:moveTo>
                        <a:pt x="228478" y="0"/>
                      </a:moveTo>
                      <a:cubicBezTo>
                        <a:pt x="226613" y="6858"/>
                        <a:pt x="221565" y="11905"/>
                        <a:pt x="215530" y="11905"/>
                      </a:cubicBezTo>
                      <a:lnTo>
                        <a:pt x="13740" y="11905"/>
                      </a:lnTo>
                      <a:cubicBezTo>
                        <a:pt x="7705" y="11905"/>
                        <a:pt x="2658" y="6858"/>
                        <a:pt x="792" y="0"/>
                      </a:cubicBezTo>
                      <a:lnTo>
                        <a:pt x="134" y="5925"/>
                      </a:lnTo>
                      <a:cubicBezTo>
                        <a:pt x="-1018" y="16569"/>
                        <a:pt x="5401" y="26115"/>
                        <a:pt x="13740" y="26115"/>
                      </a:cubicBezTo>
                      <a:lnTo>
                        <a:pt x="215530" y="26115"/>
                      </a:lnTo>
                      <a:cubicBezTo>
                        <a:pt x="223870" y="26115"/>
                        <a:pt x="230234" y="16624"/>
                        <a:pt x="229136" y="5925"/>
                      </a:cubicBezTo>
                      <a:lnTo>
                        <a:pt x="228478" y="0"/>
                      </a:lnTo>
                      <a:close/>
                    </a:path>
                  </a:pathLst>
                </a:custGeom>
                <a:solidFill>
                  <a:srgbClr val="0091C5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FA5FD08F-A12C-8EEE-5C17-01E832807662}"/>
                  </a:ext>
                </a:extLst>
              </p:cNvPr>
              <p:cNvSpPr/>
              <p:nvPr/>
            </p:nvSpPr>
            <p:spPr>
              <a:xfrm>
                <a:off x="2964417" y="5660966"/>
                <a:ext cx="77152" cy="119106"/>
              </a:xfrm>
              <a:custGeom>
                <a:avLst/>
                <a:gdLst>
                  <a:gd name="connsiteX0" fmla="*/ 63423 w 77152"/>
                  <a:gd name="connsiteY0" fmla="*/ 119106 h 119106"/>
                  <a:gd name="connsiteX1" fmla="*/ 77029 w 77152"/>
                  <a:gd name="connsiteY1" fmla="*/ 98916 h 119106"/>
                  <a:gd name="connsiteX2" fmla="*/ 70281 w 77152"/>
                  <a:gd name="connsiteY2" fmla="*/ 36207 h 119106"/>
                  <a:gd name="connsiteX3" fmla="*/ 21946 w 77152"/>
                  <a:gd name="connsiteY3" fmla="*/ 38621 h 119106"/>
                  <a:gd name="connsiteX4" fmla="*/ 21946 w 77152"/>
                  <a:gd name="connsiteY4" fmla="*/ 26935 h 119106"/>
                  <a:gd name="connsiteX5" fmla="*/ 31108 w 77152"/>
                  <a:gd name="connsiteY5" fmla="*/ 4989 h 119106"/>
                  <a:gd name="connsiteX6" fmla="*/ 16349 w 77152"/>
                  <a:gd name="connsiteY6" fmla="*/ 216 h 119106"/>
                  <a:gd name="connsiteX7" fmla="*/ 13332 w 77152"/>
                  <a:gd name="connsiteY7" fmla="*/ 326 h 119106"/>
                  <a:gd name="connsiteX8" fmla="*/ 8943 w 77152"/>
                  <a:gd name="connsiteY8" fmla="*/ 8391 h 119106"/>
                  <a:gd name="connsiteX9" fmla="*/ 5706 w 77152"/>
                  <a:gd name="connsiteY9" fmla="*/ 20077 h 119106"/>
                  <a:gd name="connsiteX10" fmla="*/ 5212 w 77152"/>
                  <a:gd name="connsiteY10" fmla="*/ 26880 h 119106"/>
                  <a:gd name="connsiteX11" fmla="*/ 5212 w 77152"/>
                  <a:gd name="connsiteY11" fmla="*/ 43504 h 119106"/>
                  <a:gd name="connsiteX12" fmla="*/ 0 w 77152"/>
                  <a:gd name="connsiteY12" fmla="*/ 45479 h 119106"/>
                  <a:gd name="connsiteX13" fmla="*/ 0 w 77152"/>
                  <a:gd name="connsiteY13" fmla="*/ 45479 h 119106"/>
                  <a:gd name="connsiteX14" fmla="*/ 0 w 77152"/>
                  <a:gd name="connsiteY14" fmla="*/ 53105 h 119106"/>
                  <a:gd name="connsiteX15" fmla="*/ 0 w 77152"/>
                  <a:gd name="connsiteY15" fmla="*/ 58811 h 119106"/>
                  <a:gd name="connsiteX16" fmla="*/ 0 w 77152"/>
                  <a:gd name="connsiteY16" fmla="*/ 115705 h 119106"/>
                  <a:gd name="connsiteX17" fmla="*/ 0 w 77152"/>
                  <a:gd name="connsiteY17" fmla="*/ 119052 h 119106"/>
                  <a:gd name="connsiteX18" fmla="*/ 63423 w 77152"/>
                  <a:gd name="connsiteY18" fmla="*/ 119052 h 119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152" h="119106">
                    <a:moveTo>
                      <a:pt x="63423" y="119106"/>
                    </a:moveTo>
                    <a:cubicBezTo>
                      <a:pt x="71762" y="119106"/>
                      <a:pt x="78126" y="109615"/>
                      <a:pt x="77029" y="98916"/>
                    </a:cubicBezTo>
                    <a:lnTo>
                      <a:pt x="70281" y="36207"/>
                    </a:lnTo>
                    <a:cubicBezTo>
                      <a:pt x="54206" y="34177"/>
                      <a:pt x="37911" y="34945"/>
                      <a:pt x="21946" y="38621"/>
                    </a:cubicBezTo>
                    <a:lnTo>
                      <a:pt x="21946" y="26935"/>
                    </a:lnTo>
                    <a:cubicBezTo>
                      <a:pt x="21946" y="18376"/>
                      <a:pt x="25457" y="10585"/>
                      <a:pt x="31108" y="4989"/>
                    </a:cubicBezTo>
                    <a:lnTo>
                      <a:pt x="16349" y="216"/>
                    </a:lnTo>
                    <a:cubicBezTo>
                      <a:pt x="15307" y="-113"/>
                      <a:pt x="14265" y="-58"/>
                      <a:pt x="13332" y="326"/>
                    </a:cubicBezTo>
                    <a:cubicBezTo>
                      <a:pt x="11631" y="2850"/>
                      <a:pt x="10150" y="5538"/>
                      <a:pt x="8943" y="8391"/>
                    </a:cubicBezTo>
                    <a:cubicBezTo>
                      <a:pt x="7955" y="12341"/>
                      <a:pt x="6913" y="16236"/>
                      <a:pt x="5706" y="20077"/>
                    </a:cubicBezTo>
                    <a:cubicBezTo>
                      <a:pt x="5377" y="22326"/>
                      <a:pt x="5212" y="24576"/>
                      <a:pt x="5212" y="26880"/>
                    </a:cubicBezTo>
                    <a:lnTo>
                      <a:pt x="5212" y="43504"/>
                    </a:lnTo>
                    <a:cubicBezTo>
                      <a:pt x="3456" y="44162"/>
                      <a:pt x="1701" y="44821"/>
                      <a:pt x="0" y="45479"/>
                    </a:cubicBezTo>
                    <a:lnTo>
                      <a:pt x="0" y="45479"/>
                    </a:lnTo>
                    <a:lnTo>
                      <a:pt x="0" y="53105"/>
                    </a:lnTo>
                    <a:lnTo>
                      <a:pt x="0" y="58811"/>
                    </a:lnTo>
                    <a:lnTo>
                      <a:pt x="0" y="115705"/>
                    </a:lnTo>
                    <a:lnTo>
                      <a:pt x="0" y="119052"/>
                    </a:lnTo>
                    <a:lnTo>
                      <a:pt x="63423" y="119052"/>
                    </a:lnTo>
                    <a:close/>
                  </a:path>
                </a:pathLst>
              </a:custGeom>
              <a:solidFill>
                <a:srgbClr val="0091C5"/>
              </a:solidFill>
              <a:ln w="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99" name="Graphic 120">
                <a:extLst>
                  <a:ext uri="{FF2B5EF4-FFF2-40B4-BE49-F238E27FC236}">
                    <a16:creationId xmlns:a16="http://schemas.microsoft.com/office/drawing/2014/main" id="{6DB3B200-DCCA-B3BF-24A4-24D348C1DEA0}"/>
                  </a:ext>
                </a:extLst>
              </p:cNvPr>
              <p:cNvGrpSpPr/>
              <p:nvPr/>
            </p:nvGrpSpPr>
            <p:grpSpPr>
              <a:xfrm>
                <a:off x="2964308" y="5629196"/>
                <a:ext cx="106052" cy="160888"/>
                <a:chOff x="2964308" y="5629196"/>
                <a:chExt cx="106052" cy="160888"/>
              </a:xfrm>
            </p:grpSpPr>
            <p:sp>
              <p:nvSpPr>
                <p:cNvPr id="300" name="Freeform: Shape 299">
                  <a:extLst>
                    <a:ext uri="{FF2B5EF4-FFF2-40B4-BE49-F238E27FC236}">
                      <a16:creationId xmlns:a16="http://schemas.microsoft.com/office/drawing/2014/main" id="{CC791E2A-95E1-C2B8-D6A0-9CB70D4C379E}"/>
                    </a:ext>
                  </a:extLst>
                </p:cNvPr>
                <p:cNvSpPr/>
                <p:nvPr/>
              </p:nvSpPr>
              <p:spPr>
                <a:xfrm>
                  <a:off x="2969629" y="5629196"/>
                  <a:ext cx="95463" cy="103418"/>
                </a:xfrm>
                <a:custGeom>
                  <a:avLst/>
                  <a:gdLst>
                    <a:gd name="connsiteX0" fmla="*/ 95463 w 95463"/>
                    <a:gd name="connsiteY0" fmla="*/ 103419 h 103418"/>
                    <a:gd name="connsiteX1" fmla="*/ 78730 w 95463"/>
                    <a:gd name="connsiteY1" fmla="*/ 103419 h 103418"/>
                    <a:gd name="connsiteX2" fmla="*/ 78730 w 95463"/>
                    <a:gd name="connsiteY2" fmla="*/ 47732 h 103418"/>
                    <a:gd name="connsiteX3" fmla="*/ 47732 w 95463"/>
                    <a:gd name="connsiteY3" fmla="*/ 16734 h 103418"/>
                    <a:gd name="connsiteX4" fmla="*/ 16734 w 95463"/>
                    <a:gd name="connsiteY4" fmla="*/ 47732 h 103418"/>
                    <a:gd name="connsiteX5" fmla="*/ 16734 w 95463"/>
                    <a:gd name="connsiteY5" fmla="*/ 103419 h 103418"/>
                    <a:gd name="connsiteX6" fmla="*/ 0 w 95463"/>
                    <a:gd name="connsiteY6" fmla="*/ 103419 h 103418"/>
                    <a:gd name="connsiteX7" fmla="*/ 0 w 95463"/>
                    <a:gd name="connsiteY7" fmla="*/ 47732 h 103418"/>
                    <a:gd name="connsiteX8" fmla="*/ 47732 w 95463"/>
                    <a:gd name="connsiteY8" fmla="*/ 0 h 103418"/>
                    <a:gd name="connsiteX9" fmla="*/ 95463 w 95463"/>
                    <a:gd name="connsiteY9" fmla="*/ 47732 h 103418"/>
                    <a:gd name="connsiteX10" fmla="*/ 95463 w 95463"/>
                    <a:gd name="connsiteY10" fmla="*/ 103419 h 1034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95463" h="103418">
                      <a:moveTo>
                        <a:pt x="95463" y="103419"/>
                      </a:moveTo>
                      <a:lnTo>
                        <a:pt x="78730" y="103419"/>
                      </a:lnTo>
                      <a:lnTo>
                        <a:pt x="78730" y="47732"/>
                      </a:lnTo>
                      <a:cubicBezTo>
                        <a:pt x="78730" y="30669"/>
                        <a:pt x="64849" y="16734"/>
                        <a:pt x="47732" y="16734"/>
                      </a:cubicBezTo>
                      <a:cubicBezTo>
                        <a:pt x="30669" y="16734"/>
                        <a:pt x="16734" y="30614"/>
                        <a:pt x="16734" y="47732"/>
                      </a:cubicBezTo>
                      <a:lnTo>
                        <a:pt x="16734" y="103419"/>
                      </a:lnTo>
                      <a:lnTo>
                        <a:pt x="0" y="103419"/>
                      </a:lnTo>
                      <a:lnTo>
                        <a:pt x="0" y="47732"/>
                      </a:lnTo>
                      <a:cubicBezTo>
                        <a:pt x="0" y="21397"/>
                        <a:pt x="21397" y="0"/>
                        <a:pt x="47732" y="0"/>
                      </a:cubicBezTo>
                      <a:cubicBezTo>
                        <a:pt x="74066" y="0"/>
                        <a:pt x="95463" y="21397"/>
                        <a:pt x="95463" y="47732"/>
                      </a:cubicBezTo>
                      <a:lnTo>
                        <a:pt x="95463" y="10341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1" name="Freeform: Shape 300">
                  <a:extLst>
                    <a:ext uri="{FF2B5EF4-FFF2-40B4-BE49-F238E27FC236}">
                      <a16:creationId xmlns:a16="http://schemas.microsoft.com/office/drawing/2014/main" id="{DCCBF62F-306E-2974-0B4D-08DE1EC9BE0E}"/>
                    </a:ext>
                  </a:extLst>
                </p:cNvPr>
                <p:cNvSpPr/>
                <p:nvPr/>
              </p:nvSpPr>
              <p:spPr>
                <a:xfrm>
                  <a:off x="2979450" y="5638853"/>
                  <a:ext cx="75822" cy="93762"/>
                </a:xfrm>
                <a:custGeom>
                  <a:avLst/>
                  <a:gdLst>
                    <a:gd name="connsiteX0" fmla="*/ 37911 w 75822"/>
                    <a:gd name="connsiteY0" fmla="*/ 0 h 93762"/>
                    <a:gd name="connsiteX1" fmla="*/ 0 w 75822"/>
                    <a:gd name="connsiteY1" fmla="*/ 33522 h 93762"/>
                    <a:gd name="connsiteX2" fmla="*/ 0 w 75822"/>
                    <a:gd name="connsiteY2" fmla="*/ 93763 h 93762"/>
                    <a:gd name="connsiteX3" fmla="*/ 6913 w 75822"/>
                    <a:gd name="connsiteY3" fmla="*/ 93763 h 93762"/>
                    <a:gd name="connsiteX4" fmla="*/ 6913 w 75822"/>
                    <a:gd name="connsiteY4" fmla="*/ 38076 h 93762"/>
                    <a:gd name="connsiteX5" fmla="*/ 37911 w 75822"/>
                    <a:gd name="connsiteY5" fmla="*/ 7077 h 93762"/>
                    <a:gd name="connsiteX6" fmla="*/ 68909 w 75822"/>
                    <a:gd name="connsiteY6" fmla="*/ 38076 h 93762"/>
                    <a:gd name="connsiteX7" fmla="*/ 68909 w 75822"/>
                    <a:gd name="connsiteY7" fmla="*/ 93763 h 93762"/>
                    <a:gd name="connsiteX8" fmla="*/ 75822 w 75822"/>
                    <a:gd name="connsiteY8" fmla="*/ 93763 h 93762"/>
                    <a:gd name="connsiteX9" fmla="*/ 75822 w 75822"/>
                    <a:gd name="connsiteY9" fmla="*/ 33522 h 93762"/>
                    <a:gd name="connsiteX10" fmla="*/ 37911 w 75822"/>
                    <a:gd name="connsiteY10" fmla="*/ 0 h 93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5822" h="93762">
                      <a:moveTo>
                        <a:pt x="37911" y="0"/>
                      </a:moveTo>
                      <a:cubicBezTo>
                        <a:pt x="17008" y="0"/>
                        <a:pt x="0" y="15033"/>
                        <a:pt x="0" y="33522"/>
                      </a:cubicBezTo>
                      <a:lnTo>
                        <a:pt x="0" y="93763"/>
                      </a:lnTo>
                      <a:lnTo>
                        <a:pt x="6913" y="93763"/>
                      </a:lnTo>
                      <a:lnTo>
                        <a:pt x="6913" y="38076"/>
                      </a:lnTo>
                      <a:cubicBezTo>
                        <a:pt x="6913" y="21013"/>
                        <a:pt x="20793" y="7077"/>
                        <a:pt x="37911" y="7077"/>
                      </a:cubicBezTo>
                      <a:cubicBezTo>
                        <a:pt x="54974" y="7077"/>
                        <a:pt x="68909" y="20958"/>
                        <a:pt x="68909" y="38076"/>
                      </a:cubicBezTo>
                      <a:lnTo>
                        <a:pt x="68909" y="93763"/>
                      </a:lnTo>
                      <a:lnTo>
                        <a:pt x="75822" y="93763"/>
                      </a:lnTo>
                      <a:lnTo>
                        <a:pt x="75822" y="33522"/>
                      </a:lnTo>
                      <a:cubicBezTo>
                        <a:pt x="75767" y="15033"/>
                        <a:pt x="58814" y="0"/>
                        <a:pt x="37911" y="0"/>
                      </a:cubicBezTo>
                      <a:close/>
                    </a:path>
                  </a:pathLst>
                </a:custGeom>
                <a:solidFill>
                  <a:srgbClr val="DADADA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2" name="Freeform: Shape 301">
                  <a:extLst>
                    <a:ext uri="{FF2B5EF4-FFF2-40B4-BE49-F238E27FC236}">
                      <a16:creationId xmlns:a16="http://schemas.microsoft.com/office/drawing/2014/main" id="{E84CADD9-C715-F984-686F-948A6E73A794}"/>
                    </a:ext>
                  </a:extLst>
                </p:cNvPr>
                <p:cNvSpPr/>
                <p:nvPr/>
              </p:nvSpPr>
              <p:spPr>
                <a:xfrm>
                  <a:off x="2964362" y="5685075"/>
                  <a:ext cx="105942" cy="105010"/>
                </a:xfrm>
                <a:custGeom>
                  <a:avLst/>
                  <a:gdLst>
                    <a:gd name="connsiteX0" fmla="*/ 105942 w 105942"/>
                    <a:gd name="connsiteY0" fmla="*/ 94558 h 105010"/>
                    <a:gd name="connsiteX1" fmla="*/ 105942 w 105942"/>
                    <a:gd name="connsiteY1" fmla="*/ 94558 h 105010"/>
                    <a:gd name="connsiteX2" fmla="*/ 0 w 105942"/>
                    <a:gd name="connsiteY2" fmla="*/ 94558 h 105010"/>
                    <a:gd name="connsiteX3" fmla="*/ 0 w 105942"/>
                    <a:gd name="connsiteY3" fmla="*/ 94558 h 105010"/>
                    <a:gd name="connsiteX4" fmla="*/ 0 w 105942"/>
                    <a:gd name="connsiteY4" fmla="*/ 10452 h 105010"/>
                    <a:gd name="connsiteX5" fmla="*/ 0 w 105942"/>
                    <a:gd name="connsiteY5" fmla="*/ 10452 h 105010"/>
                    <a:gd name="connsiteX6" fmla="*/ 99304 w 105942"/>
                    <a:gd name="connsiteY6" fmla="*/ 7983 h 105010"/>
                    <a:gd name="connsiteX7" fmla="*/ 105942 w 105942"/>
                    <a:gd name="connsiteY7" fmla="*/ 10452 h 105010"/>
                    <a:gd name="connsiteX8" fmla="*/ 105942 w 105942"/>
                    <a:gd name="connsiteY8" fmla="*/ 10452 h 105010"/>
                    <a:gd name="connsiteX9" fmla="*/ 105942 w 105942"/>
                    <a:gd name="connsiteY9" fmla="*/ 94558 h 105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5942" h="105010">
                      <a:moveTo>
                        <a:pt x="105942" y="94558"/>
                      </a:moveTo>
                      <a:lnTo>
                        <a:pt x="105942" y="94558"/>
                      </a:lnTo>
                      <a:cubicBezTo>
                        <a:pt x="71488" y="108494"/>
                        <a:pt x="34509" y="108494"/>
                        <a:pt x="0" y="94558"/>
                      </a:cubicBezTo>
                      <a:lnTo>
                        <a:pt x="0" y="94558"/>
                      </a:lnTo>
                      <a:lnTo>
                        <a:pt x="0" y="10452"/>
                      </a:lnTo>
                      <a:lnTo>
                        <a:pt x="0" y="10452"/>
                      </a:lnTo>
                      <a:cubicBezTo>
                        <a:pt x="32260" y="-2606"/>
                        <a:pt x="66769" y="-3429"/>
                        <a:pt x="99304" y="7983"/>
                      </a:cubicBezTo>
                      <a:cubicBezTo>
                        <a:pt x="101498" y="8751"/>
                        <a:pt x="103748" y="9574"/>
                        <a:pt x="105942" y="10452"/>
                      </a:cubicBezTo>
                      <a:lnTo>
                        <a:pt x="105942" y="10452"/>
                      </a:lnTo>
                      <a:lnTo>
                        <a:pt x="105942" y="94558"/>
                      </a:lnTo>
                      <a:close/>
                    </a:path>
                  </a:pathLst>
                </a:custGeom>
                <a:solidFill>
                  <a:srgbClr val="952584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3" name="Freeform: Shape 302">
                  <a:extLst>
                    <a:ext uri="{FF2B5EF4-FFF2-40B4-BE49-F238E27FC236}">
                      <a16:creationId xmlns:a16="http://schemas.microsoft.com/office/drawing/2014/main" id="{504CCE74-0801-DD7C-B162-D5686CB9629B}"/>
                    </a:ext>
                  </a:extLst>
                </p:cNvPr>
                <p:cNvSpPr/>
                <p:nvPr/>
              </p:nvSpPr>
              <p:spPr>
                <a:xfrm>
                  <a:off x="2975500" y="5685117"/>
                  <a:ext cx="83722" cy="104927"/>
                </a:xfrm>
                <a:custGeom>
                  <a:avLst/>
                  <a:gdLst>
                    <a:gd name="connsiteX0" fmla="*/ 0 w 83722"/>
                    <a:gd name="connsiteY0" fmla="*/ 6460 h 104927"/>
                    <a:gd name="connsiteX1" fmla="*/ 0 w 83722"/>
                    <a:gd name="connsiteY1" fmla="*/ 98467 h 104927"/>
                    <a:gd name="connsiteX2" fmla="*/ 83722 w 83722"/>
                    <a:gd name="connsiteY2" fmla="*/ 98467 h 104927"/>
                    <a:gd name="connsiteX3" fmla="*/ 83722 w 83722"/>
                    <a:gd name="connsiteY3" fmla="*/ 6460 h 104927"/>
                    <a:gd name="connsiteX4" fmla="*/ 0 w 83722"/>
                    <a:gd name="connsiteY4" fmla="*/ 6460 h 104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722" h="104927">
                      <a:moveTo>
                        <a:pt x="0" y="6460"/>
                      </a:moveTo>
                      <a:lnTo>
                        <a:pt x="0" y="98467"/>
                      </a:lnTo>
                      <a:cubicBezTo>
                        <a:pt x="27487" y="107081"/>
                        <a:pt x="56236" y="107081"/>
                        <a:pt x="83722" y="98467"/>
                      </a:cubicBezTo>
                      <a:lnTo>
                        <a:pt x="83722" y="6460"/>
                      </a:lnTo>
                      <a:cubicBezTo>
                        <a:pt x="56236" y="-2153"/>
                        <a:pt x="27487" y="-2153"/>
                        <a:pt x="0" y="6460"/>
                      </a:cubicBezTo>
                      <a:close/>
                    </a:path>
                  </a:pathLst>
                </a:custGeom>
                <a:solidFill>
                  <a:srgbClr val="A44995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304" name="Graphic 120">
                  <a:extLst>
                    <a:ext uri="{FF2B5EF4-FFF2-40B4-BE49-F238E27FC236}">
                      <a16:creationId xmlns:a16="http://schemas.microsoft.com/office/drawing/2014/main" id="{107CBB6E-33EF-E53C-4C66-400ECCF05E54}"/>
                    </a:ext>
                  </a:extLst>
                </p:cNvPr>
                <p:cNvGrpSpPr/>
                <p:nvPr/>
              </p:nvGrpSpPr>
              <p:grpSpPr>
                <a:xfrm>
                  <a:off x="3003042" y="5710999"/>
                  <a:ext cx="28639" cy="49761"/>
                  <a:chOff x="3003042" y="5710999"/>
                  <a:chExt cx="28639" cy="49761"/>
                </a:xfrm>
              </p:grpSpPr>
              <p:sp>
                <p:nvSpPr>
                  <p:cNvPr id="305" name="Freeform: Shape 304">
                    <a:extLst>
                      <a:ext uri="{FF2B5EF4-FFF2-40B4-BE49-F238E27FC236}">
                        <a16:creationId xmlns:a16="http://schemas.microsoft.com/office/drawing/2014/main" id="{5E443F00-9FF5-4672-F233-677BEBB5E014}"/>
                      </a:ext>
                    </a:extLst>
                  </p:cNvPr>
                  <p:cNvSpPr/>
                  <p:nvPr/>
                </p:nvSpPr>
                <p:spPr>
                  <a:xfrm>
                    <a:off x="3003042" y="5710999"/>
                    <a:ext cx="28639" cy="28639"/>
                  </a:xfrm>
                  <a:custGeom>
                    <a:avLst/>
                    <a:gdLst>
                      <a:gd name="connsiteX0" fmla="*/ 28639 w 28639"/>
                      <a:gd name="connsiteY0" fmla="*/ 14320 h 28639"/>
                      <a:gd name="connsiteX1" fmla="*/ 14320 w 28639"/>
                      <a:gd name="connsiteY1" fmla="*/ 28639 h 28639"/>
                      <a:gd name="connsiteX2" fmla="*/ 0 w 28639"/>
                      <a:gd name="connsiteY2" fmla="*/ 14320 h 28639"/>
                      <a:gd name="connsiteX3" fmla="*/ 14320 w 28639"/>
                      <a:gd name="connsiteY3" fmla="*/ 0 h 28639"/>
                      <a:gd name="connsiteX4" fmla="*/ 28639 w 28639"/>
                      <a:gd name="connsiteY4" fmla="*/ 14320 h 286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8639" h="28639">
                        <a:moveTo>
                          <a:pt x="28639" y="14320"/>
                        </a:moveTo>
                        <a:cubicBezTo>
                          <a:pt x="28639" y="22228"/>
                          <a:pt x="22228" y="28639"/>
                          <a:pt x="14320" y="28639"/>
                        </a:cubicBezTo>
                        <a:cubicBezTo>
                          <a:pt x="6411" y="28639"/>
                          <a:pt x="0" y="22228"/>
                          <a:pt x="0" y="14320"/>
                        </a:cubicBezTo>
                        <a:cubicBezTo>
                          <a:pt x="0" y="6411"/>
                          <a:pt x="6411" y="0"/>
                          <a:pt x="14320" y="0"/>
                        </a:cubicBezTo>
                        <a:cubicBezTo>
                          <a:pt x="22228" y="0"/>
                          <a:pt x="28639" y="6411"/>
                          <a:pt x="28639" y="14320"/>
                        </a:cubicBezTo>
                        <a:close/>
                      </a:path>
                    </a:pathLst>
                  </a:custGeom>
                  <a:solidFill>
                    <a:srgbClr val="36A9E1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06" name="Freeform: Shape 305">
                    <a:extLst>
                      <a:ext uri="{FF2B5EF4-FFF2-40B4-BE49-F238E27FC236}">
                        <a16:creationId xmlns:a16="http://schemas.microsoft.com/office/drawing/2014/main" id="{16A675BD-A9F0-BC71-B972-BC7649093770}"/>
                      </a:ext>
                    </a:extLst>
                  </p:cNvPr>
                  <p:cNvSpPr/>
                  <p:nvPr/>
                </p:nvSpPr>
                <p:spPr>
                  <a:xfrm>
                    <a:off x="3008857" y="5725154"/>
                    <a:ext cx="16952" cy="35606"/>
                  </a:xfrm>
                  <a:custGeom>
                    <a:avLst/>
                    <a:gdLst>
                      <a:gd name="connsiteX0" fmla="*/ 13332 w 16952"/>
                      <a:gd name="connsiteY0" fmla="*/ 35607 h 35606"/>
                      <a:gd name="connsiteX1" fmla="*/ 3676 w 16952"/>
                      <a:gd name="connsiteY1" fmla="*/ 35607 h 35606"/>
                      <a:gd name="connsiteX2" fmla="*/ 0 w 16952"/>
                      <a:gd name="connsiteY2" fmla="*/ 31931 h 35606"/>
                      <a:gd name="connsiteX3" fmla="*/ 0 w 16952"/>
                      <a:gd name="connsiteY3" fmla="*/ 0 h 35606"/>
                      <a:gd name="connsiteX4" fmla="*/ 16953 w 16952"/>
                      <a:gd name="connsiteY4" fmla="*/ 0 h 35606"/>
                      <a:gd name="connsiteX5" fmla="*/ 16953 w 16952"/>
                      <a:gd name="connsiteY5" fmla="*/ 31931 h 35606"/>
                      <a:gd name="connsiteX6" fmla="*/ 13332 w 16952"/>
                      <a:gd name="connsiteY6" fmla="*/ 35607 h 356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6952" h="35606">
                        <a:moveTo>
                          <a:pt x="13332" y="35607"/>
                        </a:moveTo>
                        <a:lnTo>
                          <a:pt x="3676" y="35607"/>
                        </a:lnTo>
                        <a:cubicBezTo>
                          <a:pt x="1646" y="35607"/>
                          <a:pt x="0" y="33961"/>
                          <a:pt x="0" y="31931"/>
                        </a:cubicBezTo>
                        <a:lnTo>
                          <a:pt x="0" y="0"/>
                        </a:lnTo>
                        <a:lnTo>
                          <a:pt x="16953" y="0"/>
                        </a:lnTo>
                        <a:lnTo>
                          <a:pt x="16953" y="31931"/>
                        </a:lnTo>
                        <a:cubicBezTo>
                          <a:pt x="16953" y="33961"/>
                          <a:pt x="15362" y="35607"/>
                          <a:pt x="13332" y="35607"/>
                        </a:cubicBezTo>
                        <a:close/>
                      </a:path>
                    </a:pathLst>
                  </a:custGeom>
                  <a:solidFill>
                    <a:srgbClr val="36A9E1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07" name="Freeform: Shape 306">
                    <a:extLst>
                      <a:ext uri="{FF2B5EF4-FFF2-40B4-BE49-F238E27FC236}">
                        <a16:creationId xmlns:a16="http://schemas.microsoft.com/office/drawing/2014/main" id="{C1A209BD-BB1C-3D35-D94E-11F3E9675991}"/>
                      </a:ext>
                    </a:extLst>
                  </p:cNvPr>
                  <p:cNvSpPr/>
                  <p:nvPr/>
                </p:nvSpPr>
                <p:spPr>
                  <a:xfrm>
                    <a:off x="3013850" y="5729214"/>
                    <a:ext cx="6967" cy="28035"/>
                  </a:xfrm>
                  <a:custGeom>
                    <a:avLst/>
                    <a:gdLst>
                      <a:gd name="connsiteX0" fmla="*/ 5212 w 6967"/>
                      <a:gd name="connsiteY0" fmla="*/ 28036 h 28035"/>
                      <a:gd name="connsiteX1" fmla="*/ 1756 w 6967"/>
                      <a:gd name="connsiteY1" fmla="*/ 28036 h 28035"/>
                      <a:gd name="connsiteX2" fmla="*/ 0 w 6967"/>
                      <a:gd name="connsiteY2" fmla="*/ 26280 h 28035"/>
                      <a:gd name="connsiteX3" fmla="*/ 0 w 6967"/>
                      <a:gd name="connsiteY3" fmla="*/ 0 h 28035"/>
                      <a:gd name="connsiteX4" fmla="*/ 6968 w 6967"/>
                      <a:gd name="connsiteY4" fmla="*/ 0 h 28035"/>
                      <a:gd name="connsiteX5" fmla="*/ 6968 w 6967"/>
                      <a:gd name="connsiteY5" fmla="*/ 26280 h 28035"/>
                      <a:gd name="connsiteX6" fmla="*/ 5212 w 6967"/>
                      <a:gd name="connsiteY6" fmla="*/ 28036 h 280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967" h="28035">
                        <a:moveTo>
                          <a:pt x="5212" y="28036"/>
                        </a:moveTo>
                        <a:lnTo>
                          <a:pt x="1756" y="28036"/>
                        </a:lnTo>
                        <a:cubicBezTo>
                          <a:pt x="768" y="28036"/>
                          <a:pt x="0" y="27267"/>
                          <a:pt x="0" y="26280"/>
                        </a:cubicBezTo>
                        <a:lnTo>
                          <a:pt x="0" y="0"/>
                        </a:lnTo>
                        <a:lnTo>
                          <a:pt x="6968" y="0"/>
                        </a:lnTo>
                        <a:lnTo>
                          <a:pt x="6968" y="26280"/>
                        </a:lnTo>
                        <a:cubicBezTo>
                          <a:pt x="6968" y="27213"/>
                          <a:pt x="6200" y="28036"/>
                          <a:pt x="5212" y="28036"/>
                        </a:cubicBezTo>
                        <a:close/>
                      </a:path>
                    </a:pathLst>
                  </a:custGeom>
                  <a:solidFill>
                    <a:srgbClr val="2C3088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08" name="Freeform: Shape 307">
                    <a:extLst>
                      <a:ext uri="{FF2B5EF4-FFF2-40B4-BE49-F238E27FC236}">
                        <a16:creationId xmlns:a16="http://schemas.microsoft.com/office/drawing/2014/main" id="{8B584BD0-244A-D5BA-815A-47622FFA3BD3}"/>
                      </a:ext>
                    </a:extLst>
                  </p:cNvPr>
                  <p:cNvSpPr/>
                  <p:nvPr/>
                </p:nvSpPr>
                <p:spPr>
                  <a:xfrm>
                    <a:off x="3008857" y="5716814"/>
                    <a:ext cx="17007" cy="17007"/>
                  </a:xfrm>
                  <a:custGeom>
                    <a:avLst/>
                    <a:gdLst>
                      <a:gd name="connsiteX0" fmla="*/ 17008 w 17007"/>
                      <a:gd name="connsiteY0" fmla="*/ 8504 h 17007"/>
                      <a:gd name="connsiteX1" fmla="*/ 8504 w 17007"/>
                      <a:gd name="connsiteY1" fmla="*/ 17008 h 17007"/>
                      <a:gd name="connsiteX2" fmla="*/ 0 w 17007"/>
                      <a:gd name="connsiteY2" fmla="*/ 8504 h 17007"/>
                      <a:gd name="connsiteX3" fmla="*/ 8504 w 17007"/>
                      <a:gd name="connsiteY3" fmla="*/ 0 h 17007"/>
                      <a:gd name="connsiteX4" fmla="*/ 17008 w 17007"/>
                      <a:gd name="connsiteY4" fmla="*/ 8504 h 170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007" h="17007">
                        <a:moveTo>
                          <a:pt x="17008" y="8504"/>
                        </a:moveTo>
                        <a:cubicBezTo>
                          <a:pt x="17008" y="13201"/>
                          <a:pt x="13200" y="17008"/>
                          <a:pt x="8504" y="17008"/>
                        </a:cubicBezTo>
                        <a:cubicBezTo>
                          <a:pt x="3807" y="17008"/>
                          <a:pt x="0" y="13201"/>
                          <a:pt x="0" y="8504"/>
                        </a:cubicBezTo>
                        <a:cubicBezTo>
                          <a:pt x="0" y="3807"/>
                          <a:pt x="3807" y="0"/>
                          <a:pt x="8504" y="0"/>
                        </a:cubicBezTo>
                        <a:cubicBezTo>
                          <a:pt x="13200" y="0"/>
                          <a:pt x="17008" y="3807"/>
                          <a:pt x="17008" y="8504"/>
                        </a:cubicBezTo>
                        <a:close/>
                      </a:path>
                    </a:pathLst>
                  </a:custGeom>
                  <a:solidFill>
                    <a:srgbClr val="2C3088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309" name="Freeform: Shape 308">
                  <a:extLst>
                    <a:ext uri="{FF2B5EF4-FFF2-40B4-BE49-F238E27FC236}">
                      <a16:creationId xmlns:a16="http://schemas.microsoft.com/office/drawing/2014/main" id="{9AABB6D4-E444-5996-B670-2E2BD2972393}"/>
                    </a:ext>
                  </a:extLst>
                </p:cNvPr>
                <p:cNvSpPr/>
                <p:nvPr/>
              </p:nvSpPr>
              <p:spPr>
                <a:xfrm>
                  <a:off x="2964417" y="5692895"/>
                  <a:ext cx="105942" cy="15963"/>
                </a:xfrm>
                <a:custGeom>
                  <a:avLst/>
                  <a:gdLst>
                    <a:gd name="connsiteX0" fmla="*/ 105888 w 105942"/>
                    <a:gd name="connsiteY0" fmla="*/ 10258 h 15963"/>
                    <a:gd name="connsiteX1" fmla="*/ 100182 w 105942"/>
                    <a:gd name="connsiteY1" fmla="*/ 8118 h 15963"/>
                    <a:gd name="connsiteX2" fmla="*/ 0 w 105942"/>
                    <a:gd name="connsiteY2" fmla="*/ 10258 h 15963"/>
                    <a:gd name="connsiteX3" fmla="*/ 0 w 105942"/>
                    <a:gd name="connsiteY3" fmla="*/ 15964 h 15963"/>
                    <a:gd name="connsiteX4" fmla="*/ 1042 w 105942"/>
                    <a:gd name="connsiteY4" fmla="*/ 15744 h 15963"/>
                    <a:gd name="connsiteX5" fmla="*/ 98426 w 105942"/>
                    <a:gd name="connsiteY5" fmla="*/ 13275 h 15963"/>
                    <a:gd name="connsiteX6" fmla="*/ 104900 w 105942"/>
                    <a:gd name="connsiteY6" fmla="*/ 15744 h 15963"/>
                    <a:gd name="connsiteX7" fmla="*/ 105942 w 105942"/>
                    <a:gd name="connsiteY7" fmla="*/ 15964 h 15963"/>
                    <a:gd name="connsiteX8" fmla="*/ 105942 w 105942"/>
                    <a:gd name="connsiteY8" fmla="*/ 15964 h 15963"/>
                    <a:gd name="connsiteX9" fmla="*/ 105888 w 105942"/>
                    <a:gd name="connsiteY9" fmla="*/ 10258 h 159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5942" h="15963">
                      <a:moveTo>
                        <a:pt x="105888" y="10258"/>
                      </a:moveTo>
                      <a:cubicBezTo>
                        <a:pt x="103967" y="9490"/>
                        <a:pt x="102102" y="8776"/>
                        <a:pt x="100182" y="8118"/>
                      </a:cubicBezTo>
                      <a:cubicBezTo>
                        <a:pt x="67208" y="-3403"/>
                        <a:pt x="32589" y="-2635"/>
                        <a:pt x="0" y="10258"/>
                      </a:cubicBezTo>
                      <a:lnTo>
                        <a:pt x="0" y="15964"/>
                      </a:lnTo>
                      <a:cubicBezTo>
                        <a:pt x="329" y="15964"/>
                        <a:pt x="713" y="15909"/>
                        <a:pt x="1042" y="15744"/>
                      </a:cubicBezTo>
                      <a:cubicBezTo>
                        <a:pt x="32699" y="2961"/>
                        <a:pt x="66385" y="2083"/>
                        <a:pt x="98426" y="13275"/>
                      </a:cubicBezTo>
                      <a:cubicBezTo>
                        <a:pt x="100621" y="14043"/>
                        <a:pt x="102760" y="14866"/>
                        <a:pt x="104900" y="15744"/>
                      </a:cubicBezTo>
                      <a:cubicBezTo>
                        <a:pt x="105229" y="15854"/>
                        <a:pt x="105558" y="15964"/>
                        <a:pt x="105942" y="15964"/>
                      </a:cubicBezTo>
                      <a:cubicBezTo>
                        <a:pt x="105942" y="15964"/>
                        <a:pt x="105942" y="15964"/>
                        <a:pt x="105942" y="15964"/>
                      </a:cubicBezTo>
                      <a:lnTo>
                        <a:pt x="105888" y="10258"/>
                      </a:lnTo>
                      <a:close/>
                    </a:path>
                  </a:pathLst>
                </a:custGeom>
                <a:solidFill>
                  <a:srgbClr val="DADADA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0" name="Freeform: Shape 309">
                  <a:extLst>
                    <a:ext uri="{FF2B5EF4-FFF2-40B4-BE49-F238E27FC236}">
                      <a16:creationId xmlns:a16="http://schemas.microsoft.com/office/drawing/2014/main" id="{BA395DF0-044B-7F38-D5A8-D3ADF6AB4640}"/>
                    </a:ext>
                  </a:extLst>
                </p:cNvPr>
                <p:cNvSpPr/>
                <p:nvPr/>
              </p:nvSpPr>
              <p:spPr>
                <a:xfrm>
                  <a:off x="2964308" y="5765753"/>
                  <a:ext cx="105942" cy="15965"/>
                </a:xfrm>
                <a:custGeom>
                  <a:avLst/>
                  <a:gdLst>
                    <a:gd name="connsiteX0" fmla="*/ 55 w 105942"/>
                    <a:gd name="connsiteY0" fmla="*/ 5706 h 15965"/>
                    <a:gd name="connsiteX1" fmla="*/ 5761 w 105942"/>
                    <a:gd name="connsiteY1" fmla="*/ 7846 h 15965"/>
                    <a:gd name="connsiteX2" fmla="*/ 52999 w 105942"/>
                    <a:gd name="connsiteY2" fmla="*/ 15965 h 15965"/>
                    <a:gd name="connsiteX3" fmla="*/ 105942 w 105942"/>
                    <a:gd name="connsiteY3" fmla="*/ 5706 h 15965"/>
                    <a:gd name="connsiteX4" fmla="*/ 105942 w 105942"/>
                    <a:gd name="connsiteY4" fmla="*/ 0 h 15965"/>
                    <a:gd name="connsiteX5" fmla="*/ 104900 w 105942"/>
                    <a:gd name="connsiteY5" fmla="*/ 219 h 15965"/>
                    <a:gd name="connsiteX6" fmla="*/ 7516 w 105942"/>
                    <a:gd name="connsiteY6" fmla="*/ 2688 h 15965"/>
                    <a:gd name="connsiteX7" fmla="*/ 1042 w 105942"/>
                    <a:gd name="connsiteY7" fmla="*/ 219 h 15965"/>
                    <a:gd name="connsiteX8" fmla="*/ 0 w 105942"/>
                    <a:gd name="connsiteY8" fmla="*/ 0 h 15965"/>
                    <a:gd name="connsiteX9" fmla="*/ 0 w 105942"/>
                    <a:gd name="connsiteY9" fmla="*/ 5706 h 159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5942" h="15965">
                      <a:moveTo>
                        <a:pt x="55" y="5706"/>
                      </a:moveTo>
                      <a:cubicBezTo>
                        <a:pt x="1975" y="6474"/>
                        <a:pt x="3840" y="7187"/>
                        <a:pt x="5761" y="7846"/>
                      </a:cubicBezTo>
                      <a:cubicBezTo>
                        <a:pt x="21287" y="13277"/>
                        <a:pt x="37143" y="15965"/>
                        <a:pt x="52999" y="15965"/>
                      </a:cubicBezTo>
                      <a:cubicBezTo>
                        <a:pt x="70829" y="15965"/>
                        <a:pt x="88660" y="12509"/>
                        <a:pt x="105942" y="5706"/>
                      </a:cubicBezTo>
                      <a:lnTo>
                        <a:pt x="105942" y="0"/>
                      </a:lnTo>
                      <a:cubicBezTo>
                        <a:pt x="105613" y="0"/>
                        <a:pt x="105229" y="55"/>
                        <a:pt x="104900" y="219"/>
                      </a:cubicBezTo>
                      <a:cubicBezTo>
                        <a:pt x="73243" y="13003"/>
                        <a:pt x="39557" y="13881"/>
                        <a:pt x="7516" y="2688"/>
                      </a:cubicBezTo>
                      <a:cubicBezTo>
                        <a:pt x="5322" y="1920"/>
                        <a:pt x="3182" y="1097"/>
                        <a:pt x="1042" y="219"/>
                      </a:cubicBezTo>
                      <a:cubicBezTo>
                        <a:pt x="713" y="110"/>
                        <a:pt x="384" y="0"/>
                        <a:pt x="0" y="0"/>
                      </a:cubicBezTo>
                      <a:lnTo>
                        <a:pt x="0" y="5706"/>
                      </a:lnTo>
                      <a:close/>
                    </a:path>
                  </a:pathLst>
                </a:custGeom>
                <a:solidFill>
                  <a:srgbClr val="DADADA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311" name="Graphic 118">
            <a:extLst>
              <a:ext uri="{FF2B5EF4-FFF2-40B4-BE49-F238E27FC236}">
                <a16:creationId xmlns:a16="http://schemas.microsoft.com/office/drawing/2014/main" id="{06C41DA1-B263-CC08-CAD2-DDFE5E4C3DA0}"/>
              </a:ext>
            </a:extLst>
          </p:cNvPr>
          <p:cNvGrpSpPr/>
          <p:nvPr/>
        </p:nvGrpSpPr>
        <p:grpSpPr>
          <a:xfrm>
            <a:off x="3294569" y="4430602"/>
            <a:ext cx="436717" cy="436717"/>
            <a:chOff x="5905102" y="4574168"/>
            <a:chExt cx="436717" cy="436717"/>
          </a:xfrm>
        </p:grpSpPr>
        <p:grpSp>
          <p:nvGrpSpPr>
            <p:cNvPr id="312" name="Graphic 118">
              <a:extLst>
                <a:ext uri="{FF2B5EF4-FFF2-40B4-BE49-F238E27FC236}">
                  <a16:creationId xmlns:a16="http://schemas.microsoft.com/office/drawing/2014/main" id="{7E128028-BE10-04DF-AED6-68F94ABB127F}"/>
                </a:ext>
              </a:extLst>
            </p:cNvPr>
            <p:cNvGrpSpPr/>
            <p:nvPr/>
          </p:nvGrpSpPr>
          <p:grpSpPr>
            <a:xfrm>
              <a:off x="5905102" y="4574168"/>
              <a:ext cx="436717" cy="436717"/>
              <a:chOff x="5905102" y="4574168"/>
              <a:chExt cx="436717" cy="436717"/>
            </a:xfrm>
          </p:grpSpPr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5E7A21FB-0D02-DBBC-B78B-EDD46A309336}"/>
                  </a:ext>
                </a:extLst>
              </p:cNvPr>
              <p:cNvSpPr/>
              <p:nvPr/>
            </p:nvSpPr>
            <p:spPr>
              <a:xfrm>
                <a:off x="5905102" y="4574168"/>
                <a:ext cx="436717" cy="436717"/>
              </a:xfrm>
              <a:custGeom>
                <a:avLst/>
                <a:gdLst>
                  <a:gd name="connsiteX0" fmla="*/ 436717 w 436717"/>
                  <a:gd name="connsiteY0" fmla="*/ 218359 h 436717"/>
                  <a:gd name="connsiteX1" fmla="*/ 218359 w 436717"/>
                  <a:gd name="connsiteY1" fmla="*/ 436717 h 436717"/>
                  <a:gd name="connsiteX2" fmla="*/ 0 w 436717"/>
                  <a:gd name="connsiteY2" fmla="*/ 218359 h 436717"/>
                  <a:gd name="connsiteX3" fmla="*/ 218359 w 436717"/>
                  <a:gd name="connsiteY3" fmla="*/ 0 h 436717"/>
                  <a:gd name="connsiteX4" fmla="*/ 436717 w 436717"/>
                  <a:gd name="connsiteY4" fmla="*/ 218359 h 436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6717" h="436717">
                    <a:moveTo>
                      <a:pt x="436717" y="218359"/>
                    </a:moveTo>
                    <a:cubicBezTo>
                      <a:pt x="436717" y="338955"/>
                      <a:pt x="338955" y="436717"/>
                      <a:pt x="218359" y="436717"/>
                    </a:cubicBezTo>
                    <a:cubicBezTo>
                      <a:pt x="97763" y="436717"/>
                      <a:pt x="0" y="338955"/>
                      <a:pt x="0" y="218359"/>
                    </a:cubicBezTo>
                    <a:cubicBezTo>
                      <a:pt x="0" y="97763"/>
                      <a:pt x="97763" y="0"/>
                      <a:pt x="218359" y="0"/>
                    </a:cubicBezTo>
                    <a:cubicBezTo>
                      <a:pt x="338955" y="0"/>
                      <a:pt x="436717" y="97763"/>
                      <a:pt x="436717" y="218359"/>
                    </a:cubicBezTo>
                    <a:close/>
                  </a:path>
                </a:pathLst>
              </a:custGeom>
              <a:solidFill>
                <a:srgbClr val="F7B2D8"/>
              </a:solidFill>
              <a:ln w="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98D09C91-BC8E-959C-30D7-1A6DF3E3B45C}"/>
                  </a:ext>
                </a:extLst>
              </p:cNvPr>
              <p:cNvSpPr/>
              <p:nvPr/>
            </p:nvSpPr>
            <p:spPr>
              <a:xfrm>
                <a:off x="5934564" y="4603630"/>
                <a:ext cx="377793" cy="377793"/>
              </a:xfrm>
              <a:custGeom>
                <a:avLst/>
                <a:gdLst>
                  <a:gd name="connsiteX0" fmla="*/ 377794 w 377793"/>
                  <a:gd name="connsiteY0" fmla="*/ 188897 h 377793"/>
                  <a:gd name="connsiteX1" fmla="*/ 188897 w 377793"/>
                  <a:gd name="connsiteY1" fmla="*/ 377794 h 377793"/>
                  <a:gd name="connsiteX2" fmla="*/ 0 w 377793"/>
                  <a:gd name="connsiteY2" fmla="*/ 188897 h 377793"/>
                  <a:gd name="connsiteX3" fmla="*/ 188897 w 377793"/>
                  <a:gd name="connsiteY3" fmla="*/ 0 h 377793"/>
                  <a:gd name="connsiteX4" fmla="*/ 377794 w 377793"/>
                  <a:gd name="connsiteY4" fmla="*/ 188897 h 377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793" h="377793">
                    <a:moveTo>
                      <a:pt x="377794" y="188897"/>
                    </a:moveTo>
                    <a:cubicBezTo>
                      <a:pt x="377794" y="293222"/>
                      <a:pt x="293222" y="377794"/>
                      <a:pt x="188897" y="377794"/>
                    </a:cubicBezTo>
                    <a:cubicBezTo>
                      <a:pt x="84572" y="377794"/>
                      <a:pt x="0" y="293222"/>
                      <a:pt x="0" y="188897"/>
                    </a:cubicBezTo>
                    <a:cubicBezTo>
                      <a:pt x="0" y="84572"/>
                      <a:pt x="84572" y="0"/>
                      <a:pt x="188897" y="0"/>
                    </a:cubicBezTo>
                    <a:cubicBezTo>
                      <a:pt x="293222" y="0"/>
                      <a:pt x="377794" y="84572"/>
                      <a:pt x="377794" y="188897"/>
                    </a:cubicBezTo>
                    <a:close/>
                  </a:path>
                </a:pathLst>
              </a:custGeom>
              <a:solidFill>
                <a:srgbClr val="F7B2D8"/>
              </a:solidFill>
              <a:ln w="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B82EFAB2-B792-04B8-3AD7-9B293BB64301}"/>
                </a:ext>
              </a:extLst>
            </p:cNvPr>
            <p:cNvSpPr/>
            <p:nvPr/>
          </p:nvSpPr>
          <p:spPr>
            <a:xfrm>
              <a:off x="5991787" y="4699916"/>
              <a:ext cx="263353" cy="207221"/>
            </a:xfrm>
            <a:custGeom>
              <a:avLst/>
              <a:gdLst>
                <a:gd name="connsiteX0" fmla="*/ 263018 w 263353"/>
                <a:gd name="connsiteY0" fmla="*/ 108850 h 207221"/>
                <a:gd name="connsiteX1" fmla="*/ 263347 w 263353"/>
                <a:gd name="connsiteY1" fmla="*/ 103858 h 207221"/>
                <a:gd name="connsiteX2" fmla="*/ 263347 w 263353"/>
                <a:gd name="connsiteY2" fmla="*/ 103748 h 207221"/>
                <a:gd name="connsiteX3" fmla="*/ 262360 w 263353"/>
                <a:gd name="connsiteY3" fmla="*/ 93214 h 207221"/>
                <a:gd name="connsiteX4" fmla="*/ 262140 w 263353"/>
                <a:gd name="connsiteY4" fmla="*/ 92226 h 207221"/>
                <a:gd name="connsiteX5" fmla="*/ 261701 w 263353"/>
                <a:gd name="connsiteY5" fmla="*/ 90471 h 207221"/>
                <a:gd name="connsiteX6" fmla="*/ 261427 w 263353"/>
                <a:gd name="connsiteY6" fmla="*/ 89373 h 207221"/>
                <a:gd name="connsiteX7" fmla="*/ 260933 w 263353"/>
                <a:gd name="connsiteY7" fmla="*/ 87728 h 207221"/>
                <a:gd name="connsiteX8" fmla="*/ 260330 w 263353"/>
                <a:gd name="connsiteY8" fmla="*/ 85917 h 207221"/>
                <a:gd name="connsiteX9" fmla="*/ 242993 w 263353"/>
                <a:gd name="connsiteY9" fmla="*/ 61118 h 207221"/>
                <a:gd name="connsiteX10" fmla="*/ 228125 w 263353"/>
                <a:gd name="connsiteY10" fmla="*/ 48884 h 207221"/>
                <a:gd name="connsiteX11" fmla="*/ 227960 w 263353"/>
                <a:gd name="connsiteY11" fmla="*/ 48774 h 207221"/>
                <a:gd name="connsiteX12" fmla="*/ 227960 w 263353"/>
                <a:gd name="connsiteY12" fmla="*/ 48774 h 207221"/>
                <a:gd name="connsiteX13" fmla="*/ 227740 w 263353"/>
                <a:gd name="connsiteY13" fmla="*/ 48609 h 207221"/>
                <a:gd name="connsiteX14" fmla="*/ 227740 w 263353"/>
                <a:gd name="connsiteY14" fmla="*/ 48609 h 207221"/>
                <a:gd name="connsiteX15" fmla="*/ 227411 w 263353"/>
                <a:gd name="connsiteY15" fmla="*/ 48390 h 207221"/>
                <a:gd name="connsiteX16" fmla="*/ 227411 w 263353"/>
                <a:gd name="connsiteY16" fmla="*/ 48390 h 207221"/>
                <a:gd name="connsiteX17" fmla="*/ 227027 w 263353"/>
                <a:gd name="connsiteY17" fmla="*/ 48116 h 207221"/>
                <a:gd name="connsiteX18" fmla="*/ 226972 w 263353"/>
                <a:gd name="connsiteY18" fmla="*/ 48061 h 207221"/>
                <a:gd name="connsiteX19" fmla="*/ 226533 w 263353"/>
                <a:gd name="connsiteY19" fmla="*/ 47732 h 207221"/>
                <a:gd name="connsiteX20" fmla="*/ 226479 w 263353"/>
                <a:gd name="connsiteY20" fmla="*/ 47677 h 207221"/>
                <a:gd name="connsiteX21" fmla="*/ 226040 w 263353"/>
                <a:gd name="connsiteY21" fmla="*/ 47402 h 207221"/>
                <a:gd name="connsiteX22" fmla="*/ 225875 w 263353"/>
                <a:gd name="connsiteY22" fmla="*/ 47293 h 207221"/>
                <a:gd name="connsiteX23" fmla="*/ 225436 w 263353"/>
                <a:gd name="connsiteY23" fmla="*/ 46964 h 207221"/>
                <a:gd name="connsiteX24" fmla="*/ 225217 w 263353"/>
                <a:gd name="connsiteY24" fmla="*/ 46799 h 207221"/>
                <a:gd name="connsiteX25" fmla="*/ 224888 w 263353"/>
                <a:gd name="connsiteY25" fmla="*/ 46580 h 207221"/>
                <a:gd name="connsiteX26" fmla="*/ 224504 w 263353"/>
                <a:gd name="connsiteY26" fmla="*/ 46305 h 207221"/>
                <a:gd name="connsiteX27" fmla="*/ 224119 w 263353"/>
                <a:gd name="connsiteY27" fmla="*/ 46031 h 207221"/>
                <a:gd name="connsiteX28" fmla="*/ 223845 w 263353"/>
                <a:gd name="connsiteY28" fmla="*/ 45811 h 207221"/>
                <a:gd name="connsiteX29" fmla="*/ 223461 w 263353"/>
                <a:gd name="connsiteY29" fmla="*/ 45537 h 207221"/>
                <a:gd name="connsiteX30" fmla="*/ 223296 w 263353"/>
                <a:gd name="connsiteY30" fmla="*/ 45427 h 207221"/>
                <a:gd name="connsiteX31" fmla="*/ 235860 w 263353"/>
                <a:gd name="connsiteY31" fmla="*/ 26554 h 207221"/>
                <a:gd name="connsiteX32" fmla="*/ 175839 w 263353"/>
                <a:gd name="connsiteY32" fmla="*/ 33357 h 207221"/>
                <a:gd name="connsiteX33" fmla="*/ 175839 w 263353"/>
                <a:gd name="connsiteY33" fmla="*/ 33357 h 207221"/>
                <a:gd name="connsiteX34" fmla="*/ 175839 w 263353"/>
                <a:gd name="connsiteY34" fmla="*/ 33357 h 207221"/>
                <a:gd name="connsiteX35" fmla="*/ 190433 w 263353"/>
                <a:gd name="connsiteY35" fmla="*/ 83119 h 207221"/>
                <a:gd name="connsiteX36" fmla="*/ 192792 w 263353"/>
                <a:gd name="connsiteY36" fmla="*/ 91184 h 207221"/>
                <a:gd name="connsiteX37" fmla="*/ 192792 w 263353"/>
                <a:gd name="connsiteY37" fmla="*/ 91184 h 207221"/>
                <a:gd name="connsiteX38" fmla="*/ 192792 w 263353"/>
                <a:gd name="connsiteY38" fmla="*/ 91184 h 207221"/>
                <a:gd name="connsiteX39" fmla="*/ 207331 w 263353"/>
                <a:gd name="connsiteY39" fmla="*/ 69348 h 207221"/>
                <a:gd name="connsiteX40" fmla="*/ 210129 w 263353"/>
                <a:gd name="connsiteY40" fmla="*/ 70775 h 207221"/>
                <a:gd name="connsiteX41" fmla="*/ 210294 w 263353"/>
                <a:gd name="connsiteY41" fmla="*/ 70829 h 207221"/>
                <a:gd name="connsiteX42" fmla="*/ 210458 w 263353"/>
                <a:gd name="connsiteY42" fmla="*/ 70939 h 207221"/>
                <a:gd name="connsiteX43" fmla="*/ 210623 w 263353"/>
                <a:gd name="connsiteY43" fmla="*/ 70994 h 207221"/>
                <a:gd name="connsiteX44" fmla="*/ 210788 w 263353"/>
                <a:gd name="connsiteY44" fmla="*/ 71049 h 207221"/>
                <a:gd name="connsiteX45" fmla="*/ 210788 w 263353"/>
                <a:gd name="connsiteY45" fmla="*/ 71049 h 207221"/>
                <a:gd name="connsiteX46" fmla="*/ 210788 w 263353"/>
                <a:gd name="connsiteY46" fmla="*/ 71049 h 207221"/>
                <a:gd name="connsiteX47" fmla="*/ 210842 w 263353"/>
                <a:gd name="connsiteY47" fmla="*/ 71104 h 207221"/>
                <a:gd name="connsiteX48" fmla="*/ 244968 w 263353"/>
                <a:gd name="connsiteY48" fmla="*/ 121579 h 207221"/>
                <a:gd name="connsiteX49" fmla="*/ 244913 w 263353"/>
                <a:gd name="connsiteY49" fmla="*/ 121963 h 207221"/>
                <a:gd name="connsiteX50" fmla="*/ 242225 w 263353"/>
                <a:gd name="connsiteY50" fmla="*/ 121579 h 207221"/>
                <a:gd name="connsiteX51" fmla="*/ 175839 w 263353"/>
                <a:gd name="connsiteY51" fmla="*/ 121579 h 207221"/>
                <a:gd name="connsiteX52" fmla="*/ 168817 w 263353"/>
                <a:gd name="connsiteY52" fmla="*/ 110990 h 207221"/>
                <a:gd name="connsiteX53" fmla="*/ 161849 w 263353"/>
                <a:gd name="connsiteY53" fmla="*/ 107259 h 207221"/>
                <a:gd name="connsiteX54" fmla="*/ 156746 w 263353"/>
                <a:gd name="connsiteY54" fmla="*/ 107259 h 207221"/>
                <a:gd name="connsiteX55" fmla="*/ 156746 w 263353"/>
                <a:gd name="connsiteY55" fmla="*/ 89154 h 207221"/>
                <a:gd name="connsiteX56" fmla="*/ 156746 w 263353"/>
                <a:gd name="connsiteY56" fmla="*/ 89099 h 207221"/>
                <a:gd name="connsiteX57" fmla="*/ 152851 w 263353"/>
                <a:gd name="connsiteY57" fmla="*/ 85204 h 207221"/>
                <a:gd name="connsiteX58" fmla="*/ 145829 w 263353"/>
                <a:gd name="connsiteY58" fmla="*/ 85204 h 207221"/>
                <a:gd name="connsiteX59" fmla="*/ 145829 w 263353"/>
                <a:gd name="connsiteY59" fmla="*/ 77139 h 207221"/>
                <a:gd name="connsiteX60" fmla="*/ 152851 w 263353"/>
                <a:gd name="connsiteY60" fmla="*/ 77139 h 207221"/>
                <a:gd name="connsiteX61" fmla="*/ 153235 w 263353"/>
                <a:gd name="connsiteY61" fmla="*/ 77139 h 207221"/>
                <a:gd name="connsiteX62" fmla="*/ 156088 w 263353"/>
                <a:gd name="connsiteY62" fmla="*/ 75438 h 207221"/>
                <a:gd name="connsiteX63" fmla="*/ 156746 w 263353"/>
                <a:gd name="connsiteY63" fmla="*/ 73243 h 207221"/>
                <a:gd name="connsiteX64" fmla="*/ 156746 w 263353"/>
                <a:gd name="connsiteY64" fmla="*/ 73189 h 207221"/>
                <a:gd name="connsiteX65" fmla="*/ 156746 w 263353"/>
                <a:gd name="connsiteY65" fmla="*/ 67757 h 207221"/>
                <a:gd name="connsiteX66" fmla="*/ 156746 w 263353"/>
                <a:gd name="connsiteY66" fmla="*/ 46525 h 207221"/>
                <a:gd name="connsiteX67" fmla="*/ 156746 w 263353"/>
                <a:gd name="connsiteY67" fmla="*/ 46470 h 207221"/>
                <a:gd name="connsiteX68" fmla="*/ 152851 w 263353"/>
                <a:gd name="connsiteY68" fmla="*/ 42574 h 207221"/>
                <a:gd name="connsiteX69" fmla="*/ 145829 w 263353"/>
                <a:gd name="connsiteY69" fmla="*/ 42574 h 207221"/>
                <a:gd name="connsiteX70" fmla="*/ 145829 w 263353"/>
                <a:gd name="connsiteY70" fmla="*/ 34509 h 207221"/>
                <a:gd name="connsiteX71" fmla="*/ 152851 w 263353"/>
                <a:gd name="connsiteY71" fmla="*/ 34509 h 207221"/>
                <a:gd name="connsiteX72" fmla="*/ 153235 w 263353"/>
                <a:gd name="connsiteY72" fmla="*/ 34509 h 207221"/>
                <a:gd name="connsiteX73" fmla="*/ 155320 w 263353"/>
                <a:gd name="connsiteY73" fmla="*/ 33632 h 207221"/>
                <a:gd name="connsiteX74" fmla="*/ 156746 w 263353"/>
                <a:gd name="connsiteY74" fmla="*/ 30614 h 207221"/>
                <a:gd name="connsiteX75" fmla="*/ 156746 w 263353"/>
                <a:gd name="connsiteY75" fmla="*/ 30614 h 207221"/>
                <a:gd name="connsiteX76" fmla="*/ 156746 w 263353"/>
                <a:gd name="connsiteY76" fmla="*/ 25183 h 207221"/>
                <a:gd name="connsiteX77" fmla="*/ 156746 w 263353"/>
                <a:gd name="connsiteY77" fmla="*/ 3950 h 207221"/>
                <a:gd name="connsiteX78" fmla="*/ 156746 w 263353"/>
                <a:gd name="connsiteY78" fmla="*/ 3895 h 207221"/>
                <a:gd name="connsiteX79" fmla="*/ 152851 w 263353"/>
                <a:gd name="connsiteY79" fmla="*/ 0 h 207221"/>
                <a:gd name="connsiteX80" fmla="*/ 93598 w 263353"/>
                <a:gd name="connsiteY80" fmla="*/ 0 h 207221"/>
                <a:gd name="connsiteX81" fmla="*/ 93543 w 263353"/>
                <a:gd name="connsiteY81" fmla="*/ 55 h 207221"/>
                <a:gd name="connsiteX82" fmla="*/ 3895 w 263353"/>
                <a:gd name="connsiteY82" fmla="*/ 55 h 207221"/>
                <a:gd name="connsiteX83" fmla="*/ 0 w 263353"/>
                <a:gd name="connsiteY83" fmla="*/ 3950 h 207221"/>
                <a:gd name="connsiteX84" fmla="*/ 0 w 263353"/>
                <a:gd name="connsiteY84" fmla="*/ 25183 h 207221"/>
                <a:gd name="connsiteX85" fmla="*/ 0 w 263353"/>
                <a:gd name="connsiteY85" fmla="*/ 25183 h 207221"/>
                <a:gd name="connsiteX86" fmla="*/ 0 w 263353"/>
                <a:gd name="connsiteY86" fmla="*/ 30614 h 207221"/>
                <a:gd name="connsiteX87" fmla="*/ 3895 w 263353"/>
                <a:gd name="connsiteY87" fmla="*/ 34509 h 207221"/>
                <a:gd name="connsiteX88" fmla="*/ 3895 w 263353"/>
                <a:gd name="connsiteY88" fmla="*/ 34509 h 207221"/>
                <a:gd name="connsiteX89" fmla="*/ 11247 w 263353"/>
                <a:gd name="connsiteY89" fmla="*/ 34509 h 207221"/>
                <a:gd name="connsiteX90" fmla="*/ 11247 w 263353"/>
                <a:gd name="connsiteY90" fmla="*/ 42574 h 207221"/>
                <a:gd name="connsiteX91" fmla="*/ 78510 w 263353"/>
                <a:gd name="connsiteY91" fmla="*/ 42574 h 207221"/>
                <a:gd name="connsiteX92" fmla="*/ 93598 w 263353"/>
                <a:gd name="connsiteY92" fmla="*/ 42574 h 207221"/>
                <a:gd name="connsiteX93" fmla="*/ 93543 w 263353"/>
                <a:gd name="connsiteY93" fmla="*/ 42629 h 207221"/>
                <a:gd name="connsiteX94" fmla="*/ 3895 w 263353"/>
                <a:gd name="connsiteY94" fmla="*/ 42629 h 207221"/>
                <a:gd name="connsiteX95" fmla="*/ 0 w 263353"/>
                <a:gd name="connsiteY95" fmla="*/ 46525 h 207221"/>
                <a:gd name="connsiteX96" fmla="*/ 0 w 263353"/>
                <a:gd name="connsiteY96" fmla="*/ 67757 h 207221"/>
                <a:gd name="connsiteX97" fmla="*/ 0 w 263353"/>
                <a:gd name="connsiteY97" fmla="*/ 67757 h 207221"/>
                <a:gd name="connsiteX98" fmla="*/ 0 w 263353"/>
                <a:gd name="connsiteY98" fmla="*/ 73189 h 207221"/>
                <a:gd name="connsiteX99" fmla="*/ 768 w 263353"/>
                <a:gd name="connsiteY99" fmla="*/ 75548 h 207221"/>
                <a:gd name="connsiteX100" fmla="*/ 988 w 263353"/>
                <a:gd name="connsiteY100" fmla="*/ 75822 h 207221"/>
                <a:gd name="connsiteX101" fmla="*/ 1262 w 263353"/>
                <a:gd name="connsiteY101" fmla="*/ 76096 h 207221"/>
                <a:gd name="connsiteX102" fmla="*/ 1591 w 263353"/>
                <a:gd name="connsiteY102" fmla="*/ 76371 h 207221"/>
                <a:gd name="connsiteX103" fmla="*/ 3895 w 263353"/>
                <a:gd name="connsiteY103" fmla="*/ 77139 h 207221"/>
                <a:gd name="connsiteX104" fmla="*/ 3895 w 263353"/>
                <a:gd name="connsiteY104" fmla="*/ 77139 h 207221"/>
                <a:gd name="connsiteX105" fmla="*/ 11247 w 263353"/>
                <a:gd name="connsiteY105" fmla="*/ 77139 h 207221"/>
                <a:gd name="connsiteX106" fmla="*/ 11247 w 263353"/>
                <a:gd name="connsiteY106" fmla="*/ 85204 h 207221"/>
                <a:gd name="connsiteX107" fmla="*/ 17282 w 263353"/>
                <a:gd name="connsiteY107" fmla="*/ 85204 h 207221"/>
                <a:gd name="connsiteX108" fmla="*/ 17282 w 263353"/>
                <a:gd name="connsiteY108" fmla="*/ 85259 h 207221"/>
                <a:gd name="connsiteX109" fmla="*/ 3895 w 263353"/>
                <a:gd name="connsiteY109" fmla="*/ 85259 h 207221"/>
                <a:gd name="connsiteX110" fmla="*/ 0 w 263353"/>
                <a:gd name="connsiteY110" fmla="*/ 89154 h 207221"/>
                <a:gd name="connsiteX111" fmla="*/ 0 w 263353"/>
                <a:gd name="connsiteY111" fmla="*/ 110386 h 207221"/>
                <a:gd name="connsiteX112" fmla="*/ 0 w 263353"/>
                <a:gd name="connsiteY112" fmla="*/ 110386 h 207221"/>
                <a:gd name="connsiteX113" fmla="*/ 0 w 263353"/>
                <a:gd name="connsiteY113" fmla="*/ 115818 h 207221"/>
                <a:gd name="connsiteX114" fmla="*/ 768 w 263353"/>
                <a:gd name="connsiteY114" fmla="*/ 118177 h 207221"/>
                <a:gd name="connsiteX115" fmla="*/ 988 w 263353"/>
                <a:gd name="connsiteY115" fmla="*/ 118451 h 207221"/>
                <a:gd name="connsiteX116" fmla="*/ 1262 w 263353"/>
                <a:gd name="connsiteY116" fmla="*/ 118726 h 207221"/>
                <a:gd name="connsiteX117" fmla="*/ 1591 w 263353"/>
                <a:gd name="connsiteY117" fmla="*/ 119000 h 207221"/>
                <a:gd name="connsiteX118" fmla="*/ 3895 w 263353"/>
                <a:gd name="connsiteY118" fmla="*/ 119768 h 207221"/>
                <a:gd name="connsiteX119" fmla="*/ 3895 w 263353"/>
                <a:gd name="connsiteY119" fmla="*/ 119768 h 207221"/>
                <a:gd name="connsiteX120" fmla="*/ 11247 w 263353"/>
                <a:gd name="connsiteY120" fmla="*/ 119768 h 207221"/>
                <a:gd name="connsiteX121" fmla="*/ 11247 w 263353"/>
                <a:gd name="connsiteY121" fmla="*/ 127833 h 207221"/>
                <a:gd name="connsiteX122" fmla="*/ 3511 w 263353"/>
                <a:gd name="connsiteY122" fmla="*/ 127833 h 207221"/>
                <a:gd name="connsiteX123" fmla="*/ 110 w 263353"/>
                <a:gd name="connsiteY123" fmla="*/ 130412 h 207221"/>
                <a:gd name="connsiteX124" fmla="*/ 110 w 263353"/>
                <a:gd name="connsiteY124" fmla="*/ 130467 h 207221"/>
                <a:gd name="connsiteX125" fmla="*/ 55 w 263353"/>
                <a:gd name="connsiteY125" fmla="*/ 130796 h 207221"/>
                <a:gd name="connsiteX126" fmla="*/ 55 w 263353"/>
                <a:gd name="connsiteY126" fmla="*/ 130905 h 207221"/>
                <a:gd name="connsiteX127" fmla="*/ 0 w 263353"/>
                <a:gd name="connsiteY127" fmla="*/ 131344 h 207221"/>
                <a:gd name="connsiteX128" fmla="*/ 604 w 263353"/>
                <a:gd name="connsiteY128" fmla="*/ 133320 h 207221"/>
                <a:gd name="connsiteX129" fmla="*/ 1262 w 263353"/>
                <a:gd name="connsiteY129" fmla="*/ 134088 h 207221"/>
                <a:gd name="connsiteX130" fmla="*/ 1536 w 263353"/>
                <a:gd name="connsiteY130" fmla="*/ 134307 h 207221"/>
                <a:gd name="connsiteX131" fmla="*/ 2140 w 263353"/>
                <a:gd name="connsiteY131" fmla="*/ 134636 h 207221"/>
                <a:gd name="connsiteX132" fmla="*/ 3511 w 263353"/>
                <a:gd name="connsiteY132" fmla="*/ 134911 h 207221"/>
                <a:gd name="connsiteX133" fmla="*/ 11247 w 263353"/>
                <a:gd name="connsiteY133" fmla="*/ 134911 h 207221"/>
                <a:gd name="connsiteX134" fmla="*/ 11247 w 263353"/>
                <a:gd name="connsiteY134" fmla="*/ 140891 h 207221"/>
                <a:gd name="connsiteX135" fmla="*/ 11247 w 263353"/>
                <a:gd name="connsiteY135" fmla="*/ 147529 h 207221"/>
                <a:gd name="connsiteX136" fmla="*/ 13222 w 263353"/>
                <a:gd name="connsiteY136" fmla="*/ 149504 h 207221"/>
                <a:gd name="connsiteX137" fmla="*/ 25128 w 263353"/>
                <a:gd name="connsiteY137" fmla="*/ 149504 h 207221"/>
                <a:gd name="connsiteX138" fmla="*/ 25128 w 263353"/>
                <a:gd name="connsiteY138" fmla="*/ 149504 h 207221"/>
                <a:gd name="connsiteX139" fmla="*/ 30230 w 263353"/>
                <a:gd name="connsiteY139" fmla="*/ 149504 h 207221"/>
                <a:gd name="connsiteX140" fmla="*/ 46634 w 263353"/>
                <a:gd name="connsiteY140" fmla="*/ 163275 h 207221"/>
                <a:gd name="connsiteX141" fmla="*/ 46964 w 263353"/>
                <a:gd name="connsiteY141" fmla="*/ 163550 h 207221"/>
                <a:gd name="connsiteX142" fmla="*/ 46964 w 263353"/>
                <a:gd name="connsiteY142" fmla="*/ 163550 h 207221"/>
                <a:gd name="connsiteX143" fmla="*/ 47896 w 263353"/>
                <a:gd name="connsiteY143" fmla="*/ 164208 h 207221"/>
                <a:gd name="connsiteX144" fmla="*/ 47896 w 263353"/>
                <a:gd name="connsiteY144" fmla="*/ 164208 h 207221"/>
                <a:gd name="connsiteX145" fmla="*/ 48171 w 263353"/>
                <a:gd name="connsiteY145" fmla="*/ 164373 h 207221"/>
                <a:gd name="connsiteX146" fmla="*/ 48225 w 263353"/>
                <a:gd name="connsiteY146" fmla="*/ 164373 h 207221"/>
                <a:gd name="connsiteX147" fmla="*/ 48280 w 263353"/>
                <a:gd name="connsiteY147" fmla="*/ 164427 h 207221"/>
                <a:gd name="connsiteX148" fmla="*/ 48500 w 263353"/>
                <a:gd name="connsiteY148" fmla="*/ 164592 h 207221"/>
                <a:gd name="connsiteX149" fmla="*/ 48610 w 263353"/>
                <a:gd name="connsiteY149" fmla="*/ 164647 h 207221"/>
                <a:gd name="connsiteX150" fmla="*/ 48719 w 263353"/>
                <a:gd name="connsiteY150" fmla="*/ 164757 h 207221"/>
                <a:gd name="connsiteX151" fmla="*/ 48884 w 263353"/>
                <a:gd name="connsiteY151" fmla="*/ 164866 h 207221"/>
                <a:gd name="connsiteX152" fmla="*/ 48994 w 263353"/>
                <a:gd name="connsiteY152" fmla="*/ 164921 h 207221"/>
                <a:gd name="connsiteX153" fmla="*/ 49158 w 263353"/>
                <a:gd name="connsiteY153" fmla="*/ 165031 h 207221"/>
                <a:gd name="connsiteX154" fmla="*/ 49268 w 263353"/>
                <a:gd name="connsiteY154" fmla="*/ 165086 h 207221"/>
                <a:gd name="connsiteX155" fmla="*/ 49652 w 263353"/>
                <a:gd name="connsiteY155" fmla="*/ 165360 h 207221"/>
                <a:gd name="connsiteX156" fmla="*/ 49707 w 263353"/>
                <a:gd name="connsiteY156" fmla="*/ 165360 h 207221"/>
                <a:gd name="connsiteX157" fmla="*/ 51517 w 263353"/>
                <a:gd name="connsiteY157" fmla="*/ 166567 h 207221"/>
                <a:gd name="connsiteX158" fmla="*/ 38953 w 263353"/>
                <a:gd name="connsiteY158" fmla="*/ 185440 h 207221"/>
                <a:gd name="connsiteX159" fmla="*/ 38953 w 263353"/>
                <a:gd name="connsiteY159" fmla="*/ 185440 h 207221"/>
                <a:gd name="connsiteX160" fmla="*/ 38953 w 263353"/>
                <a:gd name="connsiteY160" fmla="*/ 185440 h 207221"/>
                <a:gd name="connsiteX161" fmla="*/ 98865 w 263353"/>
                <a:gd name="connsiteY161" fmla="*/ 178692 h 207221"/>
                <a:gd name="connsiteX162" fmla="*/ 98865 w 263353"/>
                <a:gd name="connsiteY162" fmla="*/ 178692 h 207221"/>
                <a:gd name="connsiteX163" fmla="*/ 98865 w 263353"/>
                <a:gd name="connsiteY163" fmla="*/ 178692 h 207221"/>
                <a:gd name="connsiteX164" fmla="*/ 86027 w 263353"/>
                <a:gd name="connsiteY164" fmla="*/ 134856 h 207221"/>
                <a:gd name="connsiteX165" fmla="*/ 110880 w 263353"/>
                <a:gd name="connsiteY165" fmla="*/ 134856 h 207221"/>
                <a:gd name="connsiteX166" fmla="*/ 110880 w 263353"/>
                <a:gd name="connsiteY166" fmla="*/ 140342 h 207221"/>
                <a:gd name="connsiteX167" fmla="*/ 110880 w 263353"/>
                <a:gd name="connsiteY167" fmla="*/ 140342 h 207221"/>
                <a:gd name="connsiteX168" fmla="*/ 110880 w 263353"/>
                <a:gd name="connsiteY168" fmla="*/ 140342 h 207221"/>
                <a:gd name="connsiteX169" fmla="*/ 110880 w 263353"/>
                <a:gd name="connsiteY169" fmla="*/ 145938 h 207221"/>
                <a:gd name="connsiteX170" fmla="*/ 110880 w 263353"/>
                <a:gd name="connsiteY170" fmla="*/ 200583 h 207221"/>
                <a:gd name="connsiteX171" fmla="*/ 118781 w 263353"/>
                <a:gd name="connsiteY171" fmla="*/ 207221 h 207221"/>
                <a:gd name="connsiteX172" fmla="*/ 242170 w 263353"/>
                <a:gd name="connsiteY172" fmla="*/ 207221 h 207221"/>
                <a:gd name="connsiteX173" fmla="*/ 250070 w 263353"/>
                <a:gd name="connsiteY173" fmla="*/ 200583 h 207221"/>
                <a:gd name="connsiteX174" fmla="*/ 250070 w 263353"/>
                <a:gd name="connsiteY174" fmla="*/ 145829 h 207221"/>
                <a:gd name="connsiteX175" fmla="*/ 250070 w 263353"/>
                <a:gd name="connsiteY175" fmla="*/ 143085 h 207221"/>
                <a:gd name="connsiteX176" fmla="*/ 250070 w 263353"/>
                <a:gd name="connsiteY176" fmla="*/ 143085 h 207221"/>
                <a:gd name="connsiteX177" fmla="*/ 250070 w 263353"/>
                <a:gd name="connsiteY177" fmla="*/ 140123 h 207221"/>
                <a:gd name="connsiteX178" fmla="*/ 250070 w 263353"/>
                <a:gd name="connsiteY178" fmla="*/ 140123 h 207221"/>
                <a:gd name="connsiteX179" fmla="*/ 250070 w 263353"/>
                <a:gd name="connsiteY179" fmla="*/ 140123 h 207221"/>
                <a:gd name="connsiteX180" fmla="*/ 250070 w 263353"/>
                <a:gd name="connsiteY180" fmla="*/ 137599 h 207221"/>
                <a:gd name="connsiteX181" fmla="*/ 255941 w 263353"/>
                <a:gd name="connsiteY181" fmla="*/ 129369 h 207221"/>
                <a:gd name="connsiteX182" fmla="*/ 261207 w 263353"/>
                <a:gd name="connsiteY182" fmla="*/ 117574 h 207221"/>
                <a:gd name="connsiteX183" fmla="*/ 262908 w 263353"/>
                <a:gd name="connsiteY183" fmla="*/ 109838 h 207221"/>
                <a:gd name="connsiteX184" fmla="*/ 263018 w 263353"/>
                <a:gd name="connsiteY184" fmla="*/ 108850 h 207221"/>
                <a:gd name="connsiteX185" fmla="*/ 67154 w 263353"/>
                <a:gd name="connsiteY185" fmla="*/ 142482 h 207221"/>
                <a:gd name="connsiteX186" fmla="*/ 65837 w 263353"/>
                <a:gd name="connsiteY186" fmla="*/ 141823 h 207221"/>
                <a:gd name="connsiteX187" fmla="*/ 65672 w 263353"/>
                <a:gd name="connsiteY187" fmla="*/ 141714 h 207221"/>
                <a:gd name="connsiteX188" fmla="*/ 65178 w 263353"/>
                <a:gd name="connsiteY188" fmla="*/ 141439 h 207221"/>
                <a:gd name="connsiteX189" fmla="*/ 65014 w 263353"/>
                <a:gd name="connsiteY189" fmla="*/ 141330 h 207221"/>
                <a:gd name="connsiteX190" fmla="*/ 64794 w 263353"/>
                <a:gd name="connsiteY190" fmla="*/ 141220 h 207221"/>
                <a:gd name="connsiteX191" fmla="*/ 64575 w 263353"/>
                <a:gd name="connsiteY191" fmla="*/ 141110 h 207221"/>
                <a:gd name="connsiteX192" fmla="*/ 64410 w 263353"/>
                <a:gd name="connsiteY192" fmla="*/ 141000 h 207221"/>
                <a:gd name="connsiteX193" fmla="*/ 64301 w 263353"/>
                <a:gd name="connsiteY193" fmla="*/ 140946 h 207221"/>
                <a:gd name="connsiteX194" fmla="*/ 64081 w 263353"/>
                <a:gd name="connsiteY194" fmla="*/ 140836 h 207221"/>
                <a:gd name="connsiteX195" fmla="*/ 64081 w 263353"/>
                <a:gd name="connsiteY195" fmla="*/ 140836 h 207221"/>
                <a:gd name="connsiteX196" fmla="*/ 53547 w 263353"/>
                <a:gd name="connsiteY196" fmla="*/ 134801 h 207221"/>
                <a:gd name="connsiteX197" fmla="*/ 72805 w 263353"/>
                <a:gd name="connsiteY197" fmla="*/ 134801 h 207221"/>
                <a:gd name="connsiteX198" fmla="*/ 67592 w 263353"/>
                <a:gd name="connsiteY198" fmla="*/ 142646 h 207221"/>
                <a:gd name="connsiteX199" fmla="*/ 67154 w 263353"/>
                <a:gd name="connsiteY199" fmla="*/ 142482 h 207221"/>
                <a:gd name="connsiteX200" fmla="*/ 93543 w 263353"/>
                <a:gd name="connsiteY200" fmla="*/ 85204 h 207221"/>
                <a:gd name="connsiteX201" fmla="*/ 30450 w 263353"/>
                <a:gd name="connsiteY201" fmla="*/ 85204 h 207221"/>
                <a:gd name="connsiteX202" fmla="*/ 30450 w 263353"/>
                <a:gd name="connsiteY202" fmla="*/ 85149 h 207221"/>
                <a:gd name="connsiteX203" fmla="*/ 78510 w 263353"/>
                <a:gd name="connsiteY203" fmla="*/ 85149 h 207221"/>
                <a:gd name="connsiteX204" fmla="*/ 93543 w 263353"/>
                <a:gd name="connsiteY204" fmla="*/ 85204 h 207221"/>
                <a:gd name="connsiteX205" fmla="*/ 93543 w 263353"/>
                <a:gd name="connsiteY205" fmla="*/ 85204 h 20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</a:cxnLst>
              <a:rect l="l" t="t" r="r" b="b"/>
              <a:pathLst>
                <a:path w="263353" h="207221">
                  <a:moveTo>
                    <a:pt x="263018" y="108850"/>
                  </a:moveTo>
                  <a:cubicBezTo>
                    <a:pt x="263183" y="107204"/>
                    <a:pt x="263347" y="105503"/>
                    <a:pt x="263347" y="103858"/>
                  </a:cubicBezTo>
                  <a:cubicBezTo>
                    <a:pt x="263347" y="103803"/>
                    <a:pt x="263347" y="103803"/>
                    <a:pt x="263347" y="103748"/>
                  </a:cubicBezTo>
                  <a:cubicBezTo>
                    <a:pt x="263402" y="100237"/>
                    <a:pt x="263073" y="96725"/>
                    <a:pt x="262360" y="93214"/>
                  </a:cubicBezTo>
                  <a:cubicBezTo>
                    <a:pt x="262305" y="92885"/>
                    <a:pt x="262250" y="92556"/>
                    <a:pt x="262140" y="92226"/>
                  </a:cubicBezTo>
                  <a:cubicBezTo>
                    <a:pt x="262030" y="91623"/>
                    <a:pt x="261866" y="91019"/>
                    <a:pt x="261701" y="90471"/>
                  </a:cubicBezTo>
                  <a:cubicBezTo>
                    <a:pt x="261592" y="90087"/>
                    <a:pt x="261482" y="89757"/>
                    <a:pt x="261427" y="89373"/>
                  </a:cubicBezTo>
                  <a:cubicBezTo>
                    <a:pt x="261262" y="88825"/>
                    <a:pt x="261098" y="88276"/>
                    <a:pt x="260933" y="87728"/>
                  </a:cubicBezTo>
                  <a:cubicBezTo>
                    <a:pt x="260714" y="87124"/>
                    <a:pt x="260549" y="86521"/>
                    <a:pt x="260330" y="85917"/>
                  </a:cubicBezTo>
                  <a:cubicBezTo>
                    <a:pt x="256873" y="76371"/>
                    <a:pt x="250619" y="68306"/>
                    <a:pt x="242993" y="61118"/>
                  </a:cubicBezTo>
                  <a:cubicBezTo>
                    <a:pt x="238439" y="56784"/>
                    <a:pt x="233391" y="52724"/>
                    <a:pt x="228125" y="48884"/>
                  </a:cubicBezTo>
                  <a:cubicBezTo>
                    <a:pt x="228070" y="48884"/>
                    <a:pt x="228015" y="48829"/>
                    <a:pt x="227960" y="48774"/>
                  </a:cubicBezTo>
                  <a:cubicBezTo>
                    <a:pt x="227960" y="48774"/>
                    <a:pt x="227960" y="48774"/>
                    <a:pt x="227960" y="48774"/>
                  </a:cubicBezTo>
                  <a:cubicBezTo>
                    <a:pt x="227905" y="48719"/>
                    <a:pt x="227795" y="48664"/>
                    <a:pt x="227740" y="48609"/>
                  </a:cubicBezTo>
                  <a:cubicBezTo>
                    <a:pt x="227740" y="48609"/>
                    <a:pt x="227740" y="48609"/>
                    <a:pt x="227740" y="48609"/>
                  </a:cubicBezTo>
                  <a:cubicBezTo>
                    <a:pt x="227631" y="48555"/>
                    <a:pt x="227521" y="48500"/>
                    <a:pt x="227411" y="48390"/>
                  </a:cubicBezTo>
                  <a:cubicBezTo>
                    <a:pt x="227411" y="48390"/>
                    <a:pt x="227411" y="48390"/>
                    <a:pt x="227411" y="48390"/>
                  </a:cubicBezTo>
                  <a:cubicBezTo>
                    <a:pt x="227302" y="48335"/>
                    <a:pt x="227192" y="48225"/>
                    <a:pt x="227027" y="48116"/>
                  </a:cubicBezTo>
                  <a:cubicBezTo>
                    <a:pt x="227027" y="48116"/>
                    <a:pt x="226972" y="48116"/>
                    <a:pt x="226972" y="48061"/>
                  </a:cubicBezTo>
                  <a:cubicBezTo>
                    <a:pt x="226808" y="47951"/>
                    <a:pt x="226698" y="47841"/>
                    <a:pt x="226533" y="47732"/>
                  </a:cubicBezTo>
                  <a:cubicBezTo>
                    <a:pt x="226533" y="47732"/>
                    <a:pt x="226479" y="47677"/>
                    <a:pt x="226479" y="47677"/>
                  </a:cubicBezTo>
                  <a:cubicBezTo>
                    <a:pt x="226369" y="47567"/>
                    <a:pt x="226204" y="47512"/>
                    <a:pt x="226040" y="47402"/>
                  </a:cubicBezTo>
                  <a:cubicBezTo>
                    <a:pt x="225985" y="47348"/>
                    <a:pt x="225930" y="47348"/>
                    <a:pt x="225875" y="47293"/>
                  </a:cubicBezTo>
                  <a:cubicBezTo>
                    <a:pt x="225711" y="47183"/>
                    <a:pt x="225546" y="47073"/>
                    <a:pt x="225436" y="46964"/>
                  </a:cubicBezTo>
                  <a:cubicBezTo>
                    <a:pt x="225381" y="46909"/>
                    <a:pt x="225272" y="46854"/>
                    <a:pt x="225217" y="46799"/>
                  </a:cubicBezTo>
                  <a:cubicBezTo>
                    <a:pt x="225107" y="46744"/>
                    <a:pt x="224997" y="46634"/>
                    <a:pt x="224888" y="46580"/>
                  </a:cubicBezTo>
                  <a:cubicBezTo>
                    <a:pt x="224778" y="46470"/>
                    <a:pt x="224613" y="46415"/>
                    <a:pt x="224504" y="46305"/>
                  </a:cubicBezTo>
                  <a:cubicBezTo>
                    <a:pt x="224394" y="46195"/>
                    <a:pt x="224229" y="46141"/>
                    <a:pt x="224119" y="46031"/>
                  </a:cubicBezTo>
                  <a:cubicBezTo>
                    <a:pt x="224010" y="45976"/>
                    <a:pt x="223900" y="45921"/>
                    <a:pt x="223845" y="45811"/>
                  </a:cubicBezTo>
                  <a:cubicBezTo>
                    <a:pt x="223735" y="45757"/>
                    <a:pt x="223626" y="45647"/>
                    <a:pt x="223461" y="45537"/>
                  </a:cubicBezTo>
                  <a:cubicBezTo>
                    <a:pt x="223406" y="45482"/>
                    <a:pt x="223351" y="45482"/>
                    <a:pt x="223296" y="45427"/>
                  </a:cubicBezTo>
                  <a:lnTo>
                    <a:pt x="235860" y="26554"/>
                  </a:lnTo>
                  <a:lnTo>
                    <a:pt x="175839" y="33357"/>
                  </a:lnTo>
                  <a:lnTo>
                    <a:pt x="175839" y="33357"/>
                  </a:lnTo>
                  <a:lnTo>
                    <a:pt x="175839" y="33357"/>
                  </a:lnTo>
                  <a:lnTo>
                    <a:pt x="190433" y="83119"/>
                  </a:lnTo>
                  <a:lnTo>
                    <a:pt x="192792" y="91184"/>
                  </a:lnTo>
                  <a:lnTo>
                    <a:pt x="192792" y="91184"/>
                  </a:lnTo>
                  <a:lnTo>
                    <a:pt x="192792" y="91184"/>
                  </a:lnTo>
                  <a:lnTo>
                    <a:pt x="207331" y="69348"/>
                  </a:lnTo>
                  <a:cubicBezTo>
                    <a:pt x="207935" y="69622"/>
                    <a:pt x="209251" y="70336"/>
                    <a:pt x="210129" y="70775"/>
                  </a:cubicBezTo>
                  <a:cubicBezTo>
                    <a:pt x="210184" y="70775"/>
                    <a:pt x="210239" y="70829"/>
                    <a:pt x="210294" y="70829"/>
                  </a:cubicBezTo>
                  <a:cubicBezTo>
                    <a:pt x="210349" y="70884"/>
                    <a:pt x="210403" y="70884"/>
                    <a:pt x="210458" y="70939"/>
                  </a:cubicBezTo>
                  <a:cubicBezTo>
                    <a:pt x="210513" y="70939"/>
                    <a:pt x="210568" y="70994"/>
                    <a:pt x="210623" y="70994"/>
                  </a:cubicBezTo>
                  <a:cubicBezTo>
                    <a:pt x="210678" y="70994"/>
                    <a:pt x="210733" y="71049"/>
                    <a:pt x="210788" y="71049"/>
                  </a:cubicBezTo>
                  <a:cubicBezTo>
                    <a:pt x="210788" y="71049"/>
                    <a:pt x="210788" y="71049"/>
                    <a:pt x="210788" y="71049"/>
                  </a:cubicBezTo>
                  <a:cubicBezTo>
                    <a:pt x="210788" y="71049"/>
                    <a:pt x="210788" y="71049"/>
                    <a:pt x="210788" y="71049"/>
                  </a:cubicBezTo>
                  <a:cubicBezTo>
                    <a:pt x="210788" y="71049"/>
                    <a:pt x="210842" y="71049"/>
                    <a:pt x="210842" y="71104"/>
                  </a:cubicBezTo>
                  <a:cubicBezTo>
                    <a:pt x="232514" y="81638"/>
                    <a:pt x="248205" y="99523"/>
                    <a:pt x="244968" y="121579"/>
                  </a:cubicBezTo>
                  <a:cubicBezTo>
                    <a:pt x="244968" y="121688"/>
                    <a:pt x="244913" y="121853"/>
                    <a:pt x="244913" y="121963"/>
                  </a:cubicBezTo>
                  <a:cubicBezTo>
                    <a:pt x="244090" y="121688"/>
                    <a:pt x="243157" y="121579"/>
                    <a:pt x="242225" y="121579"/>
                  </a:cubicBezTo>
                  <a:lnTo>
                    <a:pt x="175839" y="121579"/>
                  </a:lnTo>
                  <a:lnTo>
                    <a:pt x="168817" y="110990"/>
                  </a:lnTo>
                  <a:cubicBezTo>
                    <a:pt x="167280" y="108631"/>
                    <a:pt x="164647" y="107259"/>
                    <a:pt x="161849" y="107259"/>
                  </a:cubicBezTo>
                  <a:lnTo>
                    <a:pt x="156746" y="107259"/>
                  </a:lnTo>
                  <a:lnTo>
                    <a:pt x="156746" y="89154"/>
                  </a:lnTo>
                  <a:lnTo>
                    <a:pt x="156746" y="89099"/>
                  </a:lnTo>
                  <a:cubicBezTo>
                    <a:pt x="156746" y="86959"/>
                    <a:pt x="154991" y="85204"/>
                    <a:pt x="152851" y="85204"/>
                  </a:cubicBezTo>
                  <a:lnTo>
                    <a:pt x="145829" y="85204"/>
                  </a:lnTo>
                  <a:lnTo>
                    <a:pt x="145829" y="77139"/>
                  </a:lnTo>
                  <a:lnTo>
                    <a:pt x="152851" y="77139"/>
                  </a:lnTo>
                  <a:cubicBezTo>
                    <a:pt x="152961" y="77139"/>
                    <a:pt x="153125" y="77139"/>
                    <a:pt x="153235" y="77139"/>
                  </a:cubicBezTo>
                  <a:cubicBezTo>
                    <a:pt x="154387" y="77029"/>
                    <a:pt x="155430" y="76371"/>
                    <a:pt x="156088" y="75438"/>
                  </a:cubicBezTo>
                  <a:cubicBezTo>
                    <a:pt x="156527" y="74834"/>
                    <a:pt x="156746" y="74066"/>
                    <a:pt x="156746" y="73243"/>
                  </a:cubicBezTo>
                  <a:lnTo>
                    <a:pt x="156746" y="73189"/>
                  </a:lnTo>
                  <a:lnTo>
                    <a:pt x="156746" y="67757"/>
                  </a:lnTo>
                  <a:lnTo>
                    <a:pt x="156746" y="46525"/>
                  </a:lnTo>
                  <a:lnTo>
                    <a:pt x="156746" y="46470"/>
                  </a:lnTo>
                  <a:cubicBezTo>
                    <a:pt x="156746" y="44330"/>
                    <a:pt x="154991" y="42574"/>
                    <a:pt x="152851" y="42574"/>
                  </a:cubicBezTo>
                  <a:lnTo>
                    <a:pt x="145829" y="42574"/>
                  </a:lnTo>
                  <a:lnTo>
                    <a:pt x="145829" y="34509"/>
                  </a:lnTo>
                  <a:lnTo>
                    <a:pt x="152851" y="34509"/>
                  </a:lnTo>
                  <a:cubicBezTo>
                    <a:pt x="152961" y="34509"/>
                    <a:pt x="153125" y="34509"/>
                    <a:pt x="153235" y="34509"/>
                  </a:cubicBezTo>
                  <a:cubicBezTo>
                    <a:pt x="154003" y="34455"/>
                    <a:pt x="154716" y="34125"/>
                    <a:pt x="155320" y="33632"/>
                  </a:cubicBezTo>
                  <a:cubicBezTo>
                    <a:pt x="156198" y="32918"/>
                    <a:pt x="156746" y="31821"/>
                    <a:pt x="156746" y="30614"/>
                  </a:cubicBezTo>
                  <a:lnTo>
                    <a:pt x="156746" y="30614"/>
                  </a:lnTo>
                  <a:lnTo>
                    <a:pt x="156746" y="25183"/>
                  </a:lnTo>
                  <a:lnTo>
                    <a:pt x="156746" y="3950"/>
                  </a:lnTo>
                  <a:lnTo>
                    <a:pt x="156746" y="3895"/>
                  </a:lnTo>
                  <a:cubicBezTo>
                    <a:pt x="156746" y="1756"/>
                    <a:pt x="154991" y="0"/>
                    <a:pt x="152851" y="0"/>
                  </a:cubicBezTo>
                  <a:lnTo>
                    <a:pt x="93598" y="0"/>
                  </a:lnTo>
                  <a:lnTo>
                    <a:pt x="93543" y="55"/>
                  </a:lnTo>
                  <a:lnTo>
                    <a:pt x="3895" y="55"/>
                  </a:lnTo>
                  <a:cubicBezTo>
                    <a:pt x="1756" y="55"/>
                    <a:pt x="0" y="1811"/>
                    <a:pt x="0" y="3950"/>
                  </a:cubicBezTo>
                  <a:lnTo>
                    <a:pt x="0" y="25183"/>
                  </a:lnTo>
                  <a:cubicBezTo>
                    <a:pt x="0" y="25183"/>
                    <a:pt x="0" y="25183"/>
                    <a:pt x="0" y="25183"/>
                  </a:cubicBezTo>
                  <a:lnTo>
                    <a:pt x="0" y="30614"/>
                  </a:lnTo>
                  <a:cubicBezTo>
                    <a:pt x="0" y="32754"/>
                    <a:pt x="1756" y="34509"/>
                    <a:pt x="3895" y="34509"/>
                  </a:cubicBezTo>
                  <a:lnTo>
                    <a:pt x="3895" y="34509"/>
                  </a:lnTo>
                  <a:lnTo>
                    <a:pt x="11247" y="34509"/>
                  </a:lnTo>
                  <a:lnTo>
                    <a:pt x="11247" y="42574"/>
                  </a:lnTo>
                  <a:lnTo>
                    <a:pt x="78510" y="42574"/>
                  </a:lnTo>
                  <a:lnTo>
                    <a:pt x="93598" y="42574"/>
                  </a:lnTo>
                  <a:lnTo>
                    <a:pt x="93543" y="42629"/>
                  </a:lnTo>
                  <a:lnTo>
                    <a:pt x="3895" y="42629"/>
                  </a:lnTo>
                  <a:cubicBezTo>
                    <a:pt x="1756" y="42629"/>
                    <a:pt x="0" y="44385"/>
                    <a:pt x="0" y="46525"/>
                  </a:cubicBezTo>
                  <a:lnTo>
                    <a:pt x="0" y="67757"/>
                  </a:lnTo>
                  <a:lnTo>
                    <a:pt x="0" y="67757"/>
                  </a:lnTo>
                  <a:lnTo>
                    <a:pt x="0" y="73189"/>
                  </a:lnTo>
                  <a:cubicBezTo>
                    <a:pt x="0" y="74066"/>
                    <a:pt x="274" y="74889"/>
                    <a:pt x="768" y="75548"/>
                  </a:cubicBezTo>
                  <a:cubicBezTo>
                    <a:pt x="823" y="75657"/>
                    <a:pt x="933" y="75712"/>
                    <a:pt x="988" y="75822"/>
                  </a:cubicBezTo>
                  <a:cubicBezTo>
                    <a:pt x="1097" y="75932"/>
                    <a:pt x="1152" y="75987"/>
                    <a:pt x="1262" y="76096"/>
                  </a:cubicBezTo>
                  <a:cubicBezTo>
                    <a:pt x="1372" y="76206"/>
                    <a:pt x="1481" y="76261"/>
                    <a:pt x="1591" y="76371"/>
                  </a:cubicBezTo>
                  <a:cubicBezTo>
                    <a:pt x="2249" y="76864"/>
                    <a:pt x="3018" y="77139"/>
                    <a:pt x="3895" y="77139"/>
                  </a:cubicBezTo>
                  <a:lnTo>
                    <a:pt x="3895" y="77139"/>
                  </a:lnTo>
                  <a:lnTo>
                    <a:pt x="11247" y="77139"/>
                  </a:lnTo>
                  <a:lnTo>
                    <a:pt x="11247" y="85204"/>
                  </a:lnTo>
                  <a:lnTo>
                    <a:pt x="17282" y="85204"/>
                  </a:lnTo>
                  <a:cubicBezTo>
                    <a:pt x="17282" y="85204"/>
                    <a:pt x="17282" y="85204"/>
                    <a:pt x="17282" y="85259"/>
                  </a:cubicBezTo>
                  <a:lnTo>
                    <a:pt x="3895" y="85259"/>
                  </a:lnTo>
                  <a:cubicBezTo>
                    <a:pt x="1756" y="85259"/>
                    <a:pt x="0" y="87014"/>
                    <a:pt x="0" y="89154"/>
                  </a:cubicBezTo>
                  <a:lnTo>
                    <a:pt x="0" y="110386"/>
                  </a:lnTo>
                  <a:lnTo>
                    <a:pt x="0" y="110386"/>
                  </a:lnTo>
                  <a:lnTo>
                    <a:pt x="0" y="115818"/>
                  </a:lnTo>
                  <a:cubicBezTo>
                    <a:pt x="0" y="116696"/>
                    <a:pt x="274" y="117519"/>
                    <a:pt x="768" y="118177"/>
                  </a:cubicBezTo>
                  <a:cubicBezTo>
                    <a:pt x="823" y="118287"/>
                    <a:pt x="933" y="118342"/>
                    <a:pt x="988" y="118451"/>
                  </a:cubicBezTo>
                  <a:cubicBezTo>
                    <a:pt x="1097" y="118561"/>
                    <a:pt x="1152" y="118616"/>
                    <a:pt x="1262" y="118726"/>
                  </a:cubicBezTo>
                  <a:cubicBezTo>
                    <a:pt x="1372" y="118835"/>
                    <a:pt x="1481" y="118890"/>
                    <a:pt x="1591" y="119000"/>
                  </a:cubicBezTo>
                  <a:cubicBezTo>
                    <a:pt x="2249" y="119494"/>
                    <a:pt x="3018" y="119768"/>
                    <a:pt x="3895" y="119768"/>
                  </a:cubicBezTo>
                  <a:lnTo>
                    <a:pt x="3895" y="119768"/>
                  </a:lnTo>
                  <a:lnTo>
                    <a:pt x="11247" y="119768"/>
                  </a:lnTo>
                  <a:lnTo>
                    <a:pt x="11247" y="127833"/>
                  </a:lnTo>
                  <a:lnTo>
                    <a:pt x="3511" y="127833"/>
                  </a:lnTo>
                  <a:cubicBezTo>
                    <a:pt x="1920" y="127833"/>
                    <a:pt x="549" y="128930"/>
                    <a:pt x="110" y="130412"/>
                  </a:cubicBezTo>
                  <a:cubicBezTo>
                    <a:pt x="110" y="130412"/>
                    <a:pt x="110" y="130467"/>
                    <a:pt x="110" y="130467"/>
                  </a:cubicBezTo>
                  <a:cubicBezTo>
                    <a:pt x="55" y="130576"/>
                    <a:pt x="55" y="130686"/>
                    <a:pt x="55" y="130796"/>
                  </a:cubicBezTo>
                  <a:cubicBezTo>
                    <a:pt x="55" y="130851"/>
                    <a:pt x="55" y="130851"/>
                    <a:pt x="55" y="130905"/>
                  </a:cubicBezTo>
                  <a:cubicBezTo>
                    <a:pt x="55" y="131070"/>
                    <a:pt x="0" y="131180"/>
                    <a:pt x="0" y="131344"/>
                  </a:cubicBezTo>
                  <a:cubicBezTo>
                    <a:pt x="0" y="132058"/>
                    <a:pt x="219" y="132771"/>
                    <a:pt x="604" y="133320"/>
                  </a:cubicBezTo>
                  <a:cubicBezTo>
                    <a:pt x="768" y="133594"/>
                    <a:pt x="1042" y="133868"/>
                    <a:pt x="1262" y="134088"/>
                  </a:cubicBezTo>
                  <a:cubicBezTo>
                    <a:pt x="1372" y="134142"/>
                    <a:pt x="1426" y="134252"/>
                    <a:pt x="1536" y="134307"/>
                  </a:cubicBezTo>
                  <a:cubicBezTo>
                    <a:pt x="1701" y="134417"/>
                    <a:pt x="1920" y="134527"/>
                    <a:pt x="2140" y="134636"/>
                  </a:cubicBezTo>
                  <a:cubicBezTo>
                    <a:pt x="2579" y="134801"/>
                    <a:pt x="3018" y="134911"/>
                    <a:pt x="3511" y="134911"/>
                  </a:cubicBezTo>
                  <a:lnTo>
                    <a:pt x="11247" y="134911"/>
                  </a:lnTo>
                  <a:lnTo>
                    <a:pt x="11247" y="140891"/>
                  </a:lnTo>
                  <a:lnTo>
                    <a:pt x="11247" y="147529"/>
                  </a:lnTo>
                  <a:cubicBezTo>
                    <a:pt x="11247" y="148627"/>
                    <a:pt x="12125" y="149504"/>
                    <a:pt x="13222" y="149504"/>
                  </a:cubicBezTo>
                  <a:lnTo>
                    <a:pt x="25128" y="149504"/>
                  </a:lnTo>
                  <a:lnTo>
                    <a:pt x="25128" y="149504"/>
                  </a:lnTo>
                  <a:lnTo>
                    <a:pt x="30230" y="149504"/>
                  </a:lnTo>
                  <a:cubicBezTo>
                    <a:pt x="35168" y="154442"/>
                    <a:pt x="40764" y="158941"/>
                    <a:pt x="46634" y="163275"/>
                  </a:cubicBezTo>
                  <a:cubicBezTo>
                    <a:pt x="46689" y="163330"/>
                    <a:pt x="46799" y="163385"/>
                    <a:pt x="46964" y="163550"/>
                  </a:cubicBezTo>
                  <a:cubicBezTo>
                    <a:pt x="46964" y="163550"/>
                    <a:pt x="46964" y="163550"/>
                    <a:pt x="46964" y="163550"/>
                  </a:cubicBezTo>
                  <a:cubicBezTo>
                    <a:pt x="47183" y="163714"/>
                    <a:pt x="47512" y="163934"/>
                    <a:pt x="47896" y="164208"/>
                  </a:cubicBezTo>
                  <a:cubicBezTo>
                    <a:pt x="47896" y="164208"/>
                    <a:pt x="47896" y="164208"/>
                    <a:pt x="47896" y="164208"/>
                  </a:cubicBezTo>
                  <a:cubicBezTo>
                    <a:pt x="48006" y="164263"/>
                    <a:pt x="48061" y="164318"/>
                    <a:pt x="48171" y="164373"/>
                  </a:cubicBezTo>
                  <a:cubicBezTo>
                    <a:pt x="48171" y="164373"/>
                    <a:pt x="48171" y="164373"/>
                    <a:pt x="48225" y="164373"/>
                  </a:cubicBezTo>
                  <a:cubicBezTo>
                    <a:pt x="48225" y="164373"/>
                    <a:pt x="48280" y="164373"/>
                    <a:pt x="48280" y="164427"/>
                  </a:cubicBezTo>
                  <a:cubicBezTo>
                    <a:pt x="48335" y="164482"/>
                    <a:pt x="48445" y="164537"/>
                    <a:pt x="48500" y="164592"/>
                  </a:cubicBezTo>
                  <a:cubicBezTo>
                    <a:pt x="48555" y="164592"/>
                    <a:pt x="48555" y="164647"/>
                    <a:pt x="48610" y="164647"/>
                  </a:cubicBezTo>
                  <a:cubicBezTo>
                    <a:pt x="48664" y="164702"/>
                    <a:pt x="48719" y="164702"/>
                    <a:pt x="48719" y="164757"/>
                  </a:cubicBezTo>
                  <a:cubicBezTo>
                    <a:pt x="48774" y="164811"/>
                    <a:pt x="48829" y="164811"/>
                    <a:pt x="48884" y="164866"/>
                  </a:cubicBezTo>
                  <a:cubicBezTo>
                    <a:pt x="48939" y="164866"/>
                    <a:pt x="48939" y="164921"/>
                    <a:pt x="48994" y="164921"/>
                  </a:cubicBezTo>
                  <a:cubicBezTo>
                    <a:pt x="49048" y="164976"/>
                    <a:pt x="49103" y="165031"/>
                    <a:pt x="49158" y="165031"/>
                  </a:cubicBezTo>
                  <a:cubicBezTo>
                    <a:pt x="49213" y="165031"/>
                    <a:pt x="49213" y="165086"/>
                    <a:pt x="49268" y="165086"/>
                  </a:cubicBezTo>
                  <a:cubicBezTo>
                    <a:pt x="49378" y="165195"/>
                    <a:pt x="49542" y="165250"/>
                    <a:pt x="49652" y="165360"/>
                  </a:cubicBezTo>
                  <a:cubicBezTo>
                    <a:pt x="49652" y="165360"/>
                    <a:pt x="49652" y="165360"/>
                    <a:pt x="49707" y="165360"/>
                  </a:cubicBezTo>
                  <a:cubicBezTo>
                    <a:pt x="50255" y="165744"/>
                    <a:pt x="50859" y="166128"/>
                    <a:pt x="51517" y="166567"/>
                  </a:cubicBezTo>
                  <a:lnTo>
                    <a:pt x="38953" y="185440"/>
                  </a:lnTo>
                  <a:lnTo>
                    <a:pt x="38953" y="185440"/>
                  </a:lnTo>
                  <a:lnTo>
                    <a:pt x="38953" y="185440"/>
                  </a:lnTo>
                  <a:lnTo>
                    <a:pt x="98865" y="178692"/>
                  </a:lnTo>
                  <a:lnTo>
                    <a:pt x="98865" y="178692"/>
                  </a:lnTo>
                  <a:lnTo>
                    <a:pt x="98865" y="178692"/>
                  </a:lnTo>
                  <a:lnTo>
                    <a:pt x="86027" y="134856"/>
                  </a:lnTo>
                  <a:lnTo>
                    <a:pt x="110880" y="134856"/>
                  </a:lnTo>
                  <a:lnTo>
                    <a:pt x="110880" y="140342"/>
                  </a:lnTo>
                  <a:lnTo>
                    <a:pt x="110880" y="140342"/>
                  </a:lnTo>
                  <a:lnTo>
                    <a:pt x="110880" y="140342"/>
                  </a:lnTo>
                  <a:lnTo>
                    <a:pt x="110880" y="145938"/>
                  </a:lnTo>
                  <a:lnTo>
                    <a:pt x="110880" y="200583"/>
                  </a:lnTo>
                  <a:cubicBezTo>
                    <a:pt x="110880" y="204259"/>
                    <a:pt x="114446" y="207221"/>
                    <a:pt x="118781" y="207221"/>
                  </a:cubicBezTo>
                  <a:lnTo>
                    <a:pt x="242170" y="207221"/>
                  </a:lnTo>
                  <a:cubicBezTo>
                    <a:pt x="246559" y="207221"/>
                    <a:pt x="250070" y="204259"/>
                    <a:pt x="250070" y="200583"/>
                  </a:cubicBezTo>
                  <a:lnTo>
                    <a:pt x="250070" y="145829"/>
                  </a:lnTo>
                  <a:lnTo>
                    <a:pt x="250070" y="143085"/>
                  </a:lnTo>
                  <a:lnTo>
                    <a:pt x="250070" y="143085"/>
                  </a:lnTo>
                  <a:lnTo>
                    <a:pt x="250070" y="140123"/>
                  </a:lnTo>
                  <a:lnTo>
                    <a:pt x="250070" y="140123"/>
                  </a:lnTo>
                  <a:lnTo>
                    <a:pt x="250070" y="140123"/>
                  </a:lnTo>
                  <a:lnTo>
                    <a:pt x="250070" y="137599"/>
                  </a:lnTo>
                  <a:cubicBezTo>
                    <a:pt x="252265" y="134965"/>
                    <a:pt x="254240" y="132222"/>
                    <a:pt x="255941" y="129369"/>
                  </a:cubicBezTo>
                  <a:cubicBezTo>
                    <a:pt x="258245" y="125584"/>
                    <a:pt x="259946" y="121633"/>
                    <a:pt x="261207" y="117574"/>
                  </a:cubicBezTo>
                  <a:cubicBezTo>
                    <a:pt x="261976" y="115050"/>
                    <a:pt x="262524" y="112416"/>
                    <a:pt x="262908" y="109838"/>
                  </a:cubicBezTo>
                  <a:cubicBezTo>
                    <a:pt x="262908" y="109563"/>
                    <a:pt x="262963" y="109179"/>
                    <a:pt x="263018" y="108850"/>
                  </a:cubicBezTo>
                  <a:close/>
                  <a:moveTo>
                    <a:pt x="67154" y="142482"/>
                  </a:moveTo>
                  <a:cubicBezTo>
                    <a:pt x="66660" y="142262"/>
                    <a:pt x="66221" y="141988"/>
                    <a:pt x="65837" y="141823"/>
                  </a:cubicBezTo>
                  <a:cubicBezTo>
                    <a:pt x="65782" y="141769"/>
                    <a:pt x="65727" y="141769"/>
                    <a:pt x="65672" y="141714"/>
                  </a:cubicBezTo>
                  <a:cubicBezTo>
                    <a:pt x="65508" y="141604"/>
                    <a:pt x="65343" y="141549"/>
                    <a:pt x="65178" y="141439"/>
                  </a:cubicBezTo>
                  <a:cubicBezTo>
                    <a:pt x="65124" y="141385"/>
                    <a:pt x="65069" y="141385"/>
                    <a:pt x="65014" y="141330"/>
                  </a:cubicBezTo>
                  <a:cubicBezTo>
                    <a:pt x="64959" y="141275"/>
                    <a:pt x="64849" y="141275"/>
                    <a:pt x="64794" y="141220"/>
                  </a:cubicBezTo>
                  <a:cubicBezTo>
                    <a:pt x="64740" y="141165"/>
                    <a:pt x="64630" y="141165"/>
                    <a:pt x="64575" y="141110"/>
                  </a:cubicBezTo>
                  <a:cubicBezTo>
                    <a:pt x="64520" y="141055"/>
                    <a:pt x="64465" y="141055"/>
                    <a:pt x="64410" y="141000"/>
                  </a:cubicBezTo>
                  <a:cubicBezTo>
                    <a:pt x="64355" y="141000"/>
                    <a:pt x="64301" y="140946"/>
                    <a:pt x="64301" y="140946"/>
                  </a:cubicBezTo>
                  <a:cubicBezTo>
                    <a:pt x="64191" y="140891"/>
                    <a:pt x="64136" y="140891"/>
                    <a:pt x="64081" y="140836"/>
                  </a:cubicBezTo>
                  <a:cubicBezTo>
                    <a:pt x="64081" y="140836"/>
                    <a:pt x="64081" y="140836"/>
                    <a:pt x="64081" y="140836"/>
                  </a:cubicBezTo>
                  <a:cubicBezTo>
                    <a:pt x="60350" y="139025"/>
                    <a:pt x="56839" y="136995"/>
                    <a:pt x="53547" y="134801"/>
                  </a:cubicBezTo>
                  <a:lnTo>
                    <a:pt x="72805" y="134801"/>
                  </a:lnTo>
                  <a:lnTo>
                    <a:pt x="67592" y="142646"/>
                  </a:lnTo>
                  <a:cubicBezTo>
                    <a:pt x="67318" y="142592"/>
                    <a:pt x="67263" y="142537"/>
                    <a:pt x="67154" y="142482"/>
                  </a:cubicBezTo>
                  <a:close/>
                  <a:moveTo>
                    <a:pt x="93543" y="85204"/>
                  </a:moveTo>
                  <a:lnTo>
                    <a:pt x="30450" y="85204"/>
                  </a:lnTo>
                  <a:cubicBezTo>
                    <a:pt x="30450" y="85204"/>
                    <a:pt x="30450" y="85204"/>
                    <a:pt x="30450" y="85149"/>
                  </a:cubicBezTo>
                  <a:lnTo>
                    <a:pt x="78510" y="85149"/>
                  </a:lnTo>
                  <a:lnTo>
                    <a:pt x="93543" y="85204"/>
                  </a:lnTo>
                  <a:lnTo>
                    <a:pt x="93543" y="85204"/>
                  </a:lnTo>
                  <a:close/>
                </a:path>
              </a:pathLst>
            </a:custGeom>
            <a:solidFill>
              <a:srgbClr val="13333D"/>
            </a:solidFill>
            <a:ln w="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16" name="Graphic 118">
              <a:extLst>
                <a:ext uri="{FF2B5EF4-FFF2-40B4-BE49-F238E27FC236}">
                  <a16:creationId xmlns:a16="http://schemas.microsoft.com/office/drawing/2014/main" id="{D27021DE-C660-4DA5-9C47-F997F4C2F219}"/>
                </a:ext>
              </a:extLst>
            </p:cNvPr>
            <p:cNvGrpSpPr/>
            <p:nvPr/>
          </p:nvGrpSpPr>
          <p:grpSpPr>
            <a:xfrm>
              <a:off x="5991732" y="4688943"/>
              <a:ext cx="263478" cy="207166"/>
              <a:chOff x="5991732" y="4688943"/>
              <a:chExt cx="263478" cy="207166"/>
            </a:xfrm>
          </p:grpSpPr>
          <p:grpSp>
            <p:nvGrpSpPr>
              <p:cNvPr id="317" name="Graphic 118">
                <a:extLst>
                  <a:ext uri="{FF2B5EF4-FFF2-40B4-BE49-F238E27FC236}">
                    <a16:creationId xmlns:a16="http://schemas.microsoft.com/office/drawing/2014/main" id="{B9F2181D-0CD2-1F4D-DBD8-569EB7A9710D}"/>
                  </a:ext>
                </a:extLst>
              </p:cNvPr>
              <p:cNvGrpSpPr/>
              <p:nvPr/>
            </p:nvGrpSpPr>
            <p:grpSpPr>
              <a:xfrm>
                <a:off x="5991732" y="4688943"/>
                <a:ext cx="156746" cy="149394"/>
                <a:chOff x="5991732" y="4688943"/>
                <a:chExt cx="156746" cy="149394"/>
              </a:xfrm>
            </p:grpSpPr>
            <p:grpSp>
              <p:nvGrpSpPr>
                <p:cNvPr id="318" name="Graphic 118">
                  <a:extLst>
                    <a:ext uri="{FF2B5EF4-FFF2-40B4-BE49-F238E27FC236}">
                      <a16:creationId xmlns:a16="http://schemas.microsoft.com/office/drawing/2014/main" id="{63FEED4F-0803-487A-7052-438E08F1843A}"/>
                    </a:ext>
                  </a:extLst>
                </p:cNvPr>
                <p:cNvGrpSpPr/>
                <p:nvPr/>
              </p:nvGrpSpPr>
              <p:grpSpPr>
                <a:xfrm>
                  <a:off x="5991787" y="4688943"/>
                  <a:ext cx="156691" cy="42629"/>
                  <a:chOff x="5991787" y="4688943"/>
                  <a:chExt cx="156691" cy="42629"/>
                </a:xfrm>
              </p:grpSpPr>
              <p:sp>
                <p:nvSpPr>
                  <p:cNvPr id="319" name="Freeform: Shape 318">
                    <a:extLst>
                      <a:ext uri="{FF2B5EF4-FFF2-40B4-BE49-F238E27FC236}">
                        <a16:creationId xmlns:a16="http://schemas.microsoft.com/office/drawing/2014/main" id="{F76C454E-E59A-655B-BDE3-A95B520A0253}"/>
                      </a:ext>
                    </a:extLst>
                  </p:cNvPr>
                  <p:cNvSpPr/>
                  <p:nvPr/>
                </p:nvSpPr>
                <p:spPr>
                  <a:xfrm>
                    <a:off x="6003034" y="4723508"/>
                    <a:ext cx="134526" cy="8065"/>
                  </a:xfrm>
                  <a:custGeom>
                    <a:avLst/>
                    <a:gdLst>
                      <a:gd name="connsiteX0" fmla="*/ 0 w 134526"/>
                      <a:gd name="connsiteY0" fmla="*/ 0 h 8065"/>
                      <a:gd name="connsiteX1" fmla="*/ 134527 w 134526"/>
                      <a:gd name="connsiteY1" fmla="*/ 0 h 8065"/>
                      <a:gd name="connsiteX2" fmla="*/ 134527 w 134526"/>
                      <a:gd name="connsiteY2" fmla="*/ 8065 h 8065"/>
                      <a:gd name="connsiteX3" fmla="*/ 0 w 134526"/>
                      <a:gd name="connsiteY3" fmla="*/ 8065 h 80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4526" h="8065">
                        <a:moveTo>
                          <a:pt x="0" y="0"/>
                        </a:moveTo>
                        <a:lnTo>
                          <a:pt x="134527" y="0"/>
                        </a:lnTo>
                        <a:lnTo>
                          <a:pt x="134527" y="8065"/>
                        </a:lnTo>
                        <a:lnTo>
                          <a:pt x="0" y="8065"/>
                        </a:lnTo>
                        <a:close/>
                      </a:path>
                    </a:pathLst>
                  </a:custGeom>
                  <a:solidFill>
                    <a:srgbClr val="A44995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20" name="Freeform: Shape 319">
                    <a:extLst>
                      <a:ext uri="{FF2B5EF4-FFF2-40B4-BE49-F238E27FC236}">
                        <a16:creationId xmlns:a16="http://schemas.microsoft.com/office/drawing/2014/main" id="{12633E7B-E412-4653-EF7F-0EC59DEBAD2C}"/>
                      </a:ext>
                    </a:extLst>
                  </p:cNvPr>
                  <p:cNvSpPr/>
                  <p:nvPr/>
                </p:nvSpPr>
                <p:spPr>
                  <a:xfrm>
                    <a:off x="6070297" y="4723508"/>
                    <a:ext cx="67263" cy="8010"/>
                  </a:xfrm>
                  <a:custGeom>
                    <a:avLst/>
                    <a:gdLst>
                      <a:gd name="connsiteX0" fmla="*/ 67263 w 67263"/>
                      <a:gd name="connsiteY0" fmla="*/ 8010 h 8010"/>
                      <a:gd name="connsiteX1" fmla="*/ 0 w 67263"/>
                      <a:gd name="connsiteY1" fmla="*/ 8010 h 8010"/>
                      <a:gd name="connsiteX2" fmla="*/ 7791 w 67263"/>
                      <a:gd name="connsiteY2" fmla="*/ 0 h 8010"/>
                      <a:gd name="connsiteX3" fmla="*/ 67263 w 67263"/>
                      <a:gd name="connsiteY3" fmla="*/ 0 h 80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7263" h="8010">
                        <a:moveTo>
                          <a:pt x="67263" y="8010"/>
                        </a:moveTo>
                        <a:lnTo>
                          <a:pt x="0" y="8010"/>
                        </a:lnTo>
                        <a:lnTo>
                          <a:pt x="7791" y="0"/>
                        </a:lnTo>
                        <a:lnTo>
                          <a:pt x="67263" y="0"/>
                        </a:lnTo>
                        <a:close/>
                      </a:path>
                    </a:pathLst>
                  </a:custGeom>
                  <a:solidFill>
                    <a:srgbClr val="952584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321" name="Graphic 118">
                    <a:extLst>
                      <a:ext uri="{FF2B5EF4-FFF2-40B4-BE49-F238E27FC236}">
                        <a16:creationId xmlns:a16="http://schemas.microsoft.com/office/drawing/2014/main" id="{7DB9658F-A780-2568-6DAF-2E07FD0D3446}"/>
                      </a:ext>
                    </a:extLst>
                  </p:cNvPr>
                  <p:cNvGrpSpPr/>
                  <p:nvPr/>
                </p:nvGrpSpPr>
                <p:grpSpPr>
                  <a:xfrm>
                    <a:off x="5991787" y="4688943"/>
                    <a:ext cx="156691" cy="34564"/>
                    <a:chOff x="5991787" y="4688943"/>
                    <a:chExt cx="156691" cy="34564"/>
                  </a:xfrm>
                </p:grpSpPr>
                <p:sp>
                  <p:nvSpPr>
                    <p:cNvPr id="322" name="Freeform: Shape 321">
                      <a:extLst>
                        <a:ext uri="{FF2B5EF4-FFF2-40B4-BE49-F238E27FC236}">
                          <a16:creationId xmlns:a16="http://schemas.microsoft.com/office/drawing/2014/main" id="{E7DC837E-0A32-18AA-AA57-99D1646E13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91787" y="4688998"/>
                      <a:ext cx="156691" cy="34509"/>
                    </a:xfrm>
                    <a:custGeom>
                      <a:avLst/>
                      <a:gdLst>
                        <a:gd name="connsiteX0" fmla="*/ 152796 w 156691"/>
                        <a:gd name="connsiteY0" fmla="*/ 34509 h 34509"/>
                        <a:gd name="connsiteX1" fmla="*/ 3895 w 156691"/>
                        <a:gd name="connsiteY1" fmla="*/ 34509 h 34509"/>
                        <a:gd name="connsiteX2" fmla="*/ 0 w 156691"/>
                        <a:gd name="connsiteY2" fmla="*/ 30614 h 34509"/>
                        <a:gd name="connsiteX3" fmla="*/ 0 w 156691"/>
                        <a:gd name="connsiteY3" fmla="*/ 3895 h 34509"/>
                        <a:gd name="connsiteX4" fmla="*/ 3895 w 156691"/>
                        <a:gd name="connsiteY4" fmla="*/ 0 h 34509"/>
                        <a:gd name="connsiteX5" fmla="*/ 152796 w 156691"/>
                        <a:gd name="connsiteY5" fmla="*/ 0 h 34509"/>
                        <a:gd name="connsiteX6" fmla="*/ 156692 w 156691"/>
                        <a:gd name="connsiteY6" fmla="*/ 3895 h 34509"/>
                        <a:gd name="connsiteX7" fmla="*/ 156692 w 156691"/>
                        <a:gd name="connsiteY7" fmla="*/ 30614 h 34509"/>
                        <a:gd name="connsiteX8" fmla="*/ 152796 w 156691"/>
                        <a:gd name="connsiteY8" fmla="*/ 34509 h 3450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56691" h="34509">
                          <a:moveTo>
                            <a:pt x="152796" y="34509"/>
                          </a:moveTo>
                          <a:lnTo>
                            <a:pt x="3895" y="34509"/>
                          </a:lnTo>
                          <a:cubicBezTo>
                            <a:pt x="1756" y="34509"/>
                            <a:pt x="0" y="32754"/>
                            <a:pt x="0" y="30614"/>
                          </a:cubicBezTo>
                          <a:lnTo>
                            <a:pt x="0" y="3895"/>
                          </a:lnTo>
                          <a:cubicBezTo>
                            <a:pt x="0" y="1756"/>
                            <a:pt x="1756" y="0"/>
                            <a:pt x="3895" y="0"/>
                          </a:cubicBezTo>
                          <a:lnTo>
                            <a:pt x="152796" y="0"/>
                          </a:lnTo>
                          <a:cubicBezTo>
                            <a:pt x="154936" y="0"/>
                            <a:pt x="156692" y="1756"/>
                            <a:pt x="156692" y="3895"/>
                          </a:cubicBezTo>
                          <a:lnTo>
                            <a:pt x="156692" y="30614"/>
                          </a:lnTo>
                          <a:cubicBezTo>
                            <a:pt x="156692" y="32754"/>
                            <a:pt x="154936" y="34509"/>
                            <a:pt x="152796" y="34509"/>
                          </a:cubicBezTo>
                          <a:close/>
                        </a:path>
                      </a:pathLst>
                    </a:custGeom>
                    <a:solidFill>
                      <a:srgbClr val="36A9E1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3" name="Freeform: Shape 322">
                      <a:extLst>
                        <a:ext uri="{FF2B5EF4-FFF2-40B4-BE49-F238E27FC236}">
                          <a16:creationId xmlns:a16="http://schemas.microsoft.com/office/drawing/2014/main" id="{1E8BACC0-2D0E-1551-3F98-195EBBDA1A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50875" y="4688943"/>
                      <a:ext cx="97603" cy="34509"/>
                    </a:xfrm>
                    <a:custGeom>
                      <a:avLst/>
                      <a:gdLst>
                        <a:gd name="connsiteX0" fmla="*/ 0 w 97603"/>
                        <a:gd name="connsiteY0" fmla="*/ 34509 h 34509"/>
                        <a:gd name="connsiteX1" fmla="*/ 93708 w 97603"/>
                        <a:gd name="connsiteY1" fmla="*/ 34509 h 34509"/>
                        <a:gd name="connsiteX2" fmla="*/ 97603 w 97603"/>
                        <a:gd name="connsiteY2" fmla="*/ 30614 h 34509"/>
                        <a:gd name="connsiteX3" fmla="*/ 97603 w 97603"/>
                        <a:gd name="connsiteY3" fmla="*/ 3895 h 34509"/>
                        <a:gd name="connsiteX4" fmla="*/ 93708 w 97603"/>
                        <a:gd name="connsiteY4" fmla="*/ 0 h 34509"/>
                        <a:gd name="connsiteX5" fmla="*/ 34509 w 97603"/>
                        <a:gd name="connsiteY5" fmla="*/ 0 h 34509"/>
                        <a:gd name="connsiteX6" fmla="*/ 0 w 97603"/>
                        <a:gd name="connsiteY6" fmla="*/ 34509 h 3450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97603" h="34509">
                          <a:moveTo>
                            <a:pt x="0" y="34509"/>
                          </a:moveTo>
                          <a:lnTo>
                            <a:pt x="93708" y="34509"/>
                          </a:lnTo>
                          <a:cubicBezTo>
                            <a:pt x="95847" y="34509"/>
                            <a:pt x="97603" y="32754"/>
                            <a:pt x="97603" y="30614"/>
                          </a:cubicBezTo>
                          <a:lnTo>
                            <a:pt x="97603" y="3895"/>
                          </a:lnTo>
                          <a:cubicBezTo>
                            <a:pt x="97603" y="1756"/>
                            <a:pt x="95847" y="0"/>
                            <a:pt x="93708" y="0"/>
                          </a:cubicBezTo>
                          <a:lnTo>
                            <a:pt x="34509" y="0"/>
                          </a:lnTo>
                          <a:lnTo>
                            <a:pt x="0" y="34509"/>
                          </a:lnTo>
                          <a:close/>
                        </a:path>
                      </a:pathLst>
                    </a:custGeom>
                    <a:solidFill>
                      <a:srgbClr val="0091C5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4" name="Freeform: Shape 323">
                      <a:extLst>
                        <a:ext uri="{FF2B5EF4-FFF2-40B4-BE49-F238E27FC236}">
                          <a16:creationId xmlns:a16="http://schemas.microsoft.com/office/drawing/2014/main" id="{6F38DAE1-57ED-9048-30FD-C64EB01C0B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91787" y="4714126"/>
                      <a:ext cx="156691" cy="9326"/>
                    </a:xfrm>
                    <a:custGeom>
                      <a:avLst/>
                      <a:gdLst>
                        <a:gd name="connsiteX0" fmla="*/ 152796 w 156691"/>
                        <a:gd name="connsiteY0" fmla="*/ 3895 h 9326"/>
                        <a:gd name="connsiteX1" fmla="*/ 3895 w 156691"/>
                        <a:gd name="connsiteY1" fmla="*/ 3895 h 9326"/>
                        <a:gd name="connsiteX2" fmla="*/ 0 w 156691"/>
                        <a:gd name="connsiteY2" fmla="*/ 0 h 9326"/>
                        <a:gd name="connsiteX3" fmla="*/ 0 w 156691"/>
                        <a:gd name="connsiteY3" fmla="*/ 5432 h 9326"/>
                        <a:gd name="connsiteX4" fmla="*/ 3895 w 156691"/>
                        <a:gd name="connsiteY4" fmla="*/ 9327 h 9326"/>
                        <a:gd name="connsiteX5" fmla="*/ 152796 w 156691"/>
                        <a:gd name="connsiteY5" fmla="*/ 9327 h 9326"/>
                        <a:gd name="connsiteX6" fmla="*/ 156692 w 156691"/>
                        <a:gd name="connsiteY6" fmla="*/ 5432 h 9326"/>
                        <a:gd name="connsiteX7" fmla="*/ 156692 w 156691"/>
                        <a:gd name="connsiteY7" fmla="*/ 0 h 9326"/>
                        <a:gd name="connsiteX8" fmla="*/ 152796 w 156691"/>
                        <a:gd name="connsiteY8" fmla="*/ 3895 h 93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56691" h="9326">
                          <a:moveTo>
                            <a:pt x="152796" y="3895"/>
                          </a:moveTo>
                          <a:lnTo>
                            <a:pt x="3895" y="3895"/>
                          </a:lnTo>
                          <a:cubicBezTo>
                            <a:pt x="1756" y="3895"/>
                            <a:pt x="0" y="2140"/>
                            <a:pt x="0" y="0"/>
                          </a:cubicBezTo>
                          <a:lnTo>
                            <a:pt x="0" y="5432"/>
                          </a:lnTo>
                          <a:cubicBezTo>
                            <a:pt x="0" y="7571"/>
                            <a:pt x="1756" y="9327"/>
                            <a:pt x="3895" y="9327"/>
                          </a:cubicBezTo>
                          <a:lnTo>
                            <a:pt x="152796" y="9327"/>
                          </a:lnTo>
                          <a:cubicBezTo>
                            <a:pt x="154936" y="9327"/>
                            <a:pt x="156692" y="7571"/>
                            <a:pt x="156692" y="5432"/>
                          </a:cubicBezTo>
                          <a:lnTo>
                            <a:pt x="156692" y="0"/>
                          </a:lnTo>
                          <a:cubicBezTo>
                            <a:pt x="156692" y="2140"/>
                            <a:pt x="154936" y="3895"/>
                            <a:pt x="152796" y="3895"/>
                          </a:cubicBezTo>
                          <a:close/>
                        </a:path>
                      </a:pathLst>
                    </a:custGeom>
                    <a:solidFill>
                      <a:srgbClr val="413E91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5" name="Freeform: Shape 324">
                      <a:extLst>
                        <a:ext uri="{FF2B5EF4-FFF2-40B4-BE49-F238E27FC236}">
                          <a16:creationId xmlns:a16="http://schemas.microsoft.com/office/drawing/2014/main" id="{3BA8D946-A3B3-ABB4-05D8-DD8BF0CF0C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05613" y="4694759"/>
                      <a:ext cx="5266" cy="16952"/>
                    </a:xfrm>
                    <a:custGeom>
                      <a:avLst/>
                      <a:gdLst>
                        <a:gd name="connsiteX0" fmla="*/ 2633 w 5266"/>
                        <a:gd name="connsiteY0" fmla="*/ 16953 h 16952"/>
                        <a:gd name="connsiteX1" fmla="*/ 2633 w 5266"/>
                        <a:gd name="connsiteY1" fmla="*/ 16953 h 16952"/>
                        <a:gd name="connsiteX2" fmla="*/ 0 w 5266"/>
                        <a:gd name="connsiteY2" fmla="*/ 14320 h 16952"/>
                        <a:gd name="connsiteX3" fmla="*/ 0 w 5266"/>
                        <a:gd name="connsiteY3" fmla="*/ 2633 h 16952"/>
                        <a:gd name="connsiteX4" fmla="*/ 2633 w 5266"/>
                        <a:gd name="connsiteY4" fmla="*/ 0 h 16952"/>
                        <a:gd name="connsiteX5" fmla="*/ 2633 w 5266"/>
                        <a:gd name="connsiteY5" fmla="*/ 0 h 16952"/>
                        <a:gd name="connsiteX6" fmla="*/ 5267 w 5266"/>
                        <a:gd name="connsiteY6" fmla="*/ 2633 h 16952"/>
                        <a:gd name="connsiteX7" fmla="*/ 5267 w 5266"/>
                        <a:gd name="connsiteY7" fmla="*/ 14320 h 16952"/>
                        <a:gd name="connsiteX8" fmla="*/ 2633 w 5266"/>
                        <a:gd name="connsiteY8" fmla="*/ 16953 h 169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5266" h="16952">
                          <a:moveTo>
                            <a:pt x="2633" y="16953"/>
                          </a:moveTo>
                          <a:lnTo>
                            <a:pt x="2633" y="16953"/>
                          </a:lnTo>
                          <a:cubicBezTo>
                            <a:pt x="1207" y="16953"/>
                            <a:pt x="0" y="15801"/>
                            <a:pt x="0" y="14320"/>
                          </a:cubicBezTo>
                          <a:lnTo>
                            <a:pt x="0" y="2633"/>
                          </a:lnTo>
                          <a:cubicBezTo>
                            <a:pt x="0" y="1207"/>
                            <a:pt x="1152" y="0"/>
                            <a:pt x="2633" y="0"/>
                          </a:cubicBezTo>
                          <a:lnTo>
                            <a:pt x="2633" y="0"/>
                          </a:lnTo>
                          <a:cubicBezTo>
                            <a:pt x="4060" y="0"/>
                            <a:pt x="5267" y="1152"/>
                            <a:pt x="5267" y="2633"/>
                          </a:cubicBezTo>
                          <a:lnTo>
                            <a:pt x="5267" y="14320"/>
                          </a:lnTo>
                          <a:cubicBezTo>
                            <a:pt x="5267" y="15801"/>
                            <a:pt x="4115" y="16953"/>
                            <a:pt x="2633" y="16953"/>
                          </a:cubicBezTo>
                          <a:close/>
                        </a:path>
                      </a:pathLst>
                    </a:custGeom>
                    <a:solidFill>
                      <a:srgbClr val="A44995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6" name="Freeform: Shape 325">
                      <a:extLst>
                        <a:ext uri="{FF2B5EF4-FFF2-40B4-BE49-F238E27FC236}">
                          <a16:creationId xmlns:a16="http://schemas.microsoft.com/office/drawing/2014/main" id="{AF3D930A-EFB7-1AA3-E38B-3B16195022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05613" y="4705018"/>
                      <a:ext cx="5266" cy="6748"/>
                    </a:xfrm>
                    <a:custGeom>
                      <a:avLst/>
                      <a:gdLst>
                        <a:gd name="connsiteX0" fmla="*/ 2633 w 5266"/>
                        <a:gd name="connsiteY0" fmla="*/ 2633 h 6748"/>
                        <a:gd name="connsiteX1" fmla="*/ 0 w 5266"/>
                        <a:gd name="connsiteY1" fmla="*/ 0 h 6748"/>
                        <a:gd name="connsiteX2" fmla="*/ 0 w 5266"/>
                        <a:gd name="connsiteY2" fmla="*/ 4115 h 6748"/>
                        <a:gd name="connsiteX3" fmla="*/ 2633 w 5266"/>
                        <a:gd name="connsiteY3" fmla="*/ 6748 h 6748"/>
                        <a:gd name="connsiteX4" fmla="*/ 5267 w 5266"/>
                        <a:gd name="connsiteY4" fmla="*/ 4115 h 6748"/>
                        <a:gd name="connsiteX5" fmla="*/ 5267 w 5266"/>
                        <a:gd name="connsiteY5" fmla="*/ 0 h 6748"/>
                        <a:gd name="connsiteX6" fmla="*/ 2633 w 5266"/>
                        <a:gd name="connsiteY6" fmla="*/ 2633 h 67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5266" h="6748">
                          <a:moveTo>
                            <a:pt x="2633" y="2633"/>
                          </a:moveTo>
                          <a:cubicBezTo>
                            <a:pt x="1207" y="2633"/>
                            <a:pt x="0" y="1481"/>
                            <a:pt x="0" y="0"/>
                          </a:cubicBezTo>
                          <a:lnTo>
                            <a:pt x="0" y="4115"/>
                          </a:lnTo>
                          <a:cubicBezTo>
                            <a:pt x="0" y="5541"/>
                            <a:pt x="1152" y="6748"/>
                            <a:pt x="2633" y="6748"/>
                          </a:cubicBezTo>
                          <a:cubicBezTo>
                            <a:pt x="4060" y="6748"/>
                            <a:pt x="5267" y="5596"/>
                            <a:pt x="5267" y="4115"/>
                          </a:cubicBezTo>
                          <a:lnTo>
                            <a:pt x="5267" y="0"/>
                          </a:lnTo>
                          <a:cubicBezTo>
                            <a:pt x="5267" y="1426"/>
                            <a:pt x="4115" y="2633"/>
                            <a:pt x="2633" y="2633"/>
                          </a:cubicBezTo>
                          <a:close/>
                        </a:path>
                      </a:pathLst>
                    </a:custGeom>
                    <a:solidFill>
                      <a:srgbClr val="952584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7" name="Freeform: Shape 326">
                      <a:extLst>
                        <a:ext uri="{FF2B5EF4-FFF2-40B4-BE49-F238E27FC236}">
                          <a16:creationId xmlns:a16="http://schemas.microsoft.com/office/drawing/2014/main" id="{B7A7746D-6703-4468-4A67-E41A32769D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21578" y="4694759"/>
                      <a:ext cx="5266" cy="16952"/>
                    </a:xfrm>
                    <a:custGeom>
                      <a:avLst/>
                      <a:gdLst>
                        <a:gd name="connsiteX0" fmla="*/ 2633 w 5266"/>
                        <a:gd name="connsiteY0" fmla="*/ 16953 h 16952"/>
                        <a:gd name="connsiteX1" fmla="*/ 2633 w 5266"/>
                        <a:gd name="connsiteY1" fmla="*/ 16953 h 16952"/>
                        <a:gd name="connsiteX2" fmla="*/ 0 w 5266"/>
                        <a:gd name="connsiteY2" fmla="*/ 14320 h 16952"/>
                        <a:gd name="connsiteX3" fmla="*/ 0 w 5266"/>
                        <a:gd name="connsiteY3" fmla="*/ 2633 h 16952"/>
                        <a:gd name="connsiteX4" fmla="*/ 2633 w 5266"/>
                        <a:gd name="connsiteY4" fmla="*/ 0 h 16952"/>
                        <a:gd name="connsiteX5" fmla="*/ 2633 w 5266"/>
                        <a:gd name="connsiteY5" fmla="*/ 0 h 16952"/>
                        <a:gd name="connsiteX6" fmla="*/ 5267 w 5266"/>
                        <a:gd name="connsiteY6" fmla="*/ 2633 h 16952"/>
                        <a:gd name="connsiteX7" fmla="*/ 5267 w 5266"/>
                        <a:gd name="connsiteY7" fmla="*/ 14320 h 16952"/>
                        <a:gd name="connsiteX8" fmla="*/ 2633 w 5266"/>
                        <a:gd name="connsiteY8" fmla="*/ 16953 h 169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5266" h="16952">
                          <a:moveTo>
                            <a:pt x="2633" y="16953"/>
                          </a:moveTo>
                          <a:lnTo>
                            <a:pt x="2633" y="16953"/>
                          </a:lnTo>
                          <a:cubicBezTo>
                            <a:pt x="1207" y="16953"/>
                            <a:pt x="0" y="15801"/>
                            <a:pt x="0" y="14320"/>
                          </a:cubicBezTo>
                          <a:lnTo>
                            <a:pt x="0" y="2633"/>
                          </a:lnTo>
                          <a:cubicBezTo>
                            <a:pt x="0" y="1207"/>
                            <a:pt x="1152" y="0"/>
                            <a:pt x="2633" y="0"/>
                          </a:cubicBezTo>
                          <a:lnTo>
                            <a:pt x="2633" y="0"/>
                          </a:lnTo>
                          <a:cubicBezTo>
                            <a:pt x="4060" y="0"/>
                            <a:pt x="5267" y="1152"/>
                            <a:pt x="5267" y="2633"/>
                          </a:cubicBezTo>
                          <a:lnTo>
                            <a:pt x="5267" y="14320"/>
                          </a:lnTo>
                          <a:cubicBezTo>
                            <a:pt x="5267" y="15801"/>
                            <a:pt x="4115" y="16953"/>
                            <a:pt x="2633" y="16953"/>
                          </a:cubicBezTo>
                          <a:close/>
                        </a:path>
                      </a:pathLst>
                    </a:custGeom>
                    <a:solidFill>
                      <a:srgbClr val="A44995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8" name="Freeform: Shape 327">
                      <a:extLst>
                        <a:ext uri="{FF2B5EF4-FFF2-40B4-BE49-F238E27FC236}">
                          <a16:creationId xmlns:a16="http://schemas.microsoft.com/office/drawing/2014/main" id="{68FA4A3E-5083-1F85-FB1F-AA7A614E8A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37598" y="4694759"/>
                      <a:ext cx="5266" cy="16952"/>
                    </a:xfrm>
                    <a:custGeom>
                      <a:avLst/>
                      <a:gdLst>
                        <a:gd name="connsiteX0" fmla="*/ 2633 w 5266"/>
                        <a:gd name="connsiteY0" fmla="*/ 16953 h 16952"/>
                        <a:gd name="connsiteX1" fmla="*/ 2633 w 5266"/>
                        <a:gd name="connsiteY1" fmla="*/ 16953 h 16952"/>
                        <a:gd name="connsiteX2" fmla="*/ 0 w 5266"/>
                        <a:gd name="connsiteY2" fmla="*/ 14320 h 16952"/>
                        <a:gd name="connsiteX3" fmla="*/ 0 w 5266"/>
                        <a:gd name="connsiteY3" fmla="*/ 2633 h 16952"/>
                        <a:gd name="connsiteX4" fmla="*/ 2633 w 5266"/>
                        <a:gd name="connsiteY4" fmla="*/ 0 h 16952"/>
                        <a:gd name="connsiteX5" fmla="*/ 2633 w 5266"/>
                        <a:gd name="connsiteY5" fmla="*/ 0 h 16952"/>
                        <a:gd name="connsiteX6" fmla="*/ 5267 w 5266"/>
                        <a:gd name="connsiteY6" fmla="*/ 2633 h 16952"/>
                        <a:gd name="connsiteX7" fmla="*/ 5267 w 5266"/>
                        <a:gd name="connsiteY7" fmla="*/ 14320 h 16952"/>
                        <a:gd name="connsiteX8" fmla="*/ 2633 w 5266"/>
                        <a:gd name="connsiteY8" fmla="*/ 16953 h 169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5266" h="16952">
                          <a:moveTo>
                            <a:pt x="2633" y="16953"/>
                          </a:moveTo>
                          <a:lnTo>
                            <a:pt x="2633" y="16953"/>
                          </a:lnTo>
                          <a:cubicBezTo>
                            <a:pt x="1207" y="16953"/>
                            <a:pt x="0" y="15801"/>
                            <a:pt x="0" y="14320"/>
                          </a:cubicBezTo>
                          <a:lnTo>
                            <a:pt x="0" y="2633"/>
                          </a:lnTo>
                          <a:cubicBezTo>
                            <a:pt x="0" y="1207"/>
                            <a:pt x="1152" y="0"/>
                            <a:pt x="2633" y="0"/>
                          </a:cubicBezTo>
                          <a:lnTo>
                            <a:pt x="2633" y="0"/>
                          </a:lnTo>
                          <a:cubicBezTo>
                            <a:pt x="4060" y="0"/>
                            <a:pt x="5267" y="1152"/>
                            <a:pt x="5267" y="2633"/>
                          </a:cubicBezTo>
                          <a:lnTo>
                            <a:pt x="5267" y="14320"/>
                          </a:lnTo>
                          <a:cubicBezTo>
                            <a:pt x="5267" y="15801"/>
                            <a:pt x="4060" y="16953"/>
                            <a:pt x="2633" y="16953"/>
                          </a:cubicBezTo>
                          <a:close/>
                        </a:path>
                      </a:pathLst>
                    </a:custGeom>
                    <a:solidFill>
                      <a:srgbClr val="A44995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29" name="Freeform: Shape 328">
                      <a:extLst>
                        <a:ext uri="{FF2B5EF4-FFF2-40B4-BE49-F238E27FC236}">
                          <a16:creationId xmlns:a16="http://schemas.microsoft.com/office/drawing/2014/main" id="{309F21CE-DBBC-00BF-857B-63070CCEAF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24942" y="4698270"/>
                      <a:ext cx="15361" cy="15361"/>
                    </a:xfrm>
                    <a:custGeom>
                      <a:avLst/>
                      <a:gdLst>
                        <a:gd name="connsiteX0" fmla="*/ 15362 w 15361"/>
                        <a:gd name="connsiteY0" fmla="*/ 7681 h 15361"/>
                        <a:gd name="connsiteX1" fmla="*/ 7681 w 15361"/>
                        <a:gd name="connsiteY1" fmla="*/ 15362 h 15361"/>
                        <a:gd name="connsiteX2" fmla="*/ 0 w 15361"/>
                        <a:gd name="connsiteY2" fmla="*/ 7681 h 15361"/>
                        <a:gd name="connsiteX3" fmla="*/ 7681 w 15361"/>
                        <a:gd name="connsiteY3" fmla="*/ 0 h 15361"/>
                        <a:gd name="connsiteX4" fmla="*/ 15362 w 15361"/>
                        <a:gd name="connsiteY4" fmla="*/ 7681 h 153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361" h="15361">
                          <a:moveTo>
                            <a:pt x="15362" y="7681"/>
                          </a:moveTo>
                          <a:cubicBezTo>
                            <a:pt x="15362" y="11923"/>
                            <a:pt x="11923" y="15362"/>
                            <a:pt x="7681" y="15362"/>
                          </a:cubicBezTo>
                          <a:cubicBezTo>
                            <a:pt x="3439" y="15362"/>
                            <a:pt x="0" y="11923"/>
                            <a:pt x="0" y="7681"/>
                          </a:cubicBezTo>
                          <a:cubicBezTo>
                            <a:pt x="0" y="3439"/>
                            <a:pt x="3439" y="0"/>
                            <a:pt x="7681" y="0"/>
                          </a:cubicBezTo>
                          <a:cubicBezTo>
                            <a:pt x="11923" y="0"/>
                            <a:pt x="15362" y="3439"/>
                            <a:pt x="15362" y="7681"/>
                          </a:cubicBezTo>
                          <a:close/>
                        </a:path>
                      </a:pathLst>
                    </a:custGeom>
                    <a:solidFill>
                      <a:srgbClr val="2C3088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30" name="Freeform: Shape 329">
                      <a:extLst>
                        <a:ext uri="{FF2B5EF4-FFF2-40B4-BE49-F238E27FC236}">
                          <a16:creationId xmlns:a16="http://schemas.microsoft.com/office/drawing/2014/main" id="{20F1A740-7F3E-11F5-3CEE-2E69C090F8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24942" y="4695582"/>
                      <a:ext cx="15361" cy="15361"/>
                    </a:xfrm>
                    <a:custGeom>
                      <a:avLst/>
                      <a:gdLst>
                        <a:gd name="connsiteX0" fmla="*/ 15362 w 15361"/>
                        <a:gd name="connsiteY0" fmla="*/ 7681 h 15361"/>
                        <a:gd name="connsiteX1" fmla="*/ 7681 w 15361"/>
                        <a:gd name="connsiteY1" fmla="*/ 15362 h 15361"/>
                        <a:gd name="connsiteX2" fmla="*/ 0 w 15361"/>
                        <a:gd name="connsiteY2" fmla="*/ 7681 h 15361"/>
                        <a:gd name="connsiteX3" fmla="*/ 7681 w 15361"/>
                        <a:gd name="connsiteY3" fmla="*/ 0 h 15361"/>
                        <a:gd name="connsiteX4" fmla="*/ 15362 w 15361"/>
                        <a:gd name="connsiteY4" fmla="*/ 7681 h 153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361" h="15361">
                          <a:moveTo>
                            <a:pt x="15362" y="7681"/>
                          </a:moveTo>
                          <a:cubicBezTo>
                            <a:pt x="15362" y="11923"/>
                            <a:pt x="11923" y="15362"/>
                            <a:pt x="7681" y="15362"/>
                          </a:cubicBezTo>
                          <a:cubicBezTo>
                            <a:pt x="3439" y="15362"/>
                            <a:pt x="0" y="11923"/>
                            <a:pt x="0" y="7681"/>
                          </a:cubicBezTo>
                          <a:cubicBezTo>
                            <a:pt x="0" y="3439"/>
                            <a:pt x="3439" y="0"/>
                            <a:pt x="7681" y="0"/>
                          </a:cubicBezTo>
                          <a:cubicBezTo>
                            <a:pt x="11923" y="0"/>
                            <a:pt x="15362" y="3439"/>
                            <a:pt x="15362" y="7681"/>
                          </a:cubicBezTo>
                          <a:close/>
                        </a:path>
                      </a:pathLst>
                    </a:custGeom>
                    <a:solidFill>
                      <a:srgbClr val="A44995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31" name="Freeform: Shape 330">
                      <a:extLst>
                        <a:ext uri="{FF2B5EF4-FFF2-40B4-BE49-F238E27FC236}">
                          <a16:creationId xmlns:a16="http://schemas.microsoft.com/office/drawing/2014/main" id="{C87E430A-0FE1-E137-C083-6C4B13D03E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26368" y="4696789"/>
                      <a:ext cx="12399" cy="6419"/>
                    </a:xfrm>
                    <a:custGeom>
                      <a:avLst/>
                      <a:gdLst>
                        <a:gd name="connsiteX0" fmla="*/ 6255 w 12399"/>
                        <a:gd name="connsiteY0" fmla="*/ 1536 h 6419"/>
                        <a:gd name="connsiteX1" fmla="*/ 12344 w 12399"/>
                        <a:gd name="connsiteY1" fmla="*/ 6419 h 6419"/>
                        <a:gd name="connsiteX2" fmla="*/ 12399 w 12399"/>
                        <a:gd name="connsiteY2" fmla="*/ 5651 h 6419"/>
                        <a:gd name="connsiteX3" fmla="*/ 6200 w 12399"/>
                        <a:gd name="connsiteY3" fmla="*/ 0 h 6419"/>
                        <a:gd name="connsiteX4" fmla="*/ 0 w 12399"/>
                        <a:gd name="connsiteY4" fmla="*/ 5651 h 6419"/>
                        <a:gd name="connsiteX5" fmla="*/ 55 w 12399"/>
                        <a:gd name="connsiteY5" fmla="*/ 6419 h 6419"/>
                        <a:gd name="connsiteX6" fmla="*/ 6255 w 12399"/>
                        <a:gd name="connsiteY6" fmla="*/ 1536 h 64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2399" h="6419">
                          <a:moveTo>
                            <a:pt x="6255" y="1536"/>
                          </a:moveTo>
                          <a:cubicBezTo>
                            <a:pt x="9382" y="1536"/>
                            <a:pt x="11960" y="3676"/>
                            <a:pt x="12344" y="6419"/>
                          </a:cubicBezTo>
                          <a:cubicBezTo>
                            <a:pt x="12399" y="6145"/>
                            <a:pt x="12399" y="5925"/>
                            <a:pt x="12399" y="5651"/>
                          </a:cubicBezTo>
                          <a:cubicBezTo>
                            <a:pt x="12399" y="2524"/>
                            <a:pt x="9656" y="0"/>
                            <a:pt x="6200" y="0"/>
                          </a:cubicBezTo>
                          <a:cubicBezTo>
                            <a:pt x="2798" y="0"/>
                            <a:pt x="0" y="2524"/>
                            <a:pt x="0" y="5651"/>
                          </a:cubicBezTo>
                          <a:cubicBezTo>
                            <a:pt x="0" y="5925"/>
                            <a:pt x="0" y="6145"/>
                            <a:pt x="55" y="6419"/>
                          </a:cubicBezTo>
                          <a:cubicBezTo>
                            <a:pt x="549" y="3676"/>
                            <a:pt x="3127" y="1536"/>
                            <a:pt x="6255" y="1536"/>
                          </a:cubicBezTo>
                          <a:close/>
                        </a:path>
                      </a:pathLst>
                    </a:custGeom>
                    <a:solidFill>
                      <a:srgbClr val="87B1DF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32" name="Freeform: Shape 331">
                      <a:extLst>
                        <a:ext uri="{FF2B5EF4-FFF2-40B4-BE49-F238E27FC236}">
                          <a16:creationId xmlns:a16="http://schemas.microsoft.com/office/drawing/2014/main" id="{0C72AFBD-CFD9-65F4-D972-FC1FB2F1CB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24887" y="4702165"/>
                      <a:ext cx="15361" cy="8778"/>
                    </a:xfrm>
                    <a:custGeom>
                      <a:avLst/>
                      <a:gdLst>
                        <a:gd name="connsiteX0" fmla="*/ 7736 w 15361"/>
                        <a:gd name="connsiteY0" fmla="*/ 6584 h 8778"/>
                        <a:gd name="connsiteX1" fmla="*/ 110 w 15361"/>
                        <a:gd name="connsiteY1" fmla="*/ 0 h 8778"/>
                        <a:gd name="connsiteX2" fmla="*/ 0 w 15361"/>
                        <a:gd name="connsiteY2" fmla="*/ 1097 h 8778"/>
                        <a:gd name="connsiteX3" fmla="*/ 7681 w 15361"/>
                        <a:gd name="connsiteY3" fmla="*/ 8778 h 8778"/>
                        <a:gd name="connsiteX4" fmla="*/ 15362 w 15361"/>
                        <a:gd name="connsiteY4" fmla="*/ 1097 h 8778"/>
                        <a:gd name="connsiteX5" fmla="*/ 15252 w 15361"/>
                        <a:gd name="connsiteY5" fmla="*/ 0 h 8778"/>
                        <a:gd name="connsiteX6" fmla="*/ 7736 w 15361"/>
                        <a:gd name="connsiteY6" fmla="*/ 6584 h 8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5361" h="8778">
                          <a:moveTo>
                            <a:pt x="7736" y="6584"/>
                          </a:moveTo>
                          <a:cubicBezTo>
                            <a:pt x="3840" y="6584"/>
                            <a:pt x="658" y="3731"/>
                            <a:pt x="110" y="0"/>
                          </a:cubicBezTo>
                          <a:cubicBezTo>
                            <a:pt x="55" y="384"/>
                            <a:pt x="0" y="713"/>
                            <a:pt x="0" y="1097"/>
                          </a:cubicBezTo>
                          <a:cubicBezTo>
                            <a:pt x="0" y="5377"/>
                            <a:pt x="3456" y="8778"/>
                            <a:pt x="7681" y="8778"/>
                          </a:cubicBezTo>
                          <a:cubicBezTo>
                            <a:pt x="11960" y="8778"/>
                            <a:pt x="15362" y="5322"/>
                            <a:pt x="15362" y="1097"/>
                          </a:cubicBezTo>
                          <a:cubicBezTo>
                            <a:pt x="15362" y="713"/>
                            <a:pt x="15307" y="329"/>
                            <a:pt x="15252" y="0"/>
                          </a:cubicBezTo>
                          <a:cubicBezTo>
                            <a:pt x="14758" y="3676"/>
                            <a:pt x="11576" y="6584"/>
                            <a:pt x="7736" y="6584"/>
                          </a:cubicBezTo>
                          <a:close/>
                        </a:path>
                      </a:pathLst>
                    </a:custGeom>
                    <a:solidFill>
                      <a:srgbClr val="952584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33" name="Freeform: Shape 332">
                      <a:extLst>
                        <a:ext uri="{FF2B5EF4-FFF2-40B4-BE49-F238E27FC236}">
                          <a16:creationId xmlns:a16="http://schemas.microsoft.com/office/drawing/2014/main" id="{917A4299-E07C-097D-2BF9-1AAFB2A36D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21578" y="4705018"/>
                      <a:ext cx="5266" cy="6748"/>
                    </a:xfrm>
                    <a:custGeom>
                      <a:avLst/>
                      <a:gdLst>
                        <a:gd name="connsiteX0" fmla="*/ 2633 w 5266"/>
                        <a:gd name="connsiteY0" fmla="*/ 2633 h 6748"/>
                        <a:gd name="connsiteX1" fmla="*/ 0 w 5266"/>
                        <a:gd name="connsiteY1" fmla="*/ 0 h 6748"/>
                        <a:gd name="connsiteX2" fmla="*/ 0 w 5266"/>
                        <a:gd name="connsiteY2" fmla="*/ 4115 h 6748"/>
                        <a:gd name="connsiteX3" fmla="*/ 2633 w 5266"/>
                        <a:gd name="connsiteY3" fmla="*/ 6748 h 6748"/>
                        <a:gd name="connsiteX4" fmla="*/ 5267 w 5266"/>
                        <a:gd name="connsiteY4" fmla="*/ 4115 h 6748"/>
                        <a:gd name="connsiteX5" fmla="*/ 5267 w 5266"/>
                        <a:gd name="connsiteY5" fmla="*/ 0 h 6748"/>
                        <a:gd name="connsiteX6" fmla="*/ 2633 w 5266"/>
                        <a:gd name="connsiteY6" fmla="*/ 2633 h 67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5266" h="6748">
                          <a:moveTo>
                            <a:pt x="2633" y="2633"/>
                          </a:moveTo>
                          <a:cubicBezTo>
                            <a:pt x="1207" y="2633"/>
                            <a:pt x="0" y="1481"/>
                            <a:pt x="0" y="0"/>
                          </a:cubicBezTo>
                          <a:lnTo>
                            <a:pt x="0" y="4115"/>
                          </a:lnTo>
                          <a:cubicBezTo>
                            <a:pt x="0" y="5541"/>
                            <a:pt x="1152" y="6748"/>
                            <a:pt x="2633" y="6748"/>
                          </a:cubicBezTo>
                          <a:cubicBezTo>
                            <a:pt x="4060" y="6748"/>
                            <a:pt x="5267" y="5596"/>
                            <a:pt x="5267" y="4115"/>
                          </a:cubicBezTo>
                          <a:lnTo>
                            <a:pt x="5267" y="0"/>
                          </a:lnTo>
                          <a:cubicBezTo>
                            <a:pt x="5267" y="1426"/>
                            <a:pt x="4115" y="2633"/>
                            <a:pt x="2633" y="2633"/>
                          </a:cubicBezTo>
                          <a:close/>
                        </a:path>
                      </a:pathLst>
                    </a:custGeom>
                    <a:solidFill>
                      <a:srgbClr val="952584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34" name="Freeform: Shape 333">
                      <a:extLst>
                        <a:ext uri="{FF2B5EF4-FFF2-40B4-BE49-F238E27FC236}">
                          <a16:creationId xmlns:a16="http://schemas.microsoft.com/office/drawing/2014/main" id="{1E1BD829-821A-A0B0-106E-B8E205590F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37598" y="4705018"/>
                      <a:ext cx="5266" cy="6748"/>
                    </a:xfrm>
                    <a:custGeom>
                      <a:avLst/>
                      <a:gdLst>
                        <a:gd name="connsiteX0" fmla="*/ 2633 w 5266"/>
                        <a:gd name="connsiteY0" fmla="*/ 2633 h 6748"/>
                        <a:gd name="connsiteX1" fmla="*/ 0 w 5266"/>
                        <a:gd name="connsiteY1" fmla="*/ 0 h 6748"/>
                        <a:gd name="connsiteX2" fmla="*/ 0 w 5266"/>
                        <a:gd name="connsiteY2" fmla="*/ 4115 h 6748"/>
                        <a:gd name="connsiteX3" fmla="*/ 2633 w 5266"/>
                        <a:gd name="connsiteY3" fmla="*/ 6748 h 6748"/>
                        <a:gd name="connsiteX4" fmla="*/ 5267 w 5266"/>
                        <a:gd name="connsiteY4" fmla="*/ 4115 h 6748"/>
                        <a:gd name="connsiteX5" fmla="*/ 5267 w 5266"/>
                        <a:gd name="connsiteY5" fmla="*/ 0 h 6748"/>
                        <a:gd name="connsiteX6" fmla="*/ 2633 w 5266"/>
                        <a:gd name="connsiteY6" fmla="*/ 2633 h 67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5266" h="6748">
                          <a:moveTo>
                            <a:pt x="2633" y="2633"/>
                          </a:moveTo>
                          <a:cubicBezTo>
                            <a:pt x="1207" y="2633"/>
                            <a:pt x="0" y="1481"/>
                            <a:pt x="0" y="0"/>
                          </a:cubicBezTo>
                          <a:lnTo>
                            <a:pt x="0" y="4115"/>
                          </a:lnTo>
                          <a:cubicBezTo>
                            <a:pt x="0" y="5541"/>
                            <a:pt x="1152" y="6748"/>
                            <a:pt x="2633" y="6748"/>
                          </a:cubicBezTo>
                          <a:cubicBezTo>
                            <a:pt x="4060" y="6748"/>
                            <a:pt x="5267" y="5596"/>
                            <a:pt x="5267" y="4115"/>
                          </a:cubicBezTo>
                          <a:lnTo>
                            <a:pt x="5267" y="0"/>
                          </a:lnTo>
                          <a:cubicBezTo>
                            <a:pt x="5267" y="1426"/>
                            <a:pt x="4060" y="2633"/>
                            <a:pt x="2633" y="2633"/>
                          </a:cubicBezTo>
                          <a:close/>
                        </a:path>
                      </a:pathLst>
                    </a:custGeom>
                    <a:solidFill>
                      <a:srgbClr val="952584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35" name="Freeform: Shape 334">
                      <a:extLst>
                        <a:ext uri="{FF2B5EF4-FFF2-40B4-BE49-F238E27FC236}">
                          <a16:creationId xmlns:a16="http://schemas.microsoft.com/office/drawing/2014/main" id="{582F3359-1012-6B61-AA11-8AC4706FCF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09525" y="4700026"/>
                      <a:ext cx="8778" cy="8778"/>
                    </a:xfrm>
                    <a:custGeom>
                      <a:avLst/>
                      <a:gdLst>
                        <a:gd name="connsiteX0" fmla="*/ 8778 w 8778"/>
                        <a:gd name="connsiteY0" fmla="*/ 4389 h 8778"/>
                        <a:gd name="connsiteX1" fmla="*/ 4389 w 8778"/>
                        <a:gd name="connsiteY1" fmla="*/ 8778 h 8778"/>
                        <a:gd name="connsiteX2" fmla="*/ 0 w 8778"/>
                        <a:gd name="connsiteY2" fmla="*/ 4389 h 8778"/>
                        <a:gd name="connsiteX3" fmla="*/ 4389 w 8778"/>
                        <a:gd name="connsiteY3" fmla="*/ 0 h 8778"/>
                        <a:gd name="connsiteX4" fmla="*/ 8778 w 8778"/>
                        <a:gd name="connsiteY4" fmla="*/ 4389 h 8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8778" h="8778">
                          <a:moveTo>
                            <a:pt x="8778" y="4389"/>
                          </a:moveTo>
                          <a:cubicBezTo>
                            <a:pt x="8778" y="6813"/>
                            <a:pt x="6813" y="8778"/>
                            <a:pt x="4389" y="8778"/>
                          </a:cubicBezTo>
                          <a:cubicBezTo>
                            <a:pt x="1965" y="8778"/>
                            <a:pt x="0" y="6813"/>
                            <a:pt x="0" y="4389"/>
                          </a:cubicBezTo>
                          <a:cubicBezTo>
                            <a:pt x="0" y="1965"/>
                            <a:pt x="1965" y="0"/>
                            <a:pt x="4389" y="0"/>
                          </a:cubicBezTo>
                          <a:cubicBezTo>
                            <a:pt x="6813" y="0"/>
                            <a:pt x="8778" y="1965"/>
                            <a:pt x="8778" y="4389"/>
                          </a:cubicBezTo>
                          <a:close/>
                        </a:path>
                      </a:pathLst>
                    </a:custGeom>
                    <a:solidFill>
                      <a:srgbClr val="A44995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336" name="Freeform: Shape 335">
                    <a:extLst>
                      <a:ext uri="{FF2B5EF4-FFF2-40B4-BE49-F238E27FC236}">
                        <a16:creationId xmlns:a16="http://schemas.microsoft.com/office/drawing/2014/main" id="{06E0B58E-8B53-BFC7-9735-F73D1AAE7F45}"/>
                      </a:ext>
                    </a:extLst>
                  </p:cNvPr>
                  <p:cNvSpPr/>
                  <p:nvPr/>
                </p:nvSpPr>
                <p:spPr>
                  <a:xfrm>
                    <a:off x="6052686" y="4694704"/>
                    <a:ext cx="48664" cy="17007"/>
                  </a:xfrm>
                  <a:custGeom>
                    <a:avLst/>
                    <a:gdLst>
                      <a:gd name="connsiteX0" fmla="*/ 46689 w 48664"/>
                      <a:gd name="connsiteY0" fmla="*/ 17008 h 17007"/>
                      <a:gd name="connsiteX1" fmla="*/ 1975 w 48664"/>
                      <a:gd name="connsiteY1" fmla="*/ 17008 h 17007"/>
                      <a:gd name="connsiteX2" fmla="*/ 0 w 48664"/>
                      <a:gd name="connsiteY2" fmla="*/ 15033 h 17007"/>
                      <a:gd name="connsiteX3" fmla="*/ 0 w 48664"/>
                      <a:gd name="connsiteY3" fmla="*/ 1975 h 17007"/>
                      <a:gd name="connsiteX4" fmla="*/ 1975 w 48664"/>
                      <a:gd name="connsiteY4" fmla="*/ 0 h 17007"/>
                      <a:gd name="connsiteX5" fmla="*/ 46689 w 48664"/>
                      <a:gd name="connsiteY5" fmla="*/ 0 h 17007"/>
                      <a:gd name="connsiteX6" fmla="*/ 48664 w 48664"/>
                      <a:gd name="connsiteY6" fmla="*/ 1975 h 17007"/>
                      <a:gd name="connsiteX7" fmla="*/ 48664 w 48664"/>
                      <a:gd name="connsiteY7" fmla="*/ 15033 h 17007"/>
                      <a:gd name="connsiteX8" fmla="*/ 46689 w 48664"/>
                      <a:gd name="connsiteY8" fmla="*/ 17008 h 170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8664" h="17007">
                        <a:moveTo>
                          <a:pt x="46689" y="17008"/>
                        </a:moveTo>
                        <a:lnTo>
                          <a:pt x="1975" y="17008"/>
                        </a:lnTo>
                        <a:cubicBezTo>
                          <a:pt x="878" y="17008"/>
                          <a:pt x="0" y="16130"/>
                          <a:pt x="0" y="15033"/>
                        </a:cubicBezTo>
                        <a:lnTo>
                          <a:pt x="0" y="1975"/>
                        </a:lnTo>
                        <a:cubicBezTo>
                          <a:pt x="0" y="878"/>
                          <a:pt x="878" y="0"/>
                          <a:pt x="1975" y="0"/>
                        </a:cubicBezTo>
                        <a:lnTo>
                          <a:pt x="46689" y="0"/>
                        </a:lnTo>
                        <a:cubicBezTo>
                          <a:pt x="47787" y="0"/>
                          <a:pt x="48664" y="878"/>
                          <a:pt x="48664" y="1975"/>
                        </a:cubicBezTo>
                        <a:lnTo>
                          <a:pt x="48664" y="15033"/>
                        </a:lnTo>
                        <a:cubicBezTo>
                          <a:pt x="48610" y="16130"/>
                          <a:pt x="47732" y="17008"/>
                          <a:pt x="46689" y="1700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37" name="Freeform: Shape 336">
                    <a:extLst>
                      <a:ext uri="{FF2B5EF4-FFF2-40B4-BE49-F238E27FC236}">
                        <a16:creationId xmlns:a16="http://schemas.microsoft.com/office/drawing/2014/main" id="{201D1C44-9021-587C-4B04-9967540FD46B}"/>
                      </a:ext>
                    </a:extLst>
                  </p:cNvPr>
                  <p:cNvSpPr/>
                  <p:nvPr/>
                </p:nvSpPr>
                <p:spPr>
                  <a:xfrm>
                    <a:off x="6052686" y="4708749"/>
                    <a:ext cx="48609" cy="2962"/>
                  </a:xfrm>
                  <a:custGeom>
                    <a:avLst/>
                    <a:gdLst>
                      <a:gd name="connsiteX0" fmla="*/ 46689 w 48609"/>
                      <a:gd name="connsiteY0" fmla="*/ 2963 h 2962"/>
                      <a:gd name="connsiteX1" fmla="*/ 1975 w 48609"/>
                      <a:gd name="connsiteY1" fmla="*/ 2963 h 2962"/>
                      <a:gd name="connsiteX2" fmla="*/ 0 w 48609"/>
                      <a:gd name="connsiteY2" fmla="*/ 988 h 2962"/>
                      <a:gd name="connsiteX3" fmla="*/ 0 w 48609"/>
                      <a:gd name="connsiteY3" fmla="*/ 0 h 2962"/>
                      <a:gd name="connsiteX4" fmla="*/ 48610 w 48609"/>
                      <a:gd name="connsiteY4" fmla="*/ 0 h 2962"/>
                      <a:gd name="connsiteX5" fmla="*/ 48610 w 48609"/>
                      <a:gd name="connsiteY5" fmla="*/ 988 h 2962"/>
                      <a:gd name="connsiteX6" fmla="*/ 46689 w 48609"/>
                      <a:gd name="connsiteY6" fmla="*/ 2963 h 29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48609" h="2962">
                        <a:moveTo>
                          <a:pt x="46689" y="2963"/>
                        </a:moveTo>
                        <a:lnTo>
                          <a:pt x="1975" y="2963"/>
                        </a:lnTo>
                        <a:cubicBezTo>
                          <a:pt x="878" y="2963"/>
                          <a:pt x="0" y="2085"/>
                          <a:pt x="0" y="988"/>
                        </a:cubicBezTo>
                        <a:lnTo>
                          <a:pt x="0" y="0"/>
                        </a:lnTo>
                        <a:lnTo>
                          <a:pt x="48610" y="0"/>
                        </a:lnTo>
                        <a:lnTo>
                          <a:pt x="48610" y="988"/>
                        </a:lnTo>
                        <a:cubicBezTo>
                          <a:pt x="48610" y="2085"/>
                          <a:pt x="47732" y="2963"/>
                          <a:pt x="46689" y="2963"/>
                        </a:cubicBezTo>
                        <a:close/>
                      </a:path>
                    </a:pathLst>
                  </a:custGeom>
                  <a:solidFill>
                    <a:srgbClr val="DADADA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38" name="Freeform: Shape 337">
                    <a:extLst>
                      <a:ext uri="{FF2B5EF4-FFF2-40B4-BE49-F238E27FC236}">
                        <a16:creationId xmlns:a16="http://schemas.microsoft.com/office/drawing/2014/main" id="{46E1B42A-EF39-3AE0-7272-46D83DCA2804}"/>
                      </a:ext>
                    </a:extLst>
                  </p:cNvPr>
                  <p:cNvSpPr/>
                  <p:nvPr/>
                </p:nvSpPr>
                <p:spPr>
                  <a:xfrm>
                    <a:off x="6056691" y="4698654"/>
                    <a:ext cx="15691" cy="2523"/>
                  </a:xfrm>
                  <a:custGeom>
                    <a:avLst/>
                    <a:gdLst>
                      <a:gd name="connsiteX0" fmla="*/ 14429 w 15691"/>
                      <a:gd name="connsiteY0" fmla="*/ 2524 h 2523"/>
                      <a:gd name="connsiteX1" fmla="*/ 1262 w 15691"/>
                      <a:gd name="connsiteY1" fmla="*/ 2524 h 2523"/>
                      <a:gd name="connsiteX2" fmla="*/ 0 w 15691"/>
                      <a:gd name="connsiteY2" fmla="*/ 1262 h 2523"/>
                      <a:gd name="connsiteX3" fmla="*/ 0 w 15691"/>
                      <a:gd name="connsiteY3" fmla="*/ 1262 h 2523"/>
                      <a:gd name="connsiteX4" fmla="*/ 1262 w 15691"/>
                      <a:gd name="connsiteY4" fmla="*/ 0 h 2523"/>
                      <a:gd name="connsiteX5" fmla="*/ 14429 w 15691"/>
                      <a:gd name="connsiteY5" fmla="*/ 0 h 2523"/>
                      <a:gd name="connsiteX6" fmla="*/ 15691 w 15691"/>
                      <a:gd name="connsiteY6" fmla="*/ 1262 h 2523"/>
                      <a:gd name="connsiteX7" fmla="*/ 15691 w 15691"/>
                      <a:gd name="connsiteY7" fmla="*/ 1262 h 2523"/>
                      <a:gd name="connsiteX8" fmla="*/ 14429 w 15691"/>
                      <a:gd name="connsiteY8" fmla="*/ 2524 h 2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691" h="2523">
                        <a:moveTo>
                          <a:pt x="14429" y="2524"/>
                        </a:moveTo>
                        <a:lnTo>
                          <a:pt x="1262" y="2524"/>
                        </a:lnTo>
                        <a:cubicBezTo>
                          <a:pt x="549" y="2524"/>
                          <a:pt x="0" y="1975"/>
                          <a:pt x="0" y="1262"/>
                        </a:cubicBezTo>
                        <a:lnTo>
                          <a:pt x="0" y="1262"/>
                        </a:lnTo>
                        <a:cubicBezTo>
                          <a:pt x="0" y="549"/>
                          <a:pt x="549" y="0"/>
                          <a:pt x="1262" y="0"/>
                        </a:cubicBezTo>
                        <a:lnTo>
                          <a:pt x="14429" y="0"/>
                        </a:lnTo>
                        <a:cubicBezTo>
                          <a:pt x="15142" y="0"/>
                          <a:pt x="15691" y="549"/>
                          <a:pt x="15691" y="1262"/>
                        </a:cubicBezTo>
                        <a:lnTo>
                          <a:pt x="15691" y="1262"/>
                        </a:lnTo>
                        <a:cubicBezTo>
                          <a:pt x="15691" y="1920"/>
                          <a:pt x="15088" y="2524"/>
                          <a:pt x="14429" y="2524"/>
                        </a:cubicBezTo>
                        <a:close/>
                      </a:path>
                    </a:pathLst>
                  </a:custGeom>
                  <a:solidFill>
                    <a:srgbClr val="DADADA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39" name="Freeform: Shape 338">
                    <a:extLst>
                      <a:ext uri="{FF2B5EF4-FFF2-40B4-BE49-F238E27FC236}">
                        <a16:creationId xmlns:a16="http://schemas.microsoft.com/office/drawing/2014/main" id="{B8F111BE-7FBB-26DA-CEBD-CD6C90AC8AD9}"/>
                      </a:ext>
                    </a:extLst>
                  </p:cNvPr>
                  <p:cNvSpPr/>
                  <p:nvPr/>
                </p:nvSpPr>
                <p:spPr>
                  <a:xfrm>
                    <a:off x="6056691" y="4703318"/>
                    <a:ext cx="40325" cy="2523"/>
                  </a:xfrm>
                  <a:custGeom>
                    <a:avLst/>
                    <a:gdLst>
                      <a:gd name="connsiteX0" fmla="*/ 39063 w 40325"/>
                      <a:gd name="connsiteY0" fmla="*/ 2524 h 2523"/>
                      <a:gd name="connsiteX1" fmla="*/ 1262 w 40325"/>
                      <a:gd name="connsiteY1" fmla="*/ 2524 h 2523"/>
                      <a:gd name="connsiteX2" fmla="*/ 0 w 40325"/>
                      <a:gd name="connsiteY2" fmla="*/ 1262 h 2523"/>
                      <a:gd name="connsiteX3" fmla="*/ 0 w 40325"/>
                      <a:gd name="connsiteY3" fmla="*/ 1262 h 2523"/>
                      <a:gd name="connsiteX4" fmla="*/ 1262 w 40325"/>
                      <a:gd name="connsiteY4" fmla="*/ 0 h 2523"/>
                      <a:gd name="connsiteX5" fmla="*/ 39063 w 40325"/>
                      <a:gd name="connsiteY5" fmla="*/ 0 h 2523"/>
                      <a:gd name="connsiteX6" fmla="*/ 40325 w 40325"/>
                      <a:gd name="connsiteY6" fmla="*/ 1262 h 2523"/>
                      <a:gd name="connsiteX7" fmla="*/ 40325 w 40325"/>
                      <a:gd name="connsiteY7" fmla="*/ 1262 h 2523"/>
                      <a:gd name="connsiteX8" fmla="*/ 39063 w 40325"/>
                      <a:gd name="connsiteY8" fmla="*/ 2524 h 2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0325" h="2523">
                        <a:moveTo>
                          <a:pt x="39063" y="2524"/>
                        </a:moveTo>
                        <a:lnTo>
                          <a:pt x="1262" y="2524"/>
                        </a:lnTo>
                        <a:cubicBezTo>
                          <a:pt x="549" y="2524"/>
                          <a:pt x="0" y="1975"/>
                          <a:pt x="0" y="1262"/>
                        </a:cubicBezTo>
                        <a:lnTo>
                          <a:pt x="0" y="1262"/>
                        </a:lnTo>
                        <a:cubicBezTo>
                          <a:pt x="0" y="549"/>
                          <a:pt x="549" y="0"/>
                          <a:pt x="1262" y="0"/>
                        </a:cubicBezTo>
                        <a:lnTo>
                          <a:pt x="39063" y="0"/>
                        </a:lnTo>
                        <a:cubicBezTo>
                          <a:pt x="39776" y="0"/>
                          <a:pt x="40325" y="549"/>
                          <a:pt x="40325" y="1262"/>
                        </a:cubicBezTo>
                        <a:lnTo>
                          <a:pt x="40325" y="1262"/>
                        </a:lnTo>
                        <a:cubicBezTo>
                          <a:pt x="40325" y="1975"/>
                          <a:pt x="39776" y="2524"/>
                          <a:pt x="39063" y="2524"/>
                        </a:cubicBezTo>
                        <a:close/>
                      </a:path>
                    </a:pathLst>
                  </a:custGeom>
                  <a:solidFill>
                    <a:srgbClr val="DADADA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40" name="Graphic 118">
                  <a:extLst>
                    <a:ext uri="{FF2B5EF4-FFF2-40B4-BE49-F238E27FC236}">
                      <a16:creationId xmlns:a16="http://schemas.microsoft.com/office/drawing/2014/main" id="{2448E3E4-4497-CFC8-4873-1C3BFE585C90}"/>
                    </a:ext>
                  </a:extLst>
                </p:cNvPr>
                <p:cNvGrpSpPr/>
                <p:nvPr/>
              </p:nvGrpSpPr>
              <p:grpSpPr>
                <a:xfrm>
                  <a:off x="5991787" y="4731518"/>
                  <a:ext cx="156691" cy="42629"/>
                  <a:chOff x="5991787" y="4731518"/>
                  <a:chExt cx="156691" cy="42629"/>
                </a:xfrm>
              </p:grpSpPr>
              <p:sp>
                <p:nvSpPr>
                  <p:cNvPr id="341" name="Freeform: Shape 340">
                    <a:extLst>
                      <a:ext uri="{FF2B5EF4-FFF2-40B4-BE49-F238E27FC236}">
                        <a16:creationId xmlns:a16="http://schemas.microsoft.com/office/drawing/2014/main" id="{F8167F6E-8513-91E1-40F8-1256FA3A803E}"/>
                      </a:ext>
                    </a:extLst>
                  </p:cNvPr>
                  <p:cNvSpPr/>
                  <p:nvPr/>
                </p:nvSpPr>
                <p:spPr>
                  <a:xfrm>
                    <a:off x="6003034" y="4766082"/>
                    <a:ext cx="134526" cy="8065"/>
                  </a:xfrm>
                  <a:custGeom>
                    <a:avLst/>
                    <a:gdLst>
                      <a:gd name="connsiteX0" fmla="*/ 0 w 134526"/>
                      <a:gd name="connsiteY0" fmla="*/ 0 h 8065"/>
                      <a:gd name="connsiteX1" fmla="*/ 134527 w 134526"/>
                      <a:gd name="connsiteY1" fmla="*/ 0 h 8065"/>
                      <a:gd name="connsiteX2" fmla="*/ 134527 w 134526"/>
                      <a:gd name="connsiteY2" fmla="*/ 8065 h 8065"/>
                      <a:gd name="connsiteX3" fmla="*/ 0 w 134526"/>
                      <a:gd name="connsiteY3" fmla="*/ 8065 h 80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4526" h="8065">
                        <a:moveTo>
                          <a:pt x="0" y="0"/>
                        </a:moveTo>
                        <a:lnTo>
                          <a:pt x="134527" y="0"/>
                        </a:lnTo>
                        <a:lnTo>
                          <a:pt x="134527" y="8065"/>
                        </a:lnTo>
                        <a:lnTo>
                          <a:pt x="0" y="8065"/>
                        </a:lnTo>
                        <a:close/>
                      </a:path>
                    </a:pathLst>
                  </a:custGeom>
                  <a:solidFill>
                    <a:srgbClr val="A44995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42" name="Freeform: Shape 341">
                    <a:extLst>
                      <a:ext uri="{FF2B5EF4-FFF2-40B4-BE49-F238E27FC236}">
                        <a16:creationId xmlns:a16="http://schemas.microsoft.com/office/drawing/2014/main" id="{6904B447-5B2A-9D4E-DA92-9302BD009D77}"/>
                      </a:ext>
                    </a:extLst>
                  </p:cNvPr>
                  <p:cNvSpPr/>
                  <p:nvPr/>
                </p:nvSpPr>
                <p:spPr>
                  <a:xfrm>
                    <a:off x="6070297" y="4766082"/>
                    <a:ext cx="67263" cy="8065"/>
                  </a:xfrm>
                  <a:custGeom>
                    <a:avLst/>
                    <a:gdLst>
                      <a:gd name="connsiteX0" fmla="*/ 67263 w 67263"/>
                      <a:gd name="connsiteY0" fmla="*/ 8065 h 8065"/>
                      <a:gd name="connsiteX1" fmla="*/ 0 w 67263"/>
                      <a:gd name="connsiteY1" fmla="*/ 8065 h 8065"/>
                      <a:gd name="connsiteX2" fmla="*/ 7791 w 67263"/>
                      <a:gd name="connsiteY2" fmla="*/ 0 h 8065"/>
                      <a:gd name="connsiteX3" fmla="*/ 67263 w 67263"/>
                      <a:gd name="connsiteY3" fmla="*/ 0 h 80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7263" h="8065">
                        <a:moveTo>
                          <a:pt x="67263" y="8065"/>
                        </a:moveTo>
                        <a:lnTo>
                          <a:pt x="0" y="8065"/>
                        </a:lnTo>
                        <a:lnTo>
                          <a:pt x="7791" y="0"/>
                        </a:lnTo>
                        <a:lnTo>
                          <a:pt x="67263" y="0"/>
                        </a:lnTo>
                        <a:close/>
                      </a:path>
                    </a:pathLst>
                  </a:custGeom>
                  <a:solidFill>
                    <a:srgbClr val="952584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343" name="Graphic 118">
                    <a:extLst>
                      <a:ext uri="{FF2B5EF4-FFF2-40B4-BE49-F238E27FC236}">
                        <a16:creationId xmlns:a16="http://schemas.microsoft.com/office/drawing/2014/main" id="{796341BC-430B-A623-54CF-2CAE9CBF31AF}"/>
                      </a:ext>
                    </a:extLst>
                  </p:cNvPr>
                  <p:cNvGrpSpPr/>
                  <p:nvPr/>
                </p:nvGrpSpPr>
                <p:grpSpPr>
                  <a:xfrm>
                    <a:off x="5991787" y="4731518"/>
                    <a:ext cx="156691" cy="34564"/>
                    <a:chOff x="5991787" y="4731518"/>
                    <a:chExt cx="156691" cy="34564"/>
                  </a:xfrm>
                </p:grpSpPr>
                <p:sp>
                  <p:nvSpPr>
                    <p:cNvPr id="344" name="Freeform: Shape 343">
                      <a:extLst>
                        <a:ext uri="{FF2B5EF4-FFF2-40B4-BE49-F238E27FC236}">
                          <a16:creationId xmlns:a16="http://schemas.microsoft.com/office/drawing/2014/main" id="{A8ADFC33-195B-2396-684B-44691850B0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91787" y="4731573"/>
                      <a:ext cx="156691" cy="34509"/>
                    </a:xfrm>
                    <a:custGeom>
                      <a:avLst/>
                      <a:gdLst>
                        <a:gd name="connsiteX0" fmla="*/ 152796 w 156691"/>
                        <a:gd name="connsiteY0" fmla="*/ 34509 h 34509"/>
                        <a:gd name="connsiteX1" fmla="*/ 3895 w 156691"/>
                        <a:gd name="connsiteY1" fmla="*/ 34509 h 34509"/>
                        <a:gd name="connsiteX2" fmla="*/ 0 w 156691"/>
                        <a:gd name="connsiteY2" fmla="*/ 30614 h 34509"/>
                        <a:gd name="connsiteX3" fmla="*/ 0 w 156691"/>
                        <a:gd name="connsiteY3" fmla="*/ 3895 h 34509"/>
                        <a:gd name="connsiteX4" fmla="*/ 3895 w 156691"/>
                        <a:gd name="connsiteY4" fmla="*/ 0 h 34509"/>
                        <a:gd name="connsiteX5" fmla="*/ 152796 w 156691"/>
                        <a:gd name="connsiteY5" fmla="*/ 0 h 34509"/>
                        <a:gd name="connsiteX6" fmla="*/ 156692 w 156691"/>
                        <a:gd name="connsiteY6" fmla="*/ 3895 h 34509"/>
                        <a:gd name="connsiteX7" fmla="*/ 156692 w 156691"/>
                        <a:gd name="connsiteY7" fmla="*/ 30614 h 34509"/>
                        <a:gd name="connsiteX8" fmla="*/ 152796 w 156691"/>
                        <a:gd name="connsiteY8" fmla="*/ 34509 h 3450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56691" h="34509">
                          <a:moveTo>
                            <a:pt x="152796" y="34509"/>
                          </a:moveTo>
                          <a:lnTo>
                            <a:pt x="3895" y="34509"/>
                          </a:lnTo>
                          <a:cubicBezTo>
                            <a:pt x="1756" y="34509"/>
                            <a:pt x="0" y="32754"/>
                            <a:pt x="0" y="30614"/>
                          </a:cubicBezTo>
                          <a:lnTo>
                            <a:pt x="0" y="3895"/>
                          </a:lnTo>
                          <a:cubicBezTo>
                            <a:pt x="0" y="1756"/>
                            <a:pt x="1756" y="0"/>
                            <a:pt x="3895" y="0"/>
                          </a:cubicBezTo>
                          <a:lnTo>
                            <a:pt x="152796" y="0"/>
                          </a:lnTo>
                          <a:cubicBezTo>
                            <a:pt x="154936" y="0"/>
                            <a:pt x="156692" y="1756"/>
                            <a:pt x="156692" y="3895"/>
                          </a:cubicBezTo>
                          <a:lnTo>
                            <a:pt x="156692" y="30614"/>
                          </a:lnTo>
                          <a:cubicBezTo>
                            <a:pt x="156692" y="32754"/>
                            <a:pt x="154936" y="34509"/>
                            <a:pt x="152796" y="34509"/>
                          </a:cubicBezTo>
                          <a:close/>
                        </a:path>
                      </a:pathLst>
                    </a:custGeom>
                    <a:solidFill>
                      <a:srgbClr val="36A9E1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45" name="Freeform: Shape 344">
                      <a:extLst>
                        <a:ext uri="{FF2B5EF4-FFF2-40B4-BE49-F238E27FC236}">
                          <a16:creationId xmlns:a16="http://schemas.microsoft.com/office/drawing/2014/main" id="{BE3CC173-510B-F326-EA64-5252D05359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50875" y="4731518"/>
                      <a:ext cx="97603" cy="34509"/>
                    </a:xfrm>
                    <a:custGeom>
                      <a:avLst/>
                      <a:gdLst>
                        <a:gd name="connsiteX0" fmla="*/ 0 w 97603"/>
                        <a:gd name="connsiteY0" fmla="*/ 34509 h 34509"/>
                        <a:gd name="connsiteX1" fmla="*/ 93708 w 97603"/>
                        <a:gd name="connsiteY1" fmla="*/ 34509 h 34509"/>
                        <a:gd name="connsiteX2" fmla="*/ 97603 w 97603"/>
                        <a:gd name="connsiteY2" fmla="*/ 30614 h 34509"/>
                        <a:gd name="connsiteX3" fmla="*/ 97603 w 97603"/>
                        <a:gd name="connsiteY3" fmla="*/ 3895 h 34509"/>
                        <a:gd name="connsiteX4" fmla="*/ 93708 w 97603"/>
                        <a:gd name="connsiteY4" fmla="*/ 0 h 34509"/>
                        <a:gd name="connsiteX5" fmla="*/ 34509 w 97603"/>
                        <a:gd name="connsiteY5" fmla="*/ 0 h 34509"/>
                        <a:gd name="connsiteX6" fmla="*/ 0 w 97603"/>
                        <a:gd name="connsiteY6" fmla="*/ 34509 h 3450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97603" h="34509">
                          <a:moveTo>
                            <a:pt x="0" y="34509"/>
                          </a:moveTo>
                          <a:lnTo>
                            <a:pt x="93708" y="34509"/>
                          </a:lnTo>
                          <a:cubicBezTo>
                            <a:pt x="95847" y="34509"/>
                            <a:pt x="97603" y="32754"/>
                            <a:pt x="97603" y="30614"/>
                          </a:cubicBezTo>
                          <a:lnTo>
                            <a:pt x="97603" y="3895"/>
                          </a:lnTo>
                          <a:cubicBezTo>
                            <a:pt x="97603" y="1756"/>
                            <a:pt x="95847" y="0"/>
                            <a:pt x="93708" y="0"/>
                          </a:cubicBezTo>
                          <a:lnTo>
                            <a:pt x="34509" y="0"/>
                          </a:lnTo>
                          <a:lnTo>
                            <a:pt x="0" y="34509"/>
                          </a:lnTo>
                          <a:close/>
                        </a:path>
                      </a:pathLst>
                    </a:custGeom>
                    <a:solidFill>
                      <a:srgbClr val="0091C5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46" name="Freeform: Shape 345">
                      <a:extLst>
                        <a:ext uri="{FF2B5EF4-FFF2-40B4-BE49-F238E27FC236}">
                          <a16:creationId xmlns:a16="http://schemas.microsoft.com/office/drawing/2014/main" id="{F8F83B92-2BB3-34F1-FE8B-976025B7CB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91787" y="4756700"/>
                      <a:ext cx="156691" cy="9326"/>
                    </a:xfrm>
                    <a:custGeom>
                      <a:avLst/>
                      <a:gdLst>
                        <a:gd name="connsiteX0" fmla="*/ 152796 w 156691"/>
                        <a:gd name="connsiteY0" fmla="*/ 3895 h 9326"/>
                        <a:gd name="connsiteX1" fmla="*/ 3895 w 156691"/>
                        <a:gd name="connsiteY1" fmla="*/ 3895 h 9326"/>
                        <a:gd name="connsiteX2" fmla="*/ 0 w 156691"/>
                        <a:gd name="connsiteY2" fmla="*/ 0 h 9326"/>
                        <a:gd name="connsiteX3" fmla="*/ 0 w 156691"/>
                        <a:gd name="connsiteY3" fmla="*/ 5432 h 9326"/>
                        <a:gd name="connsiteX4" fmla="*/ 3895 w 156691"/>
                        <a:gd name="connsiteY4" fmla="*/ 9327 h 9326"/>
                        <a:gd name="connsiteX5" fmla="*/ 152796 w 156691"/>
                        <a:gd name="connsiteY5" fmla="*/ 9327 h 9326"/>
                        <a:gd name="connsiteX6" fmla="*/ 156692 w 156691"/>
                        <a:gd name="connsiteY6" fmla="*/ 5432 h 9326"/>
                        <a:gd name="connsiteX7" fmla="*/ 156692 w 156691"/>
                        <a:gd name="connsiteY7" fmla="*/ 0 h 9326"/>
                        <a:gd name="connsiteX8" fmla="*/ 152796 w 156691"/>
                        <a:gd name="connsiteY8" fmla="*/ 3895 h 93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56691" h="9326">
                          <a:moveTo>
                            <a:pt x="152796" y="3895"/>
                          </a:moveTo>
                          <a:lnTo>
                            <a:pt x="3895" y="3895"/>
                          </a:lnTo>
                          <a:cubicBezTo>
                            <a:pt x="1756" y="3895"/>
                            <a:pt x="0" y="2140"/>
                            <a:pt x="0" y="0"/>
                          </a:cubicBezTo>
                          <a:lnTo>
                            <a:pt x="0" y="5432"/>
                          </a:lnTo>
                          <a:cubicBezTo>
                            <a:pt x="0" y="7571"/>
                            <a:pt x="1756" y="9327"/>
                            <a:pt x="3895" y="9327"/>
                          </a:cubicBezTo>
                          <a:lnTo>
                            <a:pt x="152796" y="9327"/>
                          </a:lnTo>
                          <a:cubicBezTo>
                            <a:pt x="154936" y="9327"/>
                            <a:pt x="156692" y="7571"/>
                            <a:pt x="156692" y="5432"/>
                          </a:cubicBezTo>
                          <a:lnTo>
                            <a:pt x="156692" y="0"/>
                          </a:lnTo>
                          <a:cubicBezTo>
                            <a:pt x="156692" y="2195"/>
                            <a:pt x="154936" y="3895"/>
                            <a:pt x="152796" y="3895"/>
                          </a:cubicBezTo>
                          <a:close/>
                        </a:path>
                      </a:pathLst>
                    </a:custGeom>
                    <a:solidFill>
                      <a:srgbClr val="413E91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47" name="Freeform: Shape 346">
                      <a:extLst>
                        <a:ext uri="{FF2B5EF4-FFF2-40B4-BE49-F238E27FC236}">
                          <a16:creationId xmlns:a16="http://schemas.microsoft.com/office/drawing/2014/main" id="{63D949CD-BDED-9302-C123-2FAB095033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05613" y="4737333"/>
                      <a:ext cx="5266" cy="16952"/>
                    </a:xfrm>
                    <a:custGeom>
                      <a:avLst/>
                      <a:gdLst>
                        <a:gd name="connsiteX0" fmla="*/ 2633 w 5266"/>
                        <a:gd name="connsiteY0" fmla="*/ 16953 h 16952"/>
                        <a:gd name="connsiteX1" fmla="*/ 2633 w 5266"/>
                        <a:gd name="connsiteY1" fmla="*/ 16953 h 16952"/>
                        <a:gd name="connsiteX2" fmla="*/ 0 w 5266"/>
                        <a:gd name="connsiteY2" fmla="*/ 14320 h 16952"/>
                        <a:gd name="connsiteX3" fmla="*/ 0 w 5266"/>
                        <a:gd name="connsiteY3" fmla="*/ 2633 h 16952"/>
                        <a:gd name="connsiteX4" fmla="*/ 2633 w 5266"/>
                        <a:gd name="connsiteY4" fmla="*/ 0 h 16952"/>
                        <a:gd name="connsiteX5" fmla="*/ 2633 w 5266"/>
                        <a:gd name="connsiteY5" fmla="*/ 0 h 16952"/>
                        <a:gd name="connsiteX6" fmla="*/ 5267 w 5266"/>
                        <a:gd name="connsiteY6" fmla="*/ 2633 h 16952"/>
                        <a:gd name="connsiteX7" fmla="*/ 5267 w 5266"/>
                        <a:gd name="connsiteY7" fmla="*/ 14320 h 16952"/>
                        <a:gd name="connsiteX8" fmla="*/ 2633 w 5266"/>
                        <a:gd name="connsiteY8" fmla="*/ 16953 h 169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5266" h="16952">
                          <a:moveTo>
                            <a:pt x="2633" y="16953"/>
                          </a:moveTo>
                          <a:lnTo>
                            <a:pt x="2633" y="16953"/>
                          </a:lnTo>
                          <a:cubicBezTo>
                            <a:pt x="1207" y="16953"/>
                            <a:pt x="0" y="15801"/>
                            <a:pt x="0" y="14320"/>
                          </a:cubicBezTo>
                          <a:lnTo>
                            <a:pt x="0" y="2633"/>
                          </a:lnTo>
                          <a:cubicBezTo>
                            <a:pt x="0" y="1207"/>
                            <a:pt x="1152" y="0"/>
                            <a:pt x="2633" y="0"/>
                          </a:cubicBezTo>
                          <a:lnTo>
                            <a:pt x="2633" y="0"/>
                          </a:lnTo>
                          <a:cubicBezTo>
                            <a:pt x="4060" y="0"/>
                            <a:pt x="5267" y="1152"/>
                            <a:pt x="5267" y="2633"/>
                          </a:cubicBezTo>
                          <a:lnTo>
                            <a:pt x="5267" y="14320"/>
                          </a:lnTo>
                          <a:cubicBezTo>
                            <a:pt x="5267" y="15801"/>
                            <a:pt x="4115" y="16953"/>
                            <a:pt x="2633" y="16953"/>
                          </a:cubicBezTo>
                          <a:close/>
                        </a:path>
                      </a:pathLst>
                    </a:custGeom>
                    <a:solidFill>
                      <a:srgbClr val="A44995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48" name="Freeform: Shape 347">
                      <a:extLst>
                        <a:ext uri="{FF2B5EF4-FFF2-40B4-BE49-F238E27FC236}">
                          <a16:creationId xmlns:a16="http://schemas.microsoft.com/office/drawing/2014/main" id="{D0249406-1E6C-B2F4-A57D-B729085DD6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05613" y="4747593"/>
                      <a:ext cx="5266" cy="6748"/>
                    </a:xfrm>
                    <a:custGeom>
                      <a:avLst/>
                      <a:gdLst>
                        <a:gd name="connsiteX0" fmla="*/ 2633 w 5266"/>
                        <a:gd name="connsiteY0" fmla="*/ 2633 h 6748"/>
                        <a:gd name="connsiteX1" fmla="*/ 0 w 5266"/>
                        <a:gd name="connsiteY1" fmla="*/ 0 h 6748"/>
                        <a:gd name="connsiteX2" fmla="*/ 0 w 5266"/>
                        <a:gd name="connsiteY2" fmla="*/ 4115 h 6748"/>
                        <a:gd name="connsiteX3" fmla="*/ 2633 w 5266"/>
                        <a:gd name="connsiteY3" fmla="*/ 6748 h 6748"/>
                        <a:gd name="connsiteX4" fmla="*/ 5267 w 5266"/>
                        <a:gd name="connsiteY4" fmla="*/ 4115 h 6748"/>
                        <a:gd name="connsiteX5" fmla="*/ 5267 w 5266"/>
                        <a:gd name="connsiteY5" fmla="*/ 0 h 6748"/>
                        <a:gd name="connsiteX6" fmla="*/ 2633 w 5266"/>
                        <a:gd name="connsiteY6" fmla="*/ 2633 h 67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5266" h="6748">
                          <a:moveTo>
                            <a:pt x="2633" y="2633"/>
                          </a:moveTo>
                          <a:cubicBezTo>
                            <a:pt x="1207" y="2633"/>
                            <a:pt x="0" y="1481"/>
                            <a:pt x="0" y="0"/>
                          </a:cubicBezTo>
                          <a:lnTo>
                            <a:pt x="0" y="4115"/>
                          </a:lnTo>
                          <a:cubicBezTo>
                            <a:pt x="0" y="5541"/>
                            <a:pt x="1152" y="6748"/>
                            <a:pt x="2633" y="6748"/>
                          </a:cubicBezTo>
                          <a:cubicBezTo>
                            <a:pt x="4060" y="6748"/>
                            <a:pt x="5267" y="5596"/>
                            <a:pt x="5267" y="4115"/>
                          </a:cubicBezTo>
                          <a:lnTo>
                            <a:pt x="5267" y="0"/>
                          </a:lnTo>
                          <a:cubicBezTo>
                            <a:pt x="5267" y="1426"/>
                            <a:pt x="4115" y="2633"/>
                            <a:pt x="2633" y="2633"/>
                          </a:cubicBezTo>
                          <a:close/>
                        </a:path>
                      </a:pathLst>
                    </a:custGeom>
                    <a:solidFill>
                      <a:srgbClr val="952584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49" name="Freeform: Shape 348">
                      <a:extLst>
                        <a:ext uri="{FF2B5EF4-FFF2-40B4-BE49-F238E27FC236}">
                          <a16:creationId xmlns:a16="http://schemas.microsoft.com/office/drawing/2014/main" id="{55EC3AA9-0813-580E-3194-C04A5A54C3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21578" y="4737333"/>
                      <a:ext cx="5266" cy="16952"/>
                    </a:xfrm>
                    <a:custGeom>
                      <a:avLst/>
                      <a:gdLst>
                        <a:gd name="connsiteX0" fmla="*/ 2633 w 5266"/>
                        <a:gd name="connsiteY0" fmla="*/ 16953 h 16952"/>
                        <a:gd name="connsiteX1" fmla="*/ 2633 w 5266"/>
                        <a:gd name="connsiteY1" fmla="*/ 16953 h 16952"/>
                        <a:gd name="connsiteX2" fmla="*/ 0 w 5266"/>
                        <a:gd name="connsiteY2" fmla="*/ 14320 h 16952"/>
                        <a:gd name="connsiteX3" fmla="*/ 0 w 5266"/>
                        <a:gd name="connsiteY3" fmla="*/ 2633 h 16952"/>
                        <a:gd name="connsiteX4" fmla="*/ 2633 w 5266"/>
                        <a:gd name="connsiteY4" fmla="*/ 0 h 16952"/>
                        <a:gd name="connsiteX5" fmla="*/ 2633 w 5266"/>
                        <a:gd name="connsiteY5" fmla="*/ 0 h 16952"/>
                        <a:gd name="connsiteX6" fmla="*/ 5267 w 5266"/>
                        <a:gd name="connsiteY6" fmla="*/ 2633 h 16952"/>
                        <a:gd name="connsiteX7" fmla="*/ 5267 w 5266"/>
                        <a:gd name="connsiteY7" fmla="*/ 14320 h 16952"/>
                        <a:gd name="connsiteX8" fmla="*/ 2633 w 5266"/>
                        <a:gd name="connsiteY8" fmla="*/ 16953 h 169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5266" h="16952">
                          <a:moveTo>
                            <a:pt x="2633" y="16953"/>
                          </a:moveTo>
                          <a:lnTo>
                            <a:pt x="2633" y="16953"/>
                          </a:lnTo>
                          <a:cubicBezTo>
                            <a:pt x="1207" y="16953"/>
                            <a:pt x="0" y="15801"/>
                            <a:pt x="0" y="14320"/>
                          </a:cubicBezTo>
                          <a:lnTo>
                            <a:pt x="0" y="2633"/>
                          </a:lnTo>
                          <a:cubicBezTo>
                            <a:pt x="0" y="1207"/>
                            <a:pt x="1152" y="0"/>
                            <a:pt x="2633" y="0"/>
                          </a:cubicBezTo>
                          <a:lnTo>
                            <a:pt x="2633" y="0"/>
                          </a:lnTo>
                          <a:cubicBezTo>
                            <a:pt x="4060" y="0"/>
                            <a:pt x="5267" y="1152"/>
                            <a:pt x="5267" y="2633"/>
                          </a:cubicBezTo>
                          <a:lnTo>
                            <a:pt x="5267" y="14320"/>
                          </a:lnTo>
                          <a:cubicBezTo>
                            <a:pt x="5267" y="15801"/>
                            <a:pt x="4115" y="16953"/>
                            <a:pt x="2633" y="16953"/>
                          </a:cubicBezTo>
                          <a:close/>
                        </a:path>
                      </a:pathLst>
                    </a:custGeom>
                    <a:solidFill>
                      <a:srgbClr val="A44995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50" name="Freeform: Shape 349">
                      <a:extLst>
                        <a:ext uri="{FF2B5EF4-FFF2-40B4-BE49-F238E27FC236}">
                          <a16:creationId xmlns:a16="http://schemas.microsoft.com/office/drawing/2014/main" id="{85228810-5FA4-C401-3615-3F9DED924B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37598" y="4737333"/>
                      <a:ext cx="5266" cy="16952"/>
                    </a:xfrm>
                    <a:custGeom>
                      <a:avLst/>
                      <a:gdLst>
                        <a:gd name="connsiteX0" fmla="*/ 2633 w 5266"/>
                        <a:gd name="connsiteY0" fmla="*/ 16953 h 16952"/>
                        <a:gd name="connsiteX1" fmla="*/ 2633 w 5266"/>
                        <a:gd name="connsiteY1" fmla="*/ 16953 h 16952"/>
                        <a:gd name="connsiteX2" fmla="*/ 0 w 5266"/>
                        <a:gd name="connsiteY2" fmla="*/ 14320 h 16952"/>
                        <a:gd name="connsiteX3" fmla="*/ 0 w 5266"/>
                        <a:gd name="connsiteY3" fmla="*/ 2633 h 16952"/>
                        <a:gd name="connsiteX4" fmla="*/ 2633 w 5266"/>
                        <a:gd name="connsiteY4" fmla="*/ 0 h 16952"/>
                        <a:gd name="connsiteX5" fmla="*/ 2633 w 5266"/>
                        <a:gd name="connsiteY5" fmla="*/ 0 h 16952"/>
                        <a:gd name="connsiteX6" fmla="*/ 5267 w 5266"/>
                        <a:gd name="connsiteY6" fmla="*/ 2633 h 16952"/>
                        <a:gd name="connsiteX7" fmla="*/ 5267 w 5266"/>
                        <a:gd name="connsiteY7" fmla="*/ 14320 h 16952"/>
                        <a:gd name="connsiteX8" fmla="*/ 2633 w 5266"/>
                        <a:gd name="connsiteY8" fmla="*/ 16953 h 169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5266" h="16952">
                          <a:moveTo>
                            <a:pt x="2633" y="16953"/>
                          </a:moveTo>
                          <a:lnTo>
                            <a:pt x="2633" y="16953"/>
                          </a:lnTo>
                          <a:cubicBezTo>
                            <a:pt x="1207" y="16953"/>
                            <a:pt x="0" y="15801"/>
                            <a:pt x="0" y="14320"/>
                          </a:cubicBezTo>
                          <a:lnTo>
                            <a:pt x="0" y="2633"/>
                          </a:lnTo>
                          <a:cubicBezTo>
                            <a:pt x="0" y="1207"/>
                            <a:pt x="1152" y="0"/>
                            <a:pt x="2633" y="0"/>
                          </a:cubicBezTo>
                          <a:lnTo>
                            <a:pt x="2633" y="0"/>
                          </a:lnTo>
                          <a:cubicBezTo>
                            <a:pt x="4060" y="0"/>
                            <a:pt x="5267" y="1152"/>
                            <a:pt x="5267" y="2633"/>
                          </a:cubicBezTo>
                          <a:lnTo>
                            <a:pt x="5267" y="14320"/>
                          </a:lnTo>
                          <a:cubicBezTo>
                            <a:pt x="5267" y="15801"/>
                            <a:pt x="4060" y="16953"/>
                            <a:pt x="2633" y="16953"/>
                          </a:cubicBezTo>
                          <a:close/>
                        </a:path>
                      </a:pathLst>
                    </a:custGeom>
                    <a:solidFill>
                      <a:srgbClr val="A44995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51" name="Freeform: Shape 350">
                      <a:extLst>
                        <a:ext uri="{FF2B5EF4-FFF2-40B4-BE49-F238E27FC236}">
                          <a16:creationId xmlns:a16="http://schemas.microsoft.com/office/drawing/2014/main" id="{5951D8DF-E214-C6FA-AA59-3815CC99CB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24942" y="4740899"/>
                      <a:ext cx="15361" cy="15361"/>
                    </a:xfrm>
                    <a:custGeom>
                      <a:avLst/>
                      <a:gdLst>
                        <a:gd name="connsiteX0" fmla="*/ 15362 w 15361"/>
                        <a:gd name="connsiteY0" fmla="*/ 7681 h 15361"/>
                        <a:gd name="connsiteX1" fmla="*/ 7681 w 15361"/>
                        <a:gd name="connsiteY1" fmla="*/ 15362 h 15361"/>
                        <a:gd name="connsiteX2" fmla="*/ 0 w 15361"/>
                        <a:gd name="connsiteY2" fmla="*/ 7681 h 15361"/>
                        <a:gd name="connsiteX3" fmla="*/ 7681 w 15361"/>
                        <a:gd name="connsiteY3" fmla="*/ 0 h 15361"/>
                        <a:gd name="connsiteX4" fmla="*/ 15362 w 15361"/>
                        <a:gd name="connsiteY4" fmla="*/ 7681 h 153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361" h="15361">
                          <a:moveTo>
                            <a:pt x="15362" y="7681"/>
                          </a:moveTo>
                          <a:cubicBezTo>
                            <a:pt x="15362" y="11923"/>
                            <a:pt x="11923" y="15362"/>
                            <a:pt x="7681" y="15362"/>
                          </a:cubicBezTo>
                          <a:cubicBezTo>
                            <a:pt x="3439" y="15362"/>
                            <a:pt x="0" y="11923"/>
                            <a:pt x="0" y="7681"/>
                          </a:cubicBezTo>
                          <a:cubicBezTo>
                            <a:pt x="0" y="3439"/>
                            <a:pt x="3439" y="0"/>
                            <a:pt x="7681" y="0"/>
                          </a:cubicBezTo>
                          <a:cubicBezTo>
                            <a:pt x="11923" y="0"/>
                            <a:pt x="15362" y="3439"/>
                            <a:pt x="15362" y="7681"/>
                          </a:cubicBezTo>
                          <a:close/>
                        </a:path>
                      </a:pathLst>
                    </a:custGeom>
                    <a:solidFill>
                      <a:srgbClr val="2C3088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52" name="Freeform: Shape 351">
                      <a:extLst>
                        <a:ext uri="{FF2B5EF4-FFF2-40B4-BE49-F238E27FC236}">
                          <a16:creationId xmlns:a16="http://schemas.microsoft.com/office/drawing/2014/main" id="{7665FC28-8DE7-88B5-8AAC-A275282ADE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24942" y="4738156"/>
                      <a:ext cx="15361" cy="15361"/>
                    </a:xfrm>
                    <a:custGeom>
                      <a:avLst/>
                      <a:gdLst>
                        <a:gd name="connsiteX0" fmla="*/ 15362 w 15361"/>
                        <a:gd name="connsiteY0" fmla="*/ 7681 h 15361"/>
                        <a:gd name="connsiteX1" fmla="*/ 7681 w 15361"/>
                        <a:gd name="connsiteY1" fmla="*/ 15362 h 15361"/>
                        <a:gd name="connsiteX2" fmla="*/ 0 w 15361"/>
                        <a:gd name="connsiteY2" fmla="*/ 7681 h 15361"/>
                        <a:gd name="connsiteX3" fmla="*/ 7681 w 15361"/>
                        <a:gd name="connsiteY3" fmla="*/ 0 h 15361"/>
                        <a:gd name="connsiteX4" fmla="*/ 15362 w 15361"/>
                        <a:gd name="connsiteY4" fmla="*/ 7681 h 153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5361" h="15361">
                          <a:moveTo>
                            <a:pt x="15362" y="7681"/>
                          </a:moveTo>
                          <a:cubicBezTo>
                            <a:pt x="15362" y="11923"/>
                            <a:pt x="11923" y="15362"/>
                            <a:pt x="7681" y="15362"/>
                          </a:cubicBezTo>
                          <a:cubicBezTo>
                            <a:pt x="3439" y="15362"/>
                            <a:pt x="0" y="11923"/>
                            <a:pt x="0" y="7681"/>
                          </a:cubicBezTo>
                          <a:cubicBezTo>
                            <a:pt x="0" y="3439"/>
                            <a:pt x="3439" y="0"/>
                            <a:pt x="7681" y="0"/>
                          </a:cubicBezTo>
                          <a:cubicBezTo>
                            <a:pt x="11923" y="0"/>
                            <a:pt x="15362" y="3439"/>
                            <a:pt x="15362" y="7681"/>
                          </a:cubicBezTo>
                          <a:close/>
                        </a:path>
                      </a:pathLst>
                    </a:custGeom>
                    <a:solidFill>
                      <a:srgbClr val="A44995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53" name="Freeform: Shape 352">
                      <a:extLst>
                        <a:ext uri="{FF2B5EF4-FFF2-40B4-BE49-F238E27FC236}">
                          <a16:creationId xmlns:a16="http://schemas.microsoft.com/office/drawing/2014/main" id="{9E76DF29-8EF5-6CFB-51BD-5635880A58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26368" y="4739418"/>
                      <a:ext cx="12399" cy="6419"/>
                    </a:xfrm>
                    <a:custGeom>
                      <a:avLst/>
                      <a:gdLst>
                        <a:gd name="connsiteX0" fmla="*/ 6255 w 12399"/>
                        <a:gd name="connsiteY0" fmla="*/ 1536 h 6419"/>
                        <a:gd name="connsiteX1" fmla="*/ 12344 w 12399"/>
                        <a:gd name="connsiteY1" fmla="*/ 6419 h 6419"/>
                        <a:gd name="connsiteX2" fmla="*/ 12399 w 12399"/>
                        <a:gd name="connsiteY2" fmla="*/ 5651 h 6419"/>
                        <a:gd name="connsiteX3" fmla="*/ 6200 w 12399"/>
                        <a:gd name="connsiteY3" fmla="*/ 0 h 6419"/>
                        <a:gd name="connsiteX4" fmla="*/ 0 w 12399"/>
                        <a:gd name="connsiteY4" fmla="*/ 5651 h 6419"/>
                        <a:gd name="connsiteX5" fmla="*/ 55 w 12399"/>
                        <a:gd name="connsiteY5" fmla="*/ 6419 h 6419"/>
                        <a:gd name="connsiteX6" fmla="*/ 6255 w 12399"/>
                        <a:gd name="connsiteY6" fmla="*/ 1536 h 64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2399" h="6419">
                          <a:moveTo>
                            <a:pt x="6255" y="1536"/>
                          </a:moveTo>
                          <a:cubicBezTo>
                            <a:pt x="9382" y="1536"/>
                            <a:pt x="11960" y="3676"/>
                            <a:pt x="12344" y="6419"/>
                          </a:cubicBezTo>
                          <a:cubicBezTo>
                            <a:pt x="12399" y="6145"/>
                            <a:pt x="12399" y="5925"/>
                            <a:pt x="12399" y="5651"/>
                          </a:cubicBezTo>
                          <a:cubicBezTo>
                            <a:pt x="12399" y="2524"/>
                            <a:pt x="9656" y="0"/>
                            <a:pt x="6200" y="0"/>
                          </a:cubicBezTo>
                          <a:cubicBezTo>
                            <a:pt x="2798" y="0"/>
                            <a:pt x="0" y="2524"/>
                            <a:pt x="0" y="5651"/>
                          </a:cubicBezTo>
                          <a:cubicBezTo>
                            <a:pt x="0" y="5925"/>
                            <a:pt x="0" y="6145"/>
                            <a:pt x="55" y="6419"/>
                          </a:cubicBezTo>
                          <a:cubicBezTo>
                            <a:pt x="549" y="3676"/>
                            <a:pt x="3127" y="1536"/>
                            <a:pt x="6255" y="1536"/>
                          </a:cubicBezTo>
                          <a:close/>
                        </a:path>
                      </a:pathLst>
                    </a:custGeom>
                    <a:solidFill>
                      <a:srgbClr val="87B1DF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54" name="Freeform: Shape 353">
                      <a:extLst>
                        <a:ext uri="{FF2B5EF4-FFF2-40B4-BE49-F238E27FC236}">
                          <a16:creationId xmlns:a16="http://schemas.microsoft.com/office/drawing/2014/main" id="{7618AA51-4D4D-1E40-3F09-A934AEC5B1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24887" y="4744740"/>
                      <a:ext cx="15361" cy="8778"/>
                    </a:xfrm>
                    <a:custGeom>
                      <a:avLst/>
                      <a:gdLst>
                        <a:gd name="connsiteX0" fmla="*/ 7736 w 15361"/>
                        <a:gd name="connsiteY0" fmla="*/ 6584 h 8778"/>
                        <a:gd name="connsiteX1" fmla="*/ 110 w 15361"/>
                        <a:gd name="connsiteY1" fmla="*/ 0 h 8778"/>
                        <a:gd name="connsiteX2" fmla="*/ 0 w 15361"/>
                        <a:gd name="connsiteY2" fmla="*/ 1097 h 8778"/>
                        <a:gd name="connsiteX3" fmla="*/ 7681 w 15361"/>
                        <a:gd name="connsiteY3" fmla="*/ 8778 h 8778"/>
                        <a:gd name="connsiteX4" fmla="*/ 15362 w 15361"/>
                        <a:gd name="connsiteY4" fmla="*/ 1097 h 8778"/>
                        <a:gd name="connsiteX5" fmla="*/ 15252 w 15361"/>
                        <a:gd name="connsiteY5" fmla="*/ 0 h 8778"/>
                        <a:gd name="connsiteX6" fmla="*/ 7736 w 15361"/>
                        <a:gd name="connsiteY6" fmla="*/ 6584 h 8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5361" h="8778">
                          <a:moveTo>
                            <a:pt x="7736" y="6584"/>
                          </a:moveTo>
                          <a:cubicBezTo>
                            <a:pt x="3840" y="6584"/>
                            <a:pt x="658" y="3731"/>
                            <a:pt x="110" y="0"/>
                          </a:cubicBezTo>
                          <a:cubicBezTo>
                            <a:pt x="55" y="384"/>
                            <a:pt x="0" y="713"/>
                            <a:pt x="0" y="1097"/>
                          </a:cubicBezTo>
                          <a:cubicBezTo>
                            <a:pt x="0" y="5377"/>
                            <a:pt x="3456" y="8778"/>
                            <a:pt x="7681" y="8778"/>
                          </a:cubicBezTo>
                          <a:cubicBezTo>
                            <a:pt x="11960" y="8778"/>
                            <a:pt x="15362" y="5322"/>
                            <a:pt x="15362" y="1097"/>
                          </a:cubicBezTo>
                          <a:cubicBezTo>
                            <a:pt x="15362" y="713"/>
                            <a:pt x="15307" y="329"/>
                            <a:pt x="15252" y="0"/>
                          </a:cubicBezTo>
                          <a:cubicBezTo>
                            <a:pt x="14758" y="3731"/>
                            <a:pt x="11576" y="6584"/>
                            <a:pt x="7736" y="6584"/>
                          </a:cubicBezTo>
                          <a:close/>
                        </a:path>
                      </a:pathLst>
                    </a:custGeom>
                    <a:solidFill>
                      <a:srgbClr val="952584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55" name="Freeform: Shape 354">
                      <a:extLst>
                        <a:ext uri="{FF2B5EF4-FFF2-40B4-BE49-F238E27FC236}">
                          <a16:creationId xmlns:a16="http://schemas.microsoft.com/office/drawing/2014/main" id="{927CF907-A785-71DB-7F24-B281303002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21578" y="4747593"/>
                      <a:ext cx="5266" cy="6748"/>
                    </a:xfrm>
                    <a:custGeom>
                      <a:avLst/>
                      <a:gdLst>
                        <a:gd name="connsiteX0" fmla="*/ 2633 w 5266"/>
                        <a:gd name="connsiteY0" fmla="*/ 2633 h 6748"/>
                        <a:gd name="connsiteX1" fmla="*/ 0 w 5266"/>
                        <a:gd name="connsiteY1" fmla="*/ 0 h 6748"/>
                        <a:gd name="connsiteX2" fmla="*/ 0 w 5266"/>
                        <a:gd name="connsiteY2" fmla="*/ 4115 h 6748"/>
                        <a:gd name="connsiteX3" fmla="*/ 2633 w 5266"/>
                        <a:gd name="connsiteY3" fmla="*/ 6748 h 6748"/>
                        <a:gd name="connsiteX4" fmla="*/ 5267 w 5266"/>
                        <a:gd name="connsiteY4" fmla="*/ 4115 h 6748"/>
                        <a:gd name="connsiteX5" fmla="*/ 5267 w 5266"/>
                        <a:gd name="connsiteY5" fmla="*/ 0 h 6748"/>
                        <a:gd name="connsiteX6" fmla="*/ 2633 w 5266"/>
                        <a:gd name="connsiteY6" fmla="*/ 2633 h 67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5266" h="6748">
                          <a:moveTo>
                            <a:pt x="2633" y="2633"/>
                          </a:moveTo>
                          <a:cubicBezTo>
                            <a:pt x="1207" y="2633"/>
                            <a:pt x="0" y="1481"/>
                            <a:pt x="0" y="0"/>
                          </a:cubicBezTo>
                          <a:lnTo>
                            <a:pt x="0" y="4115"/>
                          </a:lnTo>
                          <a:cubicBezTo>
                            <a:pt x="0" y="5541"/>
                            <a:pt x="1152" y="6748"/>
                            <a:pt x="2633" y="6748"/>
                          </a:cubicBezTo>
                          <a:cubicBezTo>
                            <a:pt x="4060" y="6748"/>
                            <a:pt x="5267" y="5596"/>
                            <a:pt x="5267" y="4115"/>
                          </a:cubicBezTo>
                          <a:lnTo>
                            <a:pt x="5267" y="0"/>
                          </a:lnTo>
                          <a:cubicBezTo>
                            <a:pt x="5267" y="1426"/>
                            <a:pt x="4115" y="2633"/>
                            <a:pt x="2633" y="2633"/>
                          </a:cubicBezTo>
                          <a:close/>
                        </a:path>
                      </a:pathLst>
                    </a:custGeom>
                    <a:solidFill>
                      <a:srgbClr val="952584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56" name="Freeform: Shape 355">
                      <a:extLst>
                        <a:ext uri="{FF2B5EF4-FFF2-40B4-BE49-F238E27FC236}">
                          <a16:creationId xmlns:a16="http://schemas.microsoft.com/office/drawing/2014/main" id="{BCBFB6D6-2840-3404-93CE-C1E411B3D2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37598" y="4747593"/>
                      <a:ext cx="5266" cy="6748"/>
                    </a:xfrm>
                    <a:custGeom>
                      <a:avLst/>
                      <a:gdLst>
                        <a:gd name="connsiteX0" fmla="*/ 2633 w 5266"/>
                        <a:gd name="connsiteY0" fmla="*/ 2633 h 6748"/>
                        <a:gd name="connsiteX1" fmla="*/ 0 w 5266"/>
                        <a:gd name="connsiteY1" fmla="*/ 0 h 6748"/>
                        <a:gd name="connsiteX2" fmla="*/ 0 w 5266"/>
                        <a:gd name="connsiteY2" fmla="*/ 4115 h 6748"/>
                        <a:gd name="connsiteX3" fmla="*/ 2633 w 5266"/>
                        <a:gd name="connsiteY3" fmla="*/ 6748 h 6748"/>
                        <a:gd name="connsiteX4" fmla="*/ 5267 w 5266"/>
                        <a:gd name="connsiteY4" fmla="*/ 4115 h 6748"/>
                        <a:gd name="connsiteX5" fmla="*/ 5267 w 5266"/>
                        <a:gd name="connsiteY5" fmla="*/ 0 h 6748"/>
                        <a:gd name="connsiteX6" fmla="*/ 2633 w 5266"/>
                        <a:gd name="connsiteY6" fmla="*/ 2633 h 67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5266" h="6748">
                          <a:moveTo>
                            <a:pt x="2633" y="2633"/>
                          </a:moveTo>
                          <a:cubicBezTo>
                            <a:pt x="1207" y="2633"/>
                            <a:pt x="0" y="1481"/>
                            <a:pt x="0" y="0"/>
                          </a:cubicBezTo>
                          <a:lnTo>
                            <a:pt x="0" y="4115"/>
                          </a:lnTo>
                          <a:cubicBezTo>
                            <a:pt x="0" y="5541"/>
                            <a:pt x="1152" y="6748"/>
                            <a:pt x="2633" y="6748"/>
                          </a:cubicBezTo>
                          <a:cubicBezTo>
                            <a:pt x="4060" y="6748"/>
                            <a:pt x="5267" y="5596"/>
                            <a:pt x="5267" y="4115"/>
                          </a:cubicBezTo>
                          <a:lnTo>
                            <a:pt x="5267" y="0"/>
                          </a:lnTo>
                          <a:cubicBezTo>
                            <a:pt x="5267" y="1426"/>
                            <a:pt x="4060" y="2633"/>
                            <a:pt x="2633" y="2633"/>
                          </a:cubicBezTo>
                          <a:close/>
                        </a:path>
                      </a:pathLst>
                    </a:custGeom>
                    <a:solidFill>
                      <a:srgbClr val="952584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57" name="Freeform: Shape 356">
                      <a:extLst>
                        <a:ext uri="{FF2B5EF4-FFF2-40B4-BE49-F238E27FC236}">
                          <a16:creationId xmlns:a16="http://schemas.microsoft.com/office/drawing/2014/main" id="{EFBC8C5F-12C0-029F-6005-90A0192514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09525" y="4742600"/>
                      <a:ext cx="8778" cy="8778"/>
                    </a:xfrm>
                    <a:custGeom>
                      <a:avLst/>
                      <a:gdLst>
                        <a:gd name="connsiteX0" fmla="*/ 8778 w 8778"/>
                        <a:gd name="connsiteY0" fmla="*/ 4389 h 8778"/>
                        <a:gd name="connsiteX1" fmla="*/ 4389 w 8778"/>
                        <a:gd name="connsiteY1" fmla="*/ 8778 h 8778"/>
                        <a:gd name="connsiteX2" fmla="*/ 0 w 8778"/>
                        <a:gd name="connsiteY2" fmla="*/ 4389 h 8778"/>
                        <a:gd name="connsiteX3" fmla="*/ 4389 w 8778"/>
                        <a:gd name="connsiteY3" fmla="*/ 0 h 8778"/>
                        <a:gd name="connsiteX4" fmla="*/ 8778 w 8778"/>
                        <a:gd name="connsiteY4" fmla="*/ 4389 h 8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8778" h="8778">
                          <a:moveTo>
                            <a:pt x="8778" y="4389"/>
                          </a:moveTo>
                          <a:cubicBezTo>
                            <a:pt x="8778" y="6813"/>
                            <a:pt x="6813" y="8778"/>
                            <a:pt x="4389" y="8778"/>
                          </a:cubicBezTo>
                          <a:cubicBezTo>
                            <a:pt x="1965" y="8778"/>
                            <a:pt x="0" y="6813"/>
                            <a:pt x="0" y="4389"/>
                          </a:cubicBezTo>
                          <a:cubicBezTo>
                            <a:pt x="0" y="1965"/>
                            <a:pt x="1965" y="0"/>
                            <a:pt x="4389" y="0"/>
                          </a:cubicBezTo>
                          <a:cubicBezTo>
                            <a:pt x="6813" y="0"/>
                            <a:pt x="8778" y="1965"/>
                            <a:pt x="8778" y="4389"/>
                          </a:cubicBezTo>
                          <a:close/>
                        </a:path>
                      </a:pathLst>
                    </a:custGeom>
                    <a:solidFill>
                      <a:srgbClr val="A44995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358" name="Freeform: Shape 357">
                    <a:extLst>
                      <a:ext uri="{FF2B5EF4-FFF2-40B4-BE49-F238E27FC236}">
                        <a16:creationId xmlns:a16="http://schemas.microsoft.com/office/drawing/2014/main" id="{0F94D76D-8A36-E71B-5CA4-41E21E070241}"/>
                      </a:ext>
                    </a:extLst>
                  </p:cNvPr>
                  <p:cNvSpPr/>
                  <p:nvPr/>
                </p:nvSpPr>
                <p:spPr>
                  <a:xfrm>
                    <a:off x="6052686" y="4737333"/>
                    <a:ext cx="48664" cy="16952"/>
                  </a:xfrm>
                  <a:custGeom>
                    <a:avLst/>
                    <a:gdLst>
                      <a:gd name="connsiteX0" fmla="*/ 46689 w 48664"/>
                      <a:gd name="connsiteY0" fmla="*/ 16953 h 16952"/>
                      <a:gd name="connsiteX1" fmla="*/ 1975 w 48664"/>
                      <a:gd name="connsiteY1" fmla="*/ 16953 h 16952"/>
                      <a:gd name="connsiteX2" fmla="*/ 0 w 48664"/>
                      <a:gd name="connsiteY2" fmla="*/ 14978 h 16952"/>
                      <a:gd name="connsiteX3" fmla="*/ 0 w 48664"/>
                      <a:gd name="connsiteY3" fmla="*/ 1975 h 16952"/>
                      <a:gd name="connsiteX4" fmla="*/ 1975 w 48664"/>
                      <a:gd name="connsiteY4" fmla="*/ 0 h 16952"/>
                      <a:gd name="connsiteX5" fmla="*/ 46689 w 48664"/>
                      <a:gd name="connsiteY5" fmla="*/ 0 h 16952"/>
                      <a:gd name="connsiteX6" fmla="*/ 48664 w 48664"/>
                      <a:gd name="connsiteY6" fmla="*/ 1975 h 16952"/>
                      <a:gd name="connsiteX7" fmla="*/ 48664 w 48664"/>
                      <a:gd name="connsiteY7" fmla="*/ 15033 h 16952"/>
                      <a:gd name="connsiteX8" fmla="*/ 46689 w 48664"/>
                      <a:gd name="connsiteY8" fmla="*/ 16953 h 169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8664" h="16952">
                        <a:moveTo>
                          <a:pt x="46689" y="16953"/>
                        </a:moveTo>
                        <a:lnTo>
                          <a:pt x="1975" y="16953"/>
                        </a:lnTo>
                        <a:cubicBezTo>
                          <a:pt x="878" y="16953"/>
                          <a:pt x="0" y="16075"/>
                          <a:pt x="0" y="14978"/>
                        </a:cubicBezTo>
                        <a:lnTo>
                          <a:pt x="0" y="1975"/>
                        </a:lnTo>
                        <a:cubicBezTo>
                          <a:pt x="0" y="878"/>
                          <a:pt x="878" y="0"/>
                          <a:pt x="1975" y="0"/>
                        </a:cubicBezTo>
                        <a:lnTo>
                          <a:pt x="46689" y="0"/>
                        </a:lnTo>
                        <a:cubicBezTo>
                          <a:pt x="47787" y="0"/>
                          <a:pt x="48664" y="878"/>
                          <a:pt x="48664" y="1975"/>
                        </a:cubicBezTo>
                        <a:lnTo>
                          <a:pt x="48664" y="15033"/>
                        </a:lnTo>
                        <a:cubicBezTo>
                          <a:pt x="48610" y="16130"/>
                          <a:pt x="47732" y="16953"/>
                          <a:pt x="46689" y="1695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59" name="Freeform: Shape 358">
                    <a:extLst>
                      <a:ext uri="{FF2B5EF4-FFF2-40B4-BE49-F238E27FC236}">
                        <a16:creationId xmlns:a16="http://schemas.microsoft.com/office/drawing/2014/main" id="{B2199F04-F237-403F-6FD7-067D44200885}"/>
                      </a:ext>
                    </a:extLst>
                  </p:cNvPr>
                  <p:cNvSpPr/>
                  <p:nvPr/>
                </p:nvSpPr>
                <p:spPr>
                  <a:xfrm>
                    <a:off x="6052686" y="4751379"/>
                    <a:ext cx="48609" cy="2907"/>
                  </a:xfrm>
                  <a:custGeom>
                    <a:avLst/>
                    <a:gdLst>
                      <a:gd name="connsiteX0" fmla="*/ 46689 w 48609"/>
                      <a:gd name="connsiteY0" fmla="*/ 2908 h 2907"/>
                      <a:gd name="connsiteX1" fmla="*/ 1975 w 48609"/>
                      <a:gd name="connsiteY1" fmla="*/ 2908 h 2907"/>
                      <a:gd name="connsiteX2" fmla="*/ 0 w 48609"/>
                      <a:gd name="connsiteY2" fmla="*/ 933 h 2907"/>
                      <a:gd name="connsiteX3" fmla="*/ 0 w 48609"/>
                      <a:gd name="connsiteY3" fmla="*/ 0 h 2907"/>
                      <a:gd name="connsiteX4" fmla="*/ 48610 w 48609"/>
                      <a:gd name="connsiteY4" fmla="*/ 0 h 2907"/>
                      <a:gd name="connsiteX5" fmla="*/ 48610 w 48609"/>
                      <a:gd name="connsiteY5" fmla="*/ 988 h 2907"/>
                      <a:gd name="connsiteX6" fmla="*/ 46689 w 48609"/>
                      <a:gd name="connsiteY6" fmla="*/ 2908 h 29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48609" h="2907">
                        <a:moveTo>
                          <a:pt x="46689" y="2908"/>
                        </a:moveTo>
                        <a:lnTo>
                          <a:pt x="1975" y="2908"/>
                        </a:lnTo>
                        <a:cubicBezTo>
                          <a:pt x="878" y="2908"/>
                          <a:pt x="0" y="2030"/>
                          <a:pt x="0" y="933"/>
                        </a:cubicBezTo>
                        <a:lnTo>
                          <a:pt x="0" y="0"/>
                        </a:lnTo>
                        <a:lnTo>
                          <a:pt x="48610" y="0"/>
                        </a:lnTo>
                        <a:lnTo>
                          <a:pt x="48610" y="988"/>
                        </a:lnTo>
                        <a:cubicBezTo>
                          <a:pt x="48610" y="2085"/>
                          <a:pt x="47732" y="2908"/>
                          <a:pt x="46689" y="2908"/>
                        </a:cubicBezTo>
                        <a:close/>
                      </a:path>
                    </a:pathLst>
                  </a:custGeom>
                  <a:solidFill>
                    <a:srgbClr val="DADADA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60" name="Freeform: Shape 359">
                    <a:extLst>
                      <a:ext uri="{FF2B5EF4-FFF2-40B4-BE49-F238E27FC236}">
                        <a16:creationId xmlns:a16="http://schemas.microsoft.com/office/drawing/2014/main" id="{D12A7ECA-3E52-AC3B-CF02-A5F63D4D883E}"/>
                      </a:ext>
                    </a:extLst>
                  </p:cNvPr>
                  <p:cNvSpPr/>
                  <p:nvPr/>
                </p:nvSpPr>
                <p:spPr>
                  <a:xfrm>
                    <a:off x="6056691" y="4741229"/>
                    <a:ext cx="15691" cy="2523"/>
                  </a:xfrm>
                  <a:custGeom>
                    <a:avLst/>
                    <a:gdLst>
                      <a:gd name="connsiteX0" fmla="*/ 14429 w 15691"/>
                      <a:gd name="connsiteY0" fmla="*/ 2524 h 2523"/>
                      <a:gd name="connsiteX1" fmla="*/ 1262 w 15691"/>
                      <a:gd name="connsiteY1" fmla="*/ 2524 h 2523"/>
                      <a:gd name="connsiteX2" fmla="*/ 0 w 15691"/>
                      <a:gd name="connsiteY2" fmla="*/ 1262 h 2523"/>
                      <a:gd name="connsiteX3" fmla="*/ 0 w 15691"/>
                      <a:gd name="connsiteY3" fmla="*/ 1262 h 2523"/>
                      <a:gd name="connsiteX4" fmla="*/ 1262 w 15691"/>
                      <a:gd name="connsiteY4" fmla="*/ 0 h 2523"/>
                      <a:gd name="connsiteX5" fmla="*/ 14429 w 15691"/>
                      <a:gd name="connsiteY5" fmla="*/ 0 h 2523"/>
                      <a:gd name="connsiteX6" fmla="*/ 15691 w 15691"/>
                      <a:gd name="connsiteY6" fmla="*/ 1262 h 2523"/>
                      <a:gd name="connsiteX7" fmla="*/ 15691 w 15691"/>
                      <a:gd name="connsiteY7" fmla="*/ 1262 h 2523"/>
                      <a:gd name="connsiteX8" fmla="*/ 14429 w 15691"/>
                      <a:gd name="connsiteY8" fmla="*/ 2524 h 2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691" h="2523">
                        <a:moveTo>
                          <a:pt x="14429" y="2524"/>
                        </a:moveTo>
                        <a:lnTo>
                          <a:pt x="1262" y="2524"/>
                        </a:lnTo>
                        <a:cubicBezTo>
                          <a:pt x="549" y="2524"/>
                          <a:pt x="0" y="1975"/>
                          <a:pt x="0" y="1262"/>
                        </a:cubicBezTo>
                        <a:lnTo>
                          <a:pt x="0" y="1262"/>
                        </a:lnTo>
                        <a:cubicBezTo>
                          <a:pt x="0" y="549"/>
                          <a:pt x="549" y="0"/>
                          <a:pt x="1262" y="0"/>
                        </a:cubicBezTo>
                        <a:lnTo>
                          <a:pt x="14429" y="0"/>
                        </a:lnTo>
                        <a:cubicBezTo>
                          <a:pt x="15142" y="0"/>
                          <a:pt x="15691" y="549"/>
                          <a:pt x="15691" y="1262"/>
                        </a:cubicBezTo>
                        <a:lnTo>
                          <a:pt x="15691" y="1262"/>
                        </a:lnTo>
                        <a:cubicBezTo>
                          <a:pt x="15691" y="1975"/>
                          <a:pt x="15088" y="2524"/>
                          <a:pt x="14429" y="2524"/>
                        </a:cubicBezTo>
                        <a:close/>
                      </a:path>
                    </a:pathLst>
                  </a:custGeom>
                  <a:solidFill>
                    <a:srgbClr val="DADADA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61" name="Freeform: Shape 360">
                    <a:extLst>
                      <a:ext uri="{FF2B5EF4-FFF2-40B4-BE49-F238E27FC236}">
                        <a16:creationId xmlns:a16="http://schemas.microsoft.com/office/drawing/2014/main" id="{886568B2-4106-EDE8-38D0-F200976C1D06}"/>
                      </a:ext>
                    </a:extLst>
                  </p:cNvPr>
                  <p:cNvSpPr/>
                  <p:nvPr/>
                </p:nvSpPr>
                <p:spPr>
                  <a:xfrm>
                    <a:off x="6056691" y="4745892"/>
                    <a:ext cx="40325" cy="2523"/>
                  </a:xfrm>
                  <a:custGeom>
                    <a:avLst/>
                    <a:gdLst>
                      <a:gd name="connsiteX0" fmla="*/ 39063 w 40325"/>
                      <a:gd name="connsiteY0" fmla="*/ 2524 h 2523"/>
                      <a:gd name="connsiteX1" fmla="*/ 1262 w 40325"/>
                      <a:gd name="connsiteY1" fmla="*/ 2524 h 2523"/>
                      <a:gd name="connsiteX2" fmla="*/ 0 w 40325"/>
                      <a:gd name="connsiteY2" fmla="*/ 1262 h 2523"/>
                      <a:gd name="connsiteX3" fmla="*/ 0 w 40325"/>
                      <a:gd name="connsiteY3" fmla="*/ 1262 h 2523"/>
                      <a:gd name="connsiteX4" fmla="*/ 1262 w 40325"/>
                      <a:gd name="connsiteY4" fmla="*/ 0 h 2523"/>
                      <a:gd name="connsiteX5" fmla="*/ 39063 w 40325"/>
                      <a:gd name="connsiteY5" fmla="*/ 0 h 2523"/>
                      <a:gd name="connsiteX6" fmla="*/ 40325 w 40325"/>
                      <a:gd name="connsiteY6" fmla="*/ 1262 h 2523"/>
                      <a:gd name="connsiteX7" fmla="*/ 40325 w 40325"/>
                      <a:gd name="connsiteY7" fmla="*/ 1262 h 2523"/>
                      <a:gd name="connsiteX8" fmla="*/ 39063 w 40325"/>
                      <a:gd name="connsiteY8" fmla="*/ 2524 h 2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0325" h="2523">
                        <a:moveTo>
                          <a:pt x="39063" y="2524"/>
                        </a:moveTo>
                        <a:lnTo>
                          <a:pt x="1262" y="2524"/>
                        </a:lnTo>
                        <a:cubicBezTo>
                          <a:pt x="549" y="2524"/>
                          <a:pt x="0" y="1975"/>
                          <a:pt x="0" y="1262"/>
                        </a:cubicBezTo>
                        <a:lnTo>
                          <a:pt x="0" y="1262"/>
                        </a:lnTo>
                        <a:cubicBezTo>
                          <a:pt x="0" y="549"/>
                          <a:pt x="549" y="0"/>
                          <a:pt x="1262" y="0"/>
                        </a:cubicBezTo>
                        <a:lnTo>
                          <a:pt x="39063" y="0"/>
                        </a:lnTo>
                        <a:cubicBezTo>
                          <a:pt x="39776" y="0"/>
                          <a:pt x="40325" y="549"/>
                          <a:pt x="40325" y="1262"/>
                        </a:cubicBezTo>
                        <a:lnTo>
                          <a:pt x="40325" y="1262"/>
                        </a:lnTo>
                        <a:cubicBezTo>
                          <a:pt x="40325" y="1975"/>
                          <a:pt x="39776" y="2524"/>
                          <a:pt x="39063" y="2524"/>
                        </a:cubicBezTo>
                        <a:close/>
                      </a:path>
                    </a:pathLst>
                  </a:custGeom>
                  <a:solidFill>
                    <a:srgbClr val="DADADA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62" name="Graphic 118">
                  <a:extLst>
                    <a:ext uri="{FF2B5EF4-FFF2-40B4-BE49-F238E27FC236}">
                      <a16:creationId xmlns:a16="http://schemas.microsoft.com/office/drawing/2014/main" id="{E91D6557-451C-62D4-8D38-8AE5740A6C71}"/>
                    </a:ext>
                  </a:extLst>
                </p:cNvPr>
                <p:cNvGrpSpPr/>
                <p:nvPr/>
              </p:nvGrpSpPr>
              <p:grpSpPr>
                <a:xfrm>
                  <a:off x="5991787" y="4774092"/>
                  <a:ext cx="156691" cy="42629"/>
                  <a:chOff x="5991787" y="4774092"/>
                  <a:chExt cx="156691" cy="42629"/>
                </a:xfrm>
              </p:grpSpPr>
              <p:sp>
                <p:nvSpPr>
                  <p:cNvPr id="363" name="Freeform: Shape 362">
                    <a:extLst>
                      <a:ext uri="{FF2B5EF4-FFF2-40B4-BE49-F238E27FC236}">
                        <a16:creationId xmlns:a16="http://schemas.microsoft.com/office/drawing/2014/main" id="{A15FACCA-035E-B512-B9B3-93BF55941D66}"/>
                      </a:ext>
                    </a:extLst>
                  </p:cNvPr>
                  <p:cNvSpPr/>
                  <p:nvPr/>
                </p:nvSpPr>
                <p:spPr>
                  <a:xfrm>
                    <a:off x="6003034" y="4808657"/>
                    <a:ext cx="134526" cy="8065"/>
                  </a:xfrm>
                  <a:custGeom>
                    <a:avLst/>
                    <a:gdLst>
                      <a:gd name="connsiteX0" fmla="*/ 0 w 134526"/>
                      <a:gd name="connsiteY0" fmla="*/ 0 h 8065"/>
                      <a:gd name="connsiteX1" fmla="*/ 134527 w 134526"/>
                      <a:gd name="connsiteY1" fmla="*/ 0 h 8065"/>
                      <a:gd name="connsiteX2" fmla="*/ 134527 w 134526"/>
                      <a:gd name="connsiteY2" fmla="*/ 8065 h 8065"/>
                      <a:gd name="connsiteX3" fmla="*/ 0 w 134526"/>
                      <a:gd name="connsiteY3" fmla="*/ 8065 h 80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4526" h="8065">
                        <a:moveTo>
                          <a:pt x="0" y="0"/>
                        </a:moveTo>
                        <a:lnTo>
                          <a:pt x="134527" y="0"/>
                        </a:lnTo>
                        <a:lnTo>
                          <a:pt x="134527" y="8065"/>
                        </a:lnTo>
                        <a:lnTo>
                          <a:pt x="0" y="8065"/>
                        </a:lnTo>
                        <a:close/>
                      </a:path>
                    </a:pathLst>
                  </a:custGeom>
                  <a:solidFill>
                    <a:srgbClr val="A44995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64" name="Freeform: Shape 363">
                    <a:extLst>
                      <a:ext uri="{FF2B5EF4-FFF2-40B4-BE49-F238E27FC236}">
                        <a16:creationId xmlns:a16="http://schemas.microsoft.com/office/drawing/2014/main" id="{A7DB8F3C-B4A3-2579-2A38-5D4F47DA9B55}"/>
                      </a:ext>
                    </a:extLst>
                  </p:cNvPr>
                  <p:cNvSpPr/>
                  <p:nvPr/>
                </p:nvSpPr>
                <p:spPr>
                  <a:xfrm>
                    <a:off x="6070297" y="4808657"/>
                    <a:ext cx="67263" cy="8064"/>
                  </a:xfrm>
                  <a:custGeom>
                    <a:avLst/>
                    <a:gdLst>
                      <a:gd name="connsiteX0" fmla="*/ 67263 w 67263"/>
                      <a:gd name="connsiteY0" fmla="*/ 8065 h 8064"/>
                      <a:gd name="connsiteX1" fmla="*/ 0 w 67263"/>
                      <a:gd name="connsiteY1" fmla="*/ 8065 h 8064"/>
                      <a:gd name="connsiteX2" fmla="*/ 7791 w 67263"/>
                      <a:gd name="connsiteY2" fmla="*/ 0 h 8064"/>
                      <a:gd name="connsiteX3" fmla="*/ 67263 w 67263"/>
                      <a:gd name="connsiteY3" fmla="*/ 0 h 80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7263" h="8064">
                        <a:moveTo>
                          <a:pt x="67263" y="8065"/>
                        </a:moveTo>
                        <a:lnTo>
                          <a:pt x="0" y="8065"/>
                        </a:lnTo>
                        <a:lnTo>
                          <a:pt x="7791" y="0"/>
                        </a:lnTo>
                        <a:lnTo>
                          <a:pt x="67263" y="0"/>
                        </a:lnTo>
                        <a:close/>
                      </a:path>
                    </a:pathLst>
                  </a:custGeom>
                  <a:solidFill>
                    <a:srgbClr val="952584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365" name="Graphic 118">
                    <a:extLst>
                      <a:ext uri="{FF2B5EF4-FFF2-40B4-BE49-F238E27FC236}">
                        <a16:creationId xmlns:a16="http://schemas.microsoft.com/office/drawing/2014/main" id="{AE58255C-BA22-4C87-5226-33A7B4F4AE41}"/>
                      </a:ext>
                    </a:extLst>
                  </p:cNvPr>
                  <p:cNvGrpSpPr/>
                  <p:nvPr/>
                </p:nvGrpSpPr>
                <p:grpSpPr>
                  <a:xfrm>
                    <a:off x="5991787" y="4774092"/>
                    <a:ext cx="156691" cy="34564"/>
                    <a:chOff x="5991787" y="4774092"/>
                    <a:chExt cx="156691" cy="34564"/>
                  </a:xfrm>
                </p:grpSpPr>
                <p:sp>
                  <p:nvSpPr>
                    <p:cNvPr id="366" name="Freeform: Shape 365">
                      <a:extLst>
                        <a:ext uri="{FF2B5EF4-FFF2-40B4-BE49-F238E27FC236}">
                          <a16:creationId xmlns:a16="http://schemas.microsoft.com/office/drawing/2014/main" id="{0C1714E8-BA7E-7F1B-4333-E8E0E9B962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91787" y="4774147"/>
                      <a:ext cx="156691" cy="34509"/>
                    </a:xfrm>
                    <a:custGeom>
                      <a:avLst/>
                      <a:gdLst>
                        <a:gd name="connsiteX0" fmla="*/ 152796 w 156691"/>
                        <a:gd name="connsiteY0" fmla="*/ 34509 h 34509"/>
                        <a:gd name="connsiteX1" fmla="*/ 3895 w 156691"/>
                        <a:gd name="connsiteY1" fmla="*/ 34509 h 34509"/>
                        <a:gd name="connsiteX2" fmla="*/ 0 w 156691"/>
                        <a:gd name="connsiteY2" fmla="*/ 30614 h 34509"/>
                        <a:gd name="connsiteX3" fmla="*/ 0 w 156691"/>
                        <a:gd name="connsiteY3" fmla="*/ 3895 h 34509"/>
                        <a:gd name="connsiteX4" fmla="*/ 3895 w 156691"/>
                        <a:gd name="connsiteY4" fmla="*/ 0 h 34509"/>
                        <a:gd name="connsiteX5" fmla="*/ 152796 w 156691"/>
                        <a:gd name="connsiteY5" fmla="*/ 0 h 34509"/>
                        <a:gd name="connsiteX6" fmla="*/ 156692 w 156691"/>
                        <a:gd name="connsiteY6" fmla="*/ 3895 h 34509"/>
                        <a:gd name="connsiteX7" fmla="*/ 156692 w 156691"/>
                        <a:gd name="connsiteY7" fmla="*/ 30614 h 34509"/>
                        <a:gd name="connsiteX8" fmla="*/ 152796 w 156691"/>
                        <a:gd name="connsiteY8" fmla="*/ 34509 h 3450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56691" h="34509">
                          <a:moveTo>
                            <a:pt x="152796" y="34509"/>
                          </a:moveTo>
                          <a:lnTo>
                            <a:pt x="3895" y="34509"/>
                          </a:lnTo>
                          <a:cubicBezTo>
                            <a:pt x="1756" y="34509"/>
                            <a:pt x="0" y="32754"/>
                            <a:pt x="0" y="30614"/>
                          </a:cubicBezTo>
                          <a:lnTo>
                            <a:pt x="0" y="3895"/>
                          </a:lnTo>
                          <a:cubicBezTo>
                            <a:pt x="0" y="1756"/>
                            <a:pt x="1756" y="0"/>
                            <a:pt x="3895" y="0"/>
                          </a:cubicBezTo>
                          <a:lnTo>
                            <a:pt x="152796" y="0"/>
                          </a:lnTo>
                          <a:cubicBezTo>
                            <a:pt x="154936" y="0"/>
                            <a:pt x="156692" y="1756"/>
                            <a:pt x="156692" y="3895"/>
                          </a:cubicBezTo>
                          <a:lnTo>
                            <a:pt x="156692" y="30614"/>
                          </a:lnTo>
                          <a:cubicBezTo>
                            <a:pt x="156692" y="32754"/>
                            <a:pt x="154936" y="34509"/>
                            <a:pt x="152796" y="34509"/>
                          </a:cubicBezTo>
                          <a:close/>
                        </a:path>
                      </a:pathLst>
                    </a:custGeom>
                    <a:solidFill>
                      <a:srgbClr val="36A9E1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67" name="Freeform: Shape 366">
                      <a:extLst>
                        <a:ext uri="{FF2B5EF4-FFF2-40B4-BE49-F238E27FC236}">
                          <a16:creationId xmlns:a16="http://schemas.microsoft.com/office/drawing/2014/main" id="{889AE0BA-3934-5D74-C6E4-AF735FB61E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50875" y="4774092"/>
                      <a:ext cx="97603" cy="34509"/>
                    </a:xfrm>
                    <a:custGeom>
                      <a:avLst/>
                      <a:gdLst>
                        <a:gd name="connsiteX0" fmla="*/ 0 w 97603"/>
                        <a:gd name="connsiteY0" fmla="*/ 34509 h 34509"/>
                        <a:gd name="connsiteX1" fmla="*/ 93708 w 97603"/>
                        <a:gd name="connsiteY1" fmla="*/ 34509 h 34509"/>
                        <a:gd name="connsiteX2" fmla="*/ 97603 w 97603"/>
                        <a:gd name="connsiteY2" fmla="*/ 30614 h 34509"/>
                        <a:gd name="connsiteX3" fmla="*/ 97603 w 97603"/>
                        <a:gd name="connsiteY3" fmla="*/ 3895 h 34509"/>
                        <a:gd name="connsiteX4" fmla="*/ 93708 w 97603"/>
                        <a:gd name="connsiteY4" fmla="*/ 0 h 34509"/>
                        <a:gd name="connsiteX5" fmla="*/ 34509 w 97603"/>
                        <a:gd name="connsiteY5" fmla="*/ 0 h 34509"/>
                        <a:gd name="connsiteX6" fmla="*/ 0 w 97603"/>
                        <a:gd name="connsiteY6" fmla="*/ 34509 h 3450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97603" h="34509">
                          <a:moveTo>
                            <a:pt x="0" y="34509"/>
                          </a:moveTo>
                          <a:lnTo>
                            <a:pt x="93708" y="34509"/>
                          </a:lnTo>
                          <a:cubicBezTo>
                            <a:pt x="95847" y="34509"/>
                            <a:pt x="97603" y="32754"/>
                            <a:pt x="97603" y="30614"/>
                          </a:cubicBezTo>
                          <a:lnTo>
                            <a:pt x="97603" y="3895"/>
                          </a:lnTo>
                          <a:cubicBezTo>
                            <a:pt x="97603" y="1756"/>
                            <a:pt x="95847" y="0"/>
                            <a:pt x="93708" y="0"/>
                          </a:cubicBezTo>
                          <a:lnTo>
                            <a:pt x="34509" y="0"/>
                          </a:lnTo>
                          <a:lnTo>
                            <a:pt x="0" y="34509"/>
                          </a:lnTo>
                          <a:close/>
                        </a:path>
                      </a:pathLst>
                    </a:custGeom>
                    <a:solidFill>
                      <a:srgbClr val="0091C5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68" name="Freeform: Shape 367">
                      <a:extLst>
                        <a:ext uri="{FF2B5EF4-FFF2-40B4-BE49-F238E27FC236}">
                          <a16:creationId xmlns:a16="http://schemas.microsoft.com/office/drawing/2014/main" id="{7D8C636B-11C5-DCBE-4623-9F07EBEAE2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91787" y="4799330"/>
                      <a:ext cx="156691" cy="9326"/>
                    </a:xfrm>
                    <a:custGeom>
                      <a:avLst/>
                      <a:gdLst>
                        <a:gd name="connsiteX0" fmla="*/ 152796 w 156691"/>
                        <a:gd name="connsiteY0" fmla="*/ 3895 h 9326"/>
                        <a:gd name="connsiteX1" fmla="*/ 3895 w 156691"/>
                        <a:gd name="connsiteY1" fmla="*/ 3895 h 9326"/>
                        <a:gd name="connsiteX2" fmla="*/ 0 w 156691"/>
                        <a:gd name="connsiteY2" fmla="*/ 0 h 9326"/>
                        <a:gd name="connsiteX3" fmla="*/ 0 w 156691"/>
                        <a:gd name="connsiteY3" fmla="*/ 5432 h 9326"/>
                        <a:gd name="connsiteX4" fmla="*/ 3895 w 156691"/>
                        <a:gd name="connsiteY4" fmla="*/ 9327 h 9326"/>
                        <a:gd name="connsiteX5" fmla="*/ 152796 w 156691"/>
                        <a:gd name="connsiteY5" fmla="*/ 9327 h 9326"/>
                        <a:gd name="connsiteX6" fmla="*/ 156692 w 156691"/>
                        <a:gd name="connsiteY6" fmla="*/ 5432 h 9326"/>
                        <a:gd name="connsiteX7" fmla="*/ 156692 w 156691"/>
                        <a:gd name="connsiteY7" fmla="*/ 0 h 9326"/>
                        <a:gd name="connsiteX8" fmla="*/ 152796 w 156691"/>
                        <a:gd name="connsiteY8" fmla="*/ 3895 h 93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56691" h="9326">
                          <a:moveTo>
                            <a:pt x="152796" y="3895"/>
                          </a:moveTo>
                          <a:lnTo>
                            <a:pt x="3895" y="3895"/>
                          </a:lnTo>
                          <a:cubicBezTo>
                            <a:pt x="1756" y="3895"/>
                            <a:pt x="0" y="2140"/>
                            <a:pt x="0" y="0"/>
                          </a:cubicBezTo>
                          <a:lnTo>
                            <a:pt x="0" y="5432"/>
                          </a:lnTo>
                          <a:cubicBezTo>
                            <a:pt x="0" y="7571"/>
                            <a:pt x="1756" y="9327"/>
                            <a:pt x="3895" y="9327"/>
                          </a:cubicBezTo>
                          <a:lnTo>
                            <a:pt x="152796" y="9327"/>
                          </a:lnTo>
                          <a:cubicBezTo>
                            <a:pt x="154936" y="9327"/>
                            <a:pt x="156692" y="7571"/>
                            <a:pt x="156692" y="5432"/>
                          </a:cubicBezTo>
                          <a:lnTo>
                            <a:pt x="156692" y="0"/>
                          </a:lnTo>
                          <a:cubicBezTo>
                            <a:pt x="156692" y="2140"/>
                            <a:pt x="154936" y="3895"/>
                            <a:pt x="152796" y="3895"/>
                          </a:cubicBezTo>
                          <a:close/>
                        </a:path>
                      </a:pathLst>
                    </a:custGeom>
                    <a:solidFill>
                      <a:srgbClr val="413E91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69" name="Freeform: Shape 368">
                      <a:extLst>
                        <a:ext uri="{FF2B5EF4-FFF2-40B4-BE49-F238E27FC236}">
                          <a16:creationId xmlns:a16="http://schemas.microsoft.com/office/drawing/2014/main" id="{171E137F-83D3-CF4D-C225-A8F1A7244B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05613" y="4779963"/>
                      <a:ext cx="5266" cy="16952"/>
                    </a:xfrm>
                    <a:custGeom>
                      <a:avLst/>
                      <a:gdLst>
                        <a:gd name="connsiteX0" fmla="*/ 2633 w 5266"/>
                        <a:gd name="connsiteY0" fmla="*/ 16953 h 16952"/>
                        <a:gd name="connsiteX1" fmla="*/ 2633 w 5266"/>
                        <a:gd name="connsiteY1" fmla="*/ 16953 h 16952"/>
                        <a:gd name="connsiteX2" fmla="*/ 0 w 5266"/>
                        <a:gd name="connsiteY2" fmla="*/ 14320 h 16952"/>
                        <a:gd name="connsiteX3" fmla="*/ 0 w 5266"/>
                        <a:gd name="connsiteY3" fmla="*/ 2633 h 16952"/>
                        <a:gd name="connsiteX4" fmla="*/ 2633 w 5266"/>
                        <a:gd name="connsiteY4" fmla="*/ 0 h 16952"/>
                        <a:gd name="connsiteX5" fmla="*/ 2633 w 5266"/>
                        <a:gd name="connsiteY5" fmla="*/ 0 h 16952"/>
                        <a:gd name="connsiteX6" fmla="*/ 5267 w 5266"/>
                        <a:gd name="connsiteY6" fmla="*/ 2633 h 16952"/>
                        <a:gd name="connsiteX7" fmla="*/ 5267 w 5266"/>
                        <a:gd name="connsiteY7" fmla="*/ 14320 h 16952"/>
                        <a:gd name="connsiteX8" fmla="*/ 2633 w 5266"/>
                        <a:gd name="connsiteY8" fmla="*/ 16953 h 169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5266" h="16952">
                          <a:moveTo>
                            <a:pt x="2633" y="16953"/>
                          </a:moveTo>
                          <a:lnTo>
                            <a:pt x="2633" y="16953"/>
                          </a:lnTo>
                          <a:cubicBezTo>
                            <a:pt x="1207" y="16953"/>
                            <a:pt x="0" y="15801"/>
                            <a:pt x="0" y="14320"/>
                          </a:cubicBezTo>
                          <a:lnTo>
                            <a:pt x="0" y="2633"/>
                          </a:lnTo>
                          <a:cubicBezTo>
                            <a:pt x="0" y="1207"/>
                            <a:pt x="1152" y="0"/>
                            <a:pt x="2633" y="0"/>
                          </a:cubicBezTo>
                          <a:lnTo>
                            <a:pt x="2633" y="0"/>
                          </a:lnTo>
                          <a:cubicBezTo>
                            <a:pt x="4060" y="0"/>
                            <a:pt x="5267" y="1152"/>
                            <a:pt x="5267" y="2633"/>
                          </a:cubicBezTo>
                          <a:lnTo>
                            <a:pt x="5267" y="14320"/>
                          </a:lnTo>
                          <a:cubicBezTo>
                            <a:pt x="5267" y="15746"/>
                            <a:pt x="4115" y="16953"/>
                            <a:pt x="2633" y="16953"/>
                          </a:cubicBezTo>
                          <a:close/>
                        </a:path>
                      </a:pathLst>
                    </a:custGeom>
                    <a:solidFill>
                      <a:srgbClr val="A44995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0" name="Freeform: Shape 369">
                      <a:extLst>
                        <a:ext uri="{FF2B5EF4-FFF2-40B4-BE49-F238E27FC236}">
                          <a16:creationId xmlns:a16="http://schemas.microsoft.com/office/drawing/2014/main" id="{8926C2A6-F48B-F1D2-E611-4DD6A70318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05613" y="4790167"/>
                      <a:ext cx="5266" cy="6748"/>
                    </a:xfrm>
                    <a:custGeom>
                      <a:avLst/>
                      <a:gdLst>
                        <a:gd name="connsiteX0" fmla="*/ 2633 w 5266"/>
                        <a:gd name="connsiteY0" fmla="*/ 2633 h 6748"/>
                        <a:gd name="connsiteX1" fmla="*/ 0 w 5266"/>
                        <a:gd name="connsiteY1" fmla="*/ 0 h 6748"/>
                        <a:gd name="connsiteX2" fmla="*/ 0 w 5266"/>
                        <a:gd name="connsiteY2" fmla="*/ 4115 h 6748"/>
                        <a:gd name="connsiteX3" fmla="*/ 2633 w 5266"/>
                        <a:gd name="connsiteY3" fmla="*/ 6748 h 6748"/>
                        <a:gd name="connsiteX4" fmla="*/ 5267 w 5266"/>
                        <a:gd name="connsiteY4" fmla="*/ 4115 h 6748"/>
                        <a:gd name="connsiteX5" fmla="*/ 5267 w 5266"/>
                        <a:gd name="connsiteY5" fmla="*/ 0 h 6748"/>
                        <a:gd name="connsiteX6" fmla="*/ 2633 w 5266"/>
                        <a:gd name="connsiteY6" fmla="*/ 2633 h 67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5266" h="6748">
                          <a:moveTo>
                            <a:pt x="2633" y="2633"/>
                          </a:moveTo>
                          <a:cubicBezTo>
                            <a:pt x="1207" y="2633"/>
                            <a:pt x="0" y="1481"/>
                            <a:pt x="0" y="0"/>
                          </a:cubicBezTo>
                          <a:lnTo>
                            <a:pt x="0" y="4115"/>
                          </a:lnTo>
                          <a:cubicBezTo>
                            <a:pt x="0" y="5541"/>
                            <a:pt x="1152" y="6748"/>
                            <a:pt x="2633" y="6748"/>
                          </a:cubicBezTo>
                          <a:cubicBezTo>
                            <a:pt x="4060" y="6748"/>
                            <a:pt x="5267" y="5596"/>
                            <a:pt x="5267" y="4115"/>
                          </a:cubicBezTo>
                          <a:lnTo>
                            <a:pt x="5267" y="0"/>
                          </a:lnTo>
                          <a:cubicBezTo>
                            <a:pt x="5267" y="1481"/>
                            <a:pt x="4115" y="2633"/>
                            <a:pt x="2633" y="2633"/>
                          </a:cubicBezTo>
                          <a:close/>
                        </a:path>
                      </a:pathLst>
                    </a:custGeom>
                    <a:solidFill>
                      <a:srgbClr val="952584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1" name="Freeform: Shape 370">
                      <a:extLst>
                        <a:ext uri="{FF2B5EF4-FFF2-40B4-BE49-F238E27FC236}">
                          <a16:creationId xmlns:a16="http://schemas.microsoft.com/office/drawing/2014/main" id="{B72BC85A-950F-C1EA-06EA-F0E947D90D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21578" y="4779963"/>
                      <a:ext cx="5266" cy="16952"/>
                    </a:xfrm>
                    <a:custGeom>
                      <a:avLst/>
                      <a:gdLst>
                        <a:gd name="connsiteX0" fmla="*/ 2633 w 5266"/>
                        <a:gd name="connsiteY0" fmla="*/ 16953 h 16952"/>
                        <a:gd name="connsiteX1" fmla="*/ 2633 w 5266"/>
                        <a:gd name="connsiteY1" fmla="*/ 16953 h 16952"/>
                        <a:gd name="connsiteX2" fmla="*/ 0 w 5266"/>
                        <a:gd name="connsiteY2" fmla="*/ 14320 h 16952"/>
                        <a:gd name="connsiteX3" fmla="*/ 0 w 5266"/>
                        <a:gd name="connsiteY3" fmla="*/ 2633 h 16952"/>
                        <a:gd name="connsiteX4" fmla="*/ 2633 w 5266"/>
                        <a:gd name="connsiteY4" fmla="*/ 0 h 16952"/>
                        <a:gd name="connsiteX5" fmla="*/ 2633 w 5266"/>
                        <a:gd name="connsiteY5" fmla="*/ 0 h 16952"/>
                        <a:gd name="connsiteX6" fmla="*/ 5267 w 5266"/>
                        <a:gd name="connsiteY6" fmla="*/ 2633 h 16952"/>
                        <a:gd name="connsiteX7" fmla="*/ 5267 w 5266"/>
                        <a:gd name="connsiteY7" fmla="*/ 14320 h 16952"/>
                        <a:gd name="connsiteX8" fmla="*/ 2633 w 5266"/>
                        <a:gd name="connsiteY8" fmla="*/ 16953 h 169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5266" h="16952">
                          <a:moveTo>
                            <a:pt x="2633" y="16953"/>
                          </a:moveTo>
                          <a:lnTo>
                            <a:pt x="2633" y="16953"/>
                          </a:lnTo>
                          <a:cubicBezTo>
                            <a:pt x="1207" y="16953"/>
                            <a:pt x="0" y="15801"/>
                            <a:pt x="0" y="14320"/>
                          </a:cubicBezTo>
                          <a:lnTo>
                            <a:pt x="0" y="2633"/>
                          </a:lnTo>
                          <a:cubicBezTo>
                            <a:pt x="0" y="1207"/>
                            <a:pt x="1152" y="0"/>
                            <a:pt x="2633" y="0"/>
                          </a:cubicBezTo>
                          <a:lnTo>
                            <a:pt x="2633" y="0"/>
                          </a:lnTo>
                          <a:cubicBezTo>
                            <a:pt x="4060" y="0"/>
                            <a:pt x="5267" y="1152"/>
                            <a:pt x="5267" y="2633"/>
                          </a:cubicBezTo>
                          <a:lnTo>
                            <a:pt x="5267" y="14320"/>
                          </a:lnTo>
                          <a:cubicBezTo>
                            <a:pt x="5267" y="15746"/>
                            <a:pt x="4115" y="16953"/>
                            <a:pt x="2633" y="16953"/>
                          </a:cubicBezTo>
                          <a:close/>
                        </a:path>
                      </a:pathLst>
                    </a:custGeom>
                    <a:solidFill>
                      <a:srgbClr val="A44995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2" name="Freeform: Shape 371">
                      <a:extLst>
                        <a:ext uri="{FF2B5EF4-FFF2-40B4-BE49-F238E27FC236}">
                          <a16:creationId xmlns:a16="http://schemas.microsoft.com/office/drawing/2014/main" id="{A4FB68C0-91F8-5567-4256-A66F175C97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37598" y="4779963"/>
                      <a:ext cx="5266" cy="16952"/>
                    </a:xfrm>
                    <a:custGeom>
                      <a:avLst/>
                      <a:gdLst>
                        <a:gd name="connsiteX0" fmla="*/ 2633 w 5266"/>
                        <a:gd name="connsiteY0" fmla="*/ 16953 h 16952"/>
                        <a:gd name="connsiteX1" fmla="*/ 2633 w 5266"/>
                        <a:gd name="connsiteY1" fmla="*/ 16953 h 16952"/>
                        <a:gd name="connsiteX2" fmla="*/ 0 w 5266"/>
                        <a:gd name="connsiteY2" fmla="*/ 14320 h 16952"/>
                        <a:gd name="connsiteX3" fmla="*/ 0 w 5266"/>
                        <a:gd name="connsiteY3" fmla="*/ 2633 h 16952"/>
                        <a:gd name="connsiteX4" fmla="*/ 2633 w 5266"/>
                        <a:gd name="connsiteY4" fmla="*/ 0 h 16952"/>
                        <a:gd name="connsiteX5" fmla="*/ 2633 w 5266"/>
                        <a:gd name="connsiteY5" fmla="*/ 0 h 16952"/>
                        <a:gd name="connsiteX6" fmla="*/ 5267 w 5266"/>
                        <a:gd name="connsiteY6" fmla="*/ 2633 h 16952"/>
                        <a:gd name="connsiteX7" fmla="*/ 5267 w 5266"/>
                        <a:gd name="connsiteY7" fmla="*/ 14320 h 16952"/>
                        <a:gd name="connsiteX8" fmla="*/ 2633 w 5266"/>
                        <a:gd name="connsiteY8" fmla="*/ 16953 h 169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5266" h="16952">
                          <a:moveTo>
                            <a:pt x="2633" y="16953"/>
                          </a:moveTo>
                          <a:lnTo>
                            <a:pt x="2633" y="16953"/>
                          </a:lnTo>
                          <a:cubicBezTo>
                            <a:pt x="1207" y="16953"/>
                            <a:pt x="0" y="15801"/>
                            <a:pt x="0" y="14320"/>
                          </a:cubicBezTo>
                          <a:lnTo>
                            <a:pt x="0" y="2633"/>
                          </a:lnTo>
                          <a:cubicBezTo>
                            <a:pt x="0" y="1207"/>
                            <a:pt x="1152" y="0"/>
                            <a:pt x="2633" y="0"/>
                          </a:cubicBezTo>
                          <a:lnTo>
                            <a:pt x="2633" y="0"/>
                          </a:lnTo>
                          <a:cubicBezTo>
                            <a:pt x="4060" y="0"/>
                            <a:pt x="5267" y="1152"/>
                            <a:pt x="5267" y="2633"/>
                          </a:cubicBezTo>
                          <a:lnTo>
                            <a:pt x="5267" y="14320"/>
                          </a:lnTo>
                          <a:cubicBezTo>
                            <a:pt x="5267" y="15746"/>
                            <a:pt x="4060" y="16953"/>
                            <a:pt x="2633" y="16953"/>
                          </a:cubicBezTo>
                          <a:close/>
                        </a:path>
                      </a:pathLst>
                    </a:custGeom>
                    <a:solidFill>
                      <a:srgbClr val="A44995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3" name="Freeform: Shape 372">
                      <a:extLst>
                        <a:ext uri="{FF2B5EF4-FFF2-40B4-BE49-F238E27FC236}">
                          <a16:creationId xmlns:a16="http://schemas.microsoft.com/office/drawing/2014/main" id="{27C8B672-B99A-FFF2-9D99-BD083426D1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21578" y="4790167"/>
                      <a:ext cx="5266" cy="6748"/>
                    </a:xfrm>
                    <a:custGeom>
                      <a:avLst/>
                      <a:gdLst>
                        <a:gd name="connsiteX0" fmla="*/ 2633 w 5266"/>
                        <a:gd name="connsiteY0" fmla="*/ 2633 h 6748"/>
                        <a:gd name="connsiteX1" fmla="*/ 0 w 5266"/>
                        <a:gd name="connsiteY1" fmla="*/ 0 h 6748"/>
                        <a:gd name="connsiteX2" fmla="*/ 0 w 5266"/>
                        <a:gd name="connsiteY2" fmla="*/ 4115 h 6748"/>
                        <a:gd name="connsiteX3" fmla="*/ 2633 w 5266"/>
                        <a:gd name="connsiteY3" fmla="*/ 6748 h 6748"/>
                        <a:gd name="connsiteX4" fmla="*/ 5267 w 5266"/>
                        <a:gd name="connsiteY4" fmla="*/ 4115 h 6748"/>
                        <a:gd name="connsiteX5" fmla="*/ 5267 w 5266"/>
                        <a:gd name="connsiteY5" fmla="*/ 0 h 6748"/>
                        <a:gd name="connsiteX6" fmla="*/ 2633 w 5266"/>
                        <a:gd name="connsiteY6" fmla="*/ 2633 h 67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5266" h="6748">
                          <a:moveTo>
                            <a:pt x="2633" y="2633"/>
                          </a:moveTo>
                          <a:cubicBezTo>
                            <a:pt x="1207" y="2633"/>
                            <a:pt x="0" y="1481"/>
                            <a:pt x="0" y="0"/>
                          </a:cubicBezTo>
                          <a:lnTo>
                            <a:pt x="0" y="4115"/>
                          </a:lnTo>
                          <a:cubicBezTo>
                            <a:pt x="0" y="5541"/>
                            <a:pt x="1152" y="6748"/>
                            <a:pt x="2633" y="6748"/>
                          </a:cubicBezTo>
                          <a:cubicBezTo>
                            <a:pt x="4060" y="6748"/>
                            <a:pt x="5267" y="5596"/>
                            <a:pt x="5267" y="4115"/>
                          </a:cubicBezTo>
                          <a:lnTo>
                            <a:pt x="5267" y="0"/>
                          </a:lnTo>
                          <a:cubicBezTo>
                            <a:pt x="5267" y="1481"/>
                            <a:pt x="4115" y="2633"/>
                            <a:pt x="2633" y="2633"/>
                          </a:cubicBezTo>
                          <a:close/>
                        </a:path>
                      </a:pathLst>
                    </a:custGeom>
                    <a:solidFill>
                      <a:srgbClr val="952584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4" name="Freeform: Shape 373">
                      <a:extLst>
                        <a:ext uri="{FF2B5EF4-FFF2-40B4-BE49-F238E27FC236}">
                          <a16:creationId xmlns:a16="http://schemas.microsoft.com/office/drawing/2014/main" id="{C4A2B53B-5EDC-B6CF-E2F1-CA9D721248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37598" y="4790167"/>
                      <a:ext cx="5266" cy="6748"/>
                    </a:xfrm>
                    <a:custGeom>
                      <a:avLst/>
                      <a:gdLst>
                        <a:gd name="connsiteX0" fmla="*/ 2633 w 5266"/>
                        <a:gd name="connsiteY0" fmla="*/ 2633 h 6748"/>
                        <a:gd name="connsiteX1" fmla="*/ 0 w 5266"/>
                        <a:gd name="connsiteY1" fmla="*/ 0 h 6748"/>
                        <a:gd name="connsiteX2" fmla="*/ 0 w 5266"/>
                        <a:gd name="connsiteY2" fmla="*/ 4115 h 6748"/>
                        <a:gd name="connsiteX3" fmla="*/ 2633 w 5266"/>
                        <a:gd name="connsiteY3" fmla="*/ 6748 h 6748"/>
                        <a:gd name="connsiteX4" fmla="*/ 5267 w 5266"/>
                        <a:gd name="connsiteY4" fmla="*/ 4115 h 6748"/>
                        <a:gd name="connsiteX5" fmla="*/ 5267 w 5266"/>
                        <a:gd name="connsiteY5" fmla="*/ 0 h 6748"/>
                        <a:gd name="connsiteX6" fmla="*/ 2633 w 5266"/>
                        <a:gd name="connsiteY6" fmla="*/ 2633 h 67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5266" h="6748">
                          <a:moveTo>
                            <a:pt x="2633" y="2633"/>
                          </a:moveTo>
                          <a:cubicBezTo>
                            <a:pt x="1207" y="2633"/>
                            <a:pt x="0" y="1481"/>
                            <a:pt x="0" y="0"/>
                          </a:cubicBezTo>
                          <a:lnTo>
                            <a:pt x="0" y="4115"/>
                          </a:lnTo>
                          <a:cubicBezTo>
                            <a:pt x="0" y="5541"/>
                            <a:pt x="1152" y="6748"/>
                            <a:pt x="2633" y="6748"/>
                          </a:cubicBezTo>
                          <a:cubicBezTo>
                            <a:pt x="4060" y="6748"/>
                            <a:pt x="5267" y="5596"/>
                            <a:pt x="5267" y="4115"/>
                          </a:cubicBezTo>
                          <a:lnTo>
                            <a:pt x="5267" y="0"/>
                          </a:lnTo>
                          <a:cubicBezTo>
                            <a:pt x="5267" y="1481"/>
                            <a:pt x="4060" y="2633"/>
                            <a:pt x="2633" y="2633"/>
                          </a:cubicBezTo>
                          <a:close/>
                        </a:path>
                      </a:pathLst>
                    </a:custGeom>
                    <a:solidFill>
                      <a:srgbClr val="952584"/>
                    </a:solidFill>
                    <a:ln w="543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375" name="Freeform: Shape 374">
                    <a:extLst>
                      <a:ext uri="{FF2B5EF4-FFF2-40B4-BE49-F238E27FC236}">
                        <a16:creationId xmlns:a16="http://schemas.microsoft.com/office/drawing/2014/main" id="{7DCBE4FF-B96E-DD1A-68CA-E92BF6A45976}"/>
                      </a:ext>
                    </a:extLst>
                  </p:cNvPr>
                  <p:cNvSpPr/>
                  <p:nvPr/>
                </p:nvSpPr>
                <p:spPr>
                  <a:xfrm>
                    <a:off x="6052686" y="4779908"/>
                    <a:ext cx="48664" cy="17007"/>
                  </a:xfrm>
                  <a:custGeom>
                    <a:avLst/>
                    <a:gdLst>
                      <a:gd name="connsiteX0" fmla="*/ 46689 w 48664"/>
                      <a:gd name="connsiteY0" fmla="*/ 17008 h 17007"/>
                      <a:gd name="connsiteX1" fmla="*/ 1975 w 48664"/>
                      <a:gd name="connsiteY1" fmla="*/ 17008 h 17007"/>
                      <a:gd name="connsiteX2" fmla="*/ 0 w 48664"/>
                      <a:gd name="connsiteY2" fmla="*/ 15033 h 17007"/>
                      <a:gd name="connsiteX3" fmla="*/ 0 w 48664"/>
                      <a:gd name="connsiteY3" fmla="*/ 1975 h 17007"/>
                      <a:gd name="connsiteX4" fmla="*/ 1975 w 48664"/>
                      <a:gd name="connsiteY4" fmla="*/ 0 h 17007"/>
                      <a:gd name="connsiteX5" fmla="*/ 46689 w 48664"/>
                      <a:gd name="connsiteY5" fmla="*/ 0 h 17007"/>
                      <a:gd name="connsiteX6" fmla="*/ 48664 w 48664"/>
                      <a:gd name="connsiteY6" fmla="*/ 1975 h 17007"/>
                      <a:gd name="connsiteX7" fmla="*/ 48664 w 48664"/>
                      <a:gd name="connsiteY7" fmla="*/ 15033 h 17007"/>
                      <a:gd name="connsiteX8" fmla="*/ 46689 w 48664"/>
                      <a:gd name="connsiteY8" fmla="*/ 17008 h 170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8664" h="17007">
                        <a:moveTo>
                          <a:pt x="46689" y="17008"/>
                        </a:moveTo>
                        <a:lnTo>
                          <a:pt x="1975" y="17008"/>
                        </a:lnTo>
                        <a:cubicBezTo>
                          <a:pt x="878" y="17008"/>
                          <a:pt x="0" y="16130"/>
                          <a:pt x="0" y="15033"/>
                        </a:cubicBezTo>
                        <a:lnTo>
                          <a:pt x="0" y="1975"/>
                        </a:lnTo>
                        <a:cubicBezTo>
                          <a:pt x="0" y="878"/>
                          <a:pt x="878" y="0"/>
                          <a:pt x="1975" y="0"/>
                        </a:cubicBezTo>
                        <a:lnTo>
                          <a:pt x="46689" y="0"/>
                        </a:lnTo>
                        <a:cubicBezTo>
                          <a:pt x="47787" y="0"/>
                          <a:pt x="48664" y="878"/>
                          <a:pt x="48664" y="1975"/>
                        </a:cubicBezTo>
                        <a:lnTo>
                          <a:pt x="48664" y="15033"/>
                        </a:lnTo>
                        <a:cubicBezTo>
                          <a:pt x="48610" y="16130"/>
                          <a:pt x="47732" y="17008"/>
                          <a:pt x="46689" y="1700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76" name="Freeform: Shape 375">
                    <a:extLst>
                      <a:ext uri="{FF2B5EF4-FFF2-40B4-BE49-F238E27FC236}">
                        <a16:creationId xmlns:a16="http://schemas.microsoft.com/office/drawing/2014/main" id="{A2D1481D-9C46-E090-F400-8B320DDAC662}"/>
                      </a:ext>
                    </a:extLst>
                  </p:cNvPr>
                  <p:cNvSpPr/>
                  <p:nvPr/>
                </p:nvSpPr>
                <p:spPr>
                  <a:xfrm>
                    <a:off x="6052686" y="4793953"/>
                    <a:ext cx="48609" cy="2962"/>
                  </a:xfrm>
                  <a:custGeom>
                    <a:avLst/>
                    <a:gdLst>
                      <a:gd name="connsiteX0" fmla="*/ 46689 w 48609"/>
                      <a:gd name="connsiteY0" fmla="*/ 2963 h 2962"/>
                      <a:gd name="connsiteX1" fmla="*/ 1975 w 48609"/>
                      <a:gd name="connsiteY1" fmla="*/ 2963 h 2962"/>
                      <a:gd name="connsiteX2" fmla="*/ 0 w 48609"/>
                      <a:gd name="connsiteY2" fmla="*/ 988 h 2962"/>
                      <a:gd name="connsiteX3" fmla="*/ 0 w 48609"/>
                      <a:gd name="connsiteY3" fmla="*/ 0 h 2962"/>
                      <a:gd name="connsiteX4" fmla="*/ 48610 w 48609"/>
                      <a:gd name="connsiteY4" fmla="*/ 0 h 2962"/>
                      <a:gd name="connsiteX5" fmla="*/ 48610 w 48609"/>
                      <a:gd name="connsiteY5" fmla="*/ 988 h 2962"/>
                      <a:gd name="connsiteX6" fmla="*/ 46689 w 48609"/>
                      <a:gd name="connsiteY6" fmla="*/ 2963 h 29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48609" h="2962">
                        <a:moveTo>
                          <a:pt x="46689" y="2963"/>
                        </a:moveTo>
                        <a:lnTo>
                          <a:pt x="1975" y="2963"/>
                        </a:lnTo>
                        <a:cubicBezTo>
                          <a:pt x="878" y="2963"/>
                          <a:pt x="0" y="2085"/>
                          <a:pt x="0" y="988"/>
                        </a:cubicBezTo>
                        <a:lnTo>
                          <a:pt x="0" y="0"/>
                        </a:lnTo>
                        <a:lnTo>
                          <a:pt x="48610" y="0"/>
                        </a:lnTo>
                        <a:lnTo>
                          <a:pt x="48610" y="988"/>
                        </a:lnTo>
                        <a:cubicBezTo>
                          <a:pt x="48610" y="2085"/>
                          <a:pt x="47732" y="2963"/>
                          <a:pt x="46689" y="2963"/>
                        </a:cubicBezTo>
                        <a:close/>
                      </a:path>
                    </a:pathLst>
                  </a:custGeom>
                  <a:solidFill>
                    <a:srgbClr val="DADADA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77" name="Freeform: Shape 376">
                    <a:extLst>
                      <a:ext uri="{FF2B5EF4-FFF2-40B4-BE49-F238E27FC236}">
                        <a16:creationId xmlns:a16="http://schemas.microsoft.com/office/drawing/2014/main" id="{61F09C0F-6342-08BE-BB5A-1AA343984B98}"/>
                      </a:ext>
                    </a:extLst>
                  </p:cNvPr>
                  <p:cNvSpPr/>
                  <p:nvPr/>
                </p:nvSpPr>
                <p:spPr>
                  <a:xfrm>
                    <a:off x="6056691" y="4783803"/>
                    <a:ext cx="15691" cy="2523"/>
                  </a:xfrm>
                  <a:custGeom>
                    <a:avLst/>
                    <a:gdLst>
                      <a:gd name="connsiteX0" fmla="*/ 14429 w 15691"/>
                      <a:gd name="connsiteY0" fmla="*/ 2524 h 2523"/>
                      <a:gd name="connsiteX1" fmla="*/ 1262 w 15691"/>
                      <a:gd name="connsiteY1" fmla="*/ 2524 h 2523"/>
                      <a:gd name="connsiteX2" fmla="*/ 0 w 15691"/>
                      <a:gd name="connsiteY2" fmla="*/ 1262 h 2523"/>
                      <a:gd name="connsiteX3" fmla="*/ 0 w 15691"/>
                      <a:gd name="connsiteY3" fmla="*/ 1262 h 2523"/>
                      <a:gd name="connsiteX4" fmla="*/ 1262 w 15691"/>
                      <a:gd name="connsiteY4" fmla="*/ 0 h 2523"/>
                      <a:gd name="connsiteX5" fmla="*/ 14429 w 15691"/>
                      <a:gd name="connsiteY5" fmla="*/ 0 h 2523"/>
                      <a:gd name="connsiteX6" fmla="*/ 15691 w 15691"/>
                      <a:gd name="connsiteY6" fmla="*/ 1262 h 2523"/>
                      <a:gd name="connsiteX7" fmla="*/ 15691 w 15691"/>
                      <a:gd name="connsiteY7" fmla="*/ 1262 h 2523"/>
                      <a:gd name="connsiteX8" fmla="*/ 14429 w 15691"/>
                      <a:gd name="connsiteY8" fmla="*/ 2524 h 2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691" h="2523">
                        <a:moveTo>
                          <a:pt x="14429" y="2524"/>
                        </a:moveTo>
                        <a:lnTo>
                          <a:pt x="1262" y="2524"/>
                        </a:lnTo>
                        <a:cubicBezTo>
                          <a:pt x="549" y="2524"/>
                          <a:pt x="0" y="1975"/>
                          <a:pt x="0" y="1262"/>
                        </a:cubicBezTo>
                        <a:lnTo>
                          <a:pt x="0" y="1262"/>
                        </a:lnTo>
                        <a:cubicBezTo>
                          <a:pt x="0" y="549"/>
                          <a:pt x="549" y="0"/>
                          <a:pt x="1262" y="0"/>
                        </a:cubicBezTo>
                        <a:lnTo>
                          <a:pt x="14429" y="0"/>
                        </a:lnTo>
                        <a:cubicBezTo>
                          <a:pt x="15142" y="0"/>
                          <a:pt x="15691" y="549"/>
                          <a:pt x="15691" y="1262"/>
                        </a:cubicBezTo>
                        <a:lnTo>
                          <a:pt x="15691" y="1262"/>
                        </a:lnTo>
                        <a:cubicBezTo>
                          <a:pt x="15691" y="1975"/>
                          <a:pt x="15088" y="2524"/>
                          <a:pt x="14429" y="2524"/>
                        </a:cubicBezTo>
                        <a:close/>
                      </a:path>
                    </a:pathLst>
                  </a:custGeom>
                  <a:solidFill>
                    <a:srgbClr val="DADADA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78" name="Freeform: Shape 377">
                    <a:extLst>
                      <a:ext uri="{FF2B5EF4-FFF2-40B4-BE49-F238E27FC236}">
                        <a16:creationId xmlns:a16="http://schemas.microsoft.com/office/drawing/2014/main" id="{7CC304D6-4C74-F765-770F-6F01E1C06CAE}"/>
                      </a:ext>
                    </a:extLst>
                  </p:cNvPr>
                  <p:cNvSpPr/>
                  <p:nvPr/>
                </p:nvSpPr>
                <p:spPr>
                  <a:xfrm>
                    <a:off x="6056691" y="4788521"/>
                    <a:ext cx="40325" cy="2523"/>
                  </a:xfrm>
                  <a:custGeom>
                    <a:avLst/>
                    <a:gdLst>
                      <a:gd name="connsiteX0" fmla="*/ 39063 w 40325"/>
                      <a:gd name="connsiteY0" fmla="*/ 2524 h 2523"/>
                      <a:gd name="connsiteX1" fmla="*/ 1262 w 40325"/>
                      <a:gd name="connsiteY1" fmla="*/ 2524 h 2523"/>
                      <a:gd name="connsiteX2" fmla="*/ 0 w 40325"/>
                      <a:gd name="connsiteY2" fmla="*/ 1262 h 2523"/>
                      <a:gd name="connsiteX3" fmla="*/ 0 w 40325"/>
                      <a:gd name="connsiteY3" fmla="*/ 1262 h 2523"/>
                      <a:gd name="connsiteX4" fmla="*/ 1262 w 40325"/>
                      <a:gd name="connsiteY4" fmla="*/ 0 h 2523"/>
                      <a:gd name="connsiteX5" fmla="*/ 39063 w 40325"/>
                      <a:gd name="connsiteY5" fmla="*/ 0 h 2523"/>
                      <a:gd name="connsiteX6" fmla="*/ 40325 w 40325"/>
                      <a:gd name="connsiteY6" fmla="*/ 1262 h 2523"/>
                      <a:gd name="connsiteX7" fmla="*/ 40325 w 40325"/>
                      <a:gd name="connsiteY7" fmla="*/ 1262 h 2523"/>
                      <a:gd name="connsiteX8" fmla="*/ 39063 w 40325"/>
                      <a:gd name="connsiteY8" fmla="*/ 2524 h 2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0325" h="2523">
                        <a:moveTo>
                          <a:pt x="39063" y="2524"/>
                        </a:moveTo>
                        <a:lnTo>
                          <a:pt x="1262" y="2524"/>
                        </a:lnTo>
                        <a:cubicBezTo>
                          <a:pt x="549" y="2524"/>
                          <a:pt x="0" y="1975"/>
                          <a:pt x="0" y="1262"/>
                        </a:cubicBezTo>
                        <a:lnTo>
                          <a:pt x="0" y="1262"/>
                        </a:lnTo>
                        <a:cubicBezTo>
                          <a:pt x="0" y="549"/>
                          <a:pt x="549" y="0"/>
                          <a:pt x="1262" y="0"/>
                        </a:cubicBezTo>
                        <a:lnTo>
                          <a:pt x="39063" y="0"/>
                        </a:lnTo>
                        <a:cubicBezTo>
                          <a:pt x="39776" y="0"/>
                          <a:pt x="40325" y="549"/>
                          <a:pt x="40325" y="1262"/>
                        </a:cubicBezTo>
                        <a:lnTo>
                          <a:pt x="40325" y="1262"/>
                        </a:lnTo>
                        <a:cubicBezTo>
                          <a:pt x="40325" y="1920"/>
                          <a:pt x="39776" y="2524"/>
                          <a:pt x="39063" y="2524"/>
                        </a:cubicBezTo>
                        <a:close/>
                      </a:path>
                    </a:pathLst>
                  </a:custGeom>
                  <a:solidFill>
                    <a:srgbClr val="DADADA"/>
                  </a:solidFill>
                  <a:ln w="54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379" name="Freeform: Shape 378">
                  <a:extLst>
                    <a:ext uri="{FF2B5EF4-FFF2-40B4-BE49-F238E27FC236}">
                      <a16:creationId xmlns:a16="http://schemas.microsoft.com/office/drawing/2014/main" id="{03E1714E-F402-6EC9-6588-5B4E8A5A9DC4}"/>
                    </a:ext>
                  </a:extLst>
                </p:cNvPr>
                <p:cNvSpPr/>
                <p:nvPr/>
              </p:nvSpPr>
              <p:spPr>
                <a:xfrm>
                  <a:off x="5991787" y="4816722"/>
                  <a:ext cx="156691" cy="7022"/>
                </a:xfrm>
                <a:custGeom>
                  <a:avLst/>
                  <a:gdLst>
                    <a:gd name="connsiteX0" fmla="*/ 153180 w 156691"/>
                    <a:gd name="connsiteY0" fmla="*/ 7023 h 7022"/>
                    <a:gd name="connsiteX1" fmla="*/ 3511 w 156691"/>
                    <a:gd name="connsiteY1" fmla="*/ 7023 h 7022"/>
                    <a:gd name="connsiteX2" fmla="*/ 0 w 156691"/>
                    <a:gd name="connsiteY2" fmla="*/ 3511 h 7022"/>
                    <a:gd name="connsiteX3" fmla="*/ 0 w 156691"/>
                    <a:gd name="connsiteY3" fmla="*/ 3511 h 7022"/>
                    <a:gd name="connsiteX4" fmla="*/ 3511 w 156691"/>
                    <a:gd name="connsiteY4" fmla="*/ 0 h 7022"/>
                    <a:gd name="connsiteX5" fmla="*/ 153180 w 156691"/>
                    <a:gd name="connsiteY5" fmla="*/ 0 h 7022"/>
                    <a:gd name="connsiteX6" fmla="*/ 156692 w 156691"/>
                    <a:gd name="connsiteY6" fmla="*/ 3511 h 7022"/>
                    <a:gd name="connsiteX7" fmla="*/ 156692 w 156691"/>
                    <a:gd name="connsiteY7" fmla="*/ 3511 h 7022"/>
                    <a:gd name="connsiteX8" fmla="*/ 153180 w 156691"/>
                    <a:gd name="connsiteY8" fmla="*/ 7023 h 70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6691" h="7022">
                      <a:moveTo>
                        <a:pt x="153180" y="7023"/>
                      </a:moveTo>
                      <a:lnTo>
                        <a:pt x="3511" y="7023"/>
                      </a:lnTo>
                      <a:cubicBezTo>
                        <a:pt x="1591" y="7023"/>
                        <a:pt x="0" y="5432"/>
                        <a:pt x="0" y="3511"/>
                      </a:cubicBezTo>
                      <a:lnTo>
                        <a:pt x="0" y="3511"/>
                      </a:lnTo>
                      <a:cubicBezTo>
                        <a:pt x="0" y="1591"/>
                        <a:pt x="1591" y="0"/>
                        <a:pt x="3511" y="0"/>
                      </a:cubicBezTo>
                      <a:lnTo>
                        <a:pt x="153180" y="0"/>
                      </a:lnTo>
                      <a:cubicBezTo>
                        <a:pt x="155101" y="0"/>
                        <a:pt x="156692" y="1591"/>
                        <a:pt x="156692" y="3511"/>
                      </a:cubicBezTo>
                      <a:lnTo>
                        <a:pt x="156692" y="3511"/>
                      </a:lnTo>
                      <a:cubicBezTo>
                        <a:pt x="156692" y="5486"/>
                        <a:pt x="155101" y="7023"/>
                        <a:pt x="153180" y="7023"/>
                      </a:cubicBezTo>
                      <a:close/>
                    </a:path>
                  </a:pathLst>
                </a:custGeom>
                <a:solidFill>
                  <a:srgbClr val="87B1DF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0" name="Freeform: Shape 379">
                  <a:extLst>
                    <a:ext uri="{FF2B5EF4-FFF2-40B4-BE49-F238E27FC236}">
                      <a16:creationId xmlns:a16="http://schemas.microsoft.com/office/drawing/2014/main" id="{CA70ADFF-8796-94EC-D272-6B4B8627AA22}"/>
                    </a:ext>
                  </a:extLst>
                </p:cNvPr>
                <p:cNvSpPr/>
                <p:nvPr/>
              </p:nvSpPr>
              <p:spPr>
                <a:xfrm>
                  <a:off x="5991732" y="4818477"/>
                  <a:ext cx="156691" cy="5266"/>
                </a:xfrm>
                <a:custGeom>
                  <a:avLst/>
                  <a:gdLst>
                    <a:gd name="connsiteX0" fmla="*/ 153235 w 156691"/>
                    <a:gd name="connsiteY0" fmla="*/ 1756 h 5266"/>
                    <a:gd name="connsiteX1" fmla="*/ 3566 w 156691"/>
                    <a:gd name="connsiteY1" fmla="*/ 1756 h 5266"/>
                    <a:gd name="connsiteX2" fmla="*/ 494 w 156691"/>
                    <a:gd name="connsiteY2" fmla="*/ 0 h 5266"/>
                    <a:gd name="connsiteX3" fmla="*/ 0 w 156691"/>
                    <a:gd name="connsiteY3" fmla="*/ 1756 h 5266"/>
                    <a:gd name="connsiteX4" fmla="*/ 3511 w 156691"/>
                    <a:gd name="connsiteY4" fmla="*/ 5267 h 5266"/>
                    <a:gd name="connsiteX5" fmla="*/ 153180 w 156691"/>
                    <a:gd name="connsiteY5" fmla="*/ 5267 h 5266"/>
                    <a:gd name="connsiteX6" fmla="*/ 156692 w 156691"/>
                    <a:gd name="connsiteY6" fmla="*/ 1756 h 5266"/>
                    <a:gd name="connsiteX7" fmla="*/ 156198 w 156691"/>
                    <a:gd name="connsiteY7" fmla="*/ 0 h 5266"/>
                    <a:gd name="connsiteX8" fmla="*/ 153235 w 156691"/>
                    <a:gd name="connsiteY8" fmla="*/ 1756 h 5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56691" h="5266">
                      <a:moveTo>
                        <a:pt x="153235" y="1756"/>
                      </a:moveTo>
                      <a:lnTo>
                        <a:pt x="3566" y="1756"/>
                      </a:lnTo>
                      <a:cubicBezTo>
                        <a:pt x="2249" y="1756"/>
                        <a:pt x="1152" y="1042"/>
                        <a:pt x="494" y="0"/>
                      </a:cubicBezTo>
                      <a:cubicBezTo>
                        <a:pt x="219" y="494"/>
                        <a:pt x="0" y="1097"/>
                        <a:pt x="0" y="1756"/>
                      </a:cubicBezTo>
                      <a:cubicBezTo>
                        <a:pt x="0" y="3676"/>
                        <a:pt x="1591" y="5267"/>
                        <a:pt x="3511" y="5267"/>
                      </a:cubicBezTo>
                      <a:lnTo>
                        <a:pt x="153180" y="5267"/>
                      </a:lnTo>
                      <a:cubicBezTo>
                        <a:pt x="155101" y="5267"/>
                        <a:pt x="156692" y="3676"/>
                        <a:pt x="156692" y="1756"/>
                      </a:cubicBezTo>
                      <a:cubicBezTo>
                        <a:pt x="156692" y="1097"/>
                        <a:pt x="156527" y="494"/>
                        <a:pt x="156198" y="0"/>
                      </a:cubicBezTo>
                      <a:cubicBezTo>
                        <a:pt x="155649" y="1042"/>
                        <a:pt x="154552" y="1756"/>
                        <a:pt x="153235" y="1756"/>
                      </a:cubicBezTo>
                      <a:close/>
                    </a:path>
                  </a:pathLst>
                </a:custGeom>
                <a:solidFill>
                  <a:srgbClr val="0091C5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1" name="Freeform: Shape 380">
                  <a:extLst>
                    <a:ext uri="{FF2B5EF4-FFF2-40B4-BE49-F238E27FC236}">
                      <a16:creationId xmlns:a16="http://schemas.microsoft.com/office/drawing/2014/main" id="{51D84E25-81F8-7BCC-A062-487ADBEA29F5}"/>
                    </a:ext>
                  </a:extLst>
                </p:cNvPr>
                <p:cNvSpPr/>
                <p:nvPr/>
              </p:nvSpPr>
              <p:spPr>
                <a:xfrm>
                  <a:off x="6003034" y="4823744"/>
                  <a:ext cx="26663" cy="14593"/>
                </a:xfrm>
                <a:custGeom>
                  <a:avLst/>
                  <a:gdLst>
                    <a:gd name="connsiteX0" fmla="*/ 24744 w 26663"/>
                    <a:gd name="connsiteY0" fmla="*/ 14594 h 14593"/>
                    <a:gd name="connsiteX1" fmla="*/ 1975 w 26663"/>
                    <a:gd name="connsiteY1" fmla="*/ 14594 h 14593"/>
                    <a:gd name="connsiteX2" fmla="*/ 0 w 26663"/>
                    <a:gd name="connsiteY2" fmla="*/ 12619 h 14593"/>
                    <a:gd name="connsiteX3" fmla="*/ 0 w 26663"/>
                    <a:gd name="connsiteY3" fmla="*/ 0 h 14593"/>
                    <a:gd name="connsiteX4" fmla="*/ 26664 w 26663"/>
                    <a:gd name="connsiteY4" fmla="*/ 0 h 14593"/>
                    <a:gd name="connsiteX5" fmla="*/ 26664 w 26663"/>
                    <a:gd name="connsiteY5" fmla="*/ 12619 h 14593"/>
                    <a:gd name="connsiteX6" fmla="*/ 24744 w 26663"/>
                    <a:gd name="connsiteY6" fmla="*/ 14594 h 145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663" h="14593">
                      <a:moveTo>
                        <a:pt x="24744" y="14594"/>
                      </a:moveTo>
                      <a:lnTo>
                        <a:pt x="1975" y="14594"/>
                      </a:lnTo>
                      <a:cubicBezTo>
                        <a:pt x="878" y="14594"/>
                        <a:pt x="0" y="13716"/>
                        <a:pt x="0" y="12619"/>
                      </a:cubicBezTo>
                      <a:lnTo>
                        <a:pt x="0" y="0"/>
                      </a:lnTo>
                      <a:lnTo>
                        <a:pt x="26664" y="0"/>
                      </a:lnTo>
                      <a:lnTo>
                        <a:pt x="26664" y="12619"/>
                      </a:lnTo>
                      <a:cubicBezTo>
                        <a:pt x="26664" y="13716"/>
                        <a:pt x="25786" y="14594"/>
                        <a:pt x="24744" y="14594"/>
                      </a:cubicBezTo>
                      <a:close/>
                    </a:path>
                  </a:pathLst>
                </a:custGeom>
                <a:solidFill>
                  <a:srgbClr val="A44995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2" name="Freeform: Shape 381">
                  <a:extLst>
                    <a:ext uri="{FF2B5EF4-FFF2-40B4-BE49-F238E27FC236}">
                      <a16:creationId xmlns:a16="http://schemas.microsoft.com/office/drawing/2014/main" id="{068A7643-20CD-1CC7-BDF5-38C4FEE51B43}"/>
                    </a:ext>
                  </a:extLst>
                </p:cNvPr>
                <p:cNvSpPr/>
                <p:nvPr/>
              </p:nvSpPr>
              <p:spPr>
                <a:xfrm>
                  <a:off x="6110897" y="4823744"/>
                  <a:ext cx="26663" cy="14593"/>
                </a:xfrm>
                <a:custGeom>
                  <a:avLst/>
                  <a:gdLst>
                    <a:gd name="connsiteX0" fmla="*/ 24744 w 26663"/>
                    <a:gd name="connsiteY0" fmla="*/ 14594 h 14593"/>
                    <a:gd name="connsiteX1" fmla="*/ 1975 w 26663"/>
                    <a:gd name="connsiteY1" fmla="*/ 14594 h 14593"/>
                    <a:gd name="connsiteX2" fmla="*/ 0 w 26663"/>
                    <a:gd name="connsiteY2" fmla="*/ 12619 h 14593"/>
                    <a:gd name="connsiteX3" fmla="*/ 0 w 26663"/>
                    <a:gd name="connsiteY3" fmla="*/ 0 h 14593"/>
                    <a:gd name="connsiteX4" fmla="*/ 26664 w 26663"/>
                    <a:gd name="connsiteY4" fmla="*/ 0 h 14593"/>
                    <a:gd name="connsiteX5" fmla="*/ 26664 w 26663"/>
                    <a:gd name="connsiteY5" fmla="*/ 12619 h 14593"/>
                    <a:gd name="connsiteX6" fmla="*/ 24744 w 26663"/>
                    <a:gd name="connsiteY6" fmla="*/ 14594 h 145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663" h="14593">
                      <a:moveTo>
                        <a:pt x="24744" y="14594"/>
                      </a:moveTo>
                      <a:lnTo>
                        <a:pt x="1975" y="14594"/>
                      </a:lnTo>
                      <a:cubicBezTo>
                        <a:pt x="878" y="14594"/>
                        <a:pt x="0" y="13716"/>
                        <a:pt x="0" y="12619"/>
                      </a:cubicBezTo>
                      <a:lnTo>
                        <a:pt x="0" y="0"/>
                      </a:lnTo>
                      <a:lnTo>
                        <a:pt x="26664" y="0"/>
                      </a:lnTo>
                      <a:lnTo>
                        <a:pt x="26664" y="12619"/>
                      </a:lnTo>
                      <a:cubicBezTo>
                        <a:pt x="26664" y="13716"/>
                        <a:pt x="25786" y="14594"/>
                        <a:pt x="24744" y="14594"/>
                      </a:cubicBezTo>
                      <a:close/>
                    </a:path>
                  </a:pathLst>
                </a:custGeom>
                <a:solidFill>
                  <a:srgbClr val="A44995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3" name="Freeform: Shape 382">
                  <a:extLst>
                    <a:ext uri="{FF2B5EF4-FFF2-40B4-BE49-F238E27FC236}">
                      <a16:creationId xmlns:a16="http://schemas.microsoft.com/office/drawing/2014/main" id="{17107D89-688C-A388-5F19-F8C314DE7AC7}"/>
                    </a:ext>
                  </a:extLst>
                </p:cNvPr>
                <p:cNvSpPr/>
                <p:nvPr/>
              </p:nvSpPr>
              <p:spPr>
                <a:xfrm>
                  <a:off x="6003034" y="4823744"/>
                  <a:ext cx="26663" cy="5980"/>
                </a:xfrm>
                <a:custGeom>
                  <a:avLst/>
                  <a:gdLst>
                    <a:gd name="connsiteX0" fmla="*/ 0 w 26663"/>
                    <a:gd name="connsiteY0" fmla="*/ 0 h 5980"/>
                    <a:gd name="connsiteX1" fmla="*/ 26664 w 26663"/>
                    <a:gd name="connsiteY1" fmla="*/ 0 h 5980"/>
                    <a:gd name="connsiteX2" fmla="*/ 26664 w 26663"/>
                    <a:gd name="connsiteY2" fmla="*/ 5980 h 5980"/>
                    <a:gd name="connsiteX3" fmla="*/ 0 w 26663"/>
                    <a:gd name="connsiteY3" fmla="*/ 5980 h 59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663" h="5980">
                      <a:moveTo>
                        <a:pt x="0" y="0"/>
                      </a:moveTo>
                      <a:lnTo>
                        <a:pt x="26664" y="0"/>
                      </a:lnTo>
                      <a:lnTo>
                        <a:pt x="26664" y="5980"/>
                      </a:lnTo>
                      <a:lnTo>
                        <a:pt x="0" y="5980"/>
                      </a:lnTo>
                      <a:close/>
                    </a:path>
                  </a:pathLst>
                </a:custGeom>
                <a:solidFill>
                  <a:srgbClr val="952584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4" name="Freeform: Shape 383">
                  <a:extLst>
                    <a:ext uri="{FF2B5EF4-FFF2-40B4-BE49-F238E27FC236}">
                      <a16:creationId xmlns:a16="http://schemas.microsoft.com/office/drawing/2014/main" id="{385AC094-CA1E-5D4A-0F21-EB03520BB476}"/>
                    </a:ext>
                  </a:extLst>
                </p:cNvPr>
                <p:cNvSpPr/>
                <p:nvPr/>
              </p:nvSpPr>
              <p:spPr>
                <a:xfrm>
                  <a:off x="6110897" y="4823744"/>
                  <a:ext cx="26663" cy="5980"/>
                </a:xfrm>
                <a:custGeom>
                  <a:avLst/>
                  <a:gdLst>
                    <a:gd name="connsiteX0" fmla="*/ 0 w 26663"/>
                    <a:gd name="connsiteY0" fmla="*/ 0 h 5980"/>
                    <a:gd name="connsiteX1" fmla="*/ 26664 w 26663"/>
                    <a:gd name="connsiteY1" fmla="*/ 0 h 5980"/>
                    <a:gd name="connsiteX2" fmla="*/ 26664 w 26663"/>
                    <a:gd name="connsiteY2" fmla="*/ 5980 h 5980"/>
                    <a:gd name="connsiteX3" fmla="*/ 0 w 26663"/>
                    <a:gd name="connsiteY3" fmla="*/ 5980 h 59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663" h="5980">
                      <a:moveTo>
                        <a:pt x="0" y="0"/>
                      </a:moveTo>
                      <a:lnTo>
                        <a:pt x="26664" y="0"/>
                      </a:lnTo>
                      <a:lnTo>
                        <a:pt x="26664" y="5980"/>
                      </a:lnTo>
                      <a:lnTo>
                        <a:pt x="0" y="5980"/>
                      </a:lnTo>
                      <a:close/>
                    </a:path>
                  </a:pathLst>
                </a:custGeom>
                <a:solidFill>
                  <a:srgbClr val="952584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85" name="Graphic 118">
                <a:extLst>
                  <a:ext uri="{FF2B5EF4-FFF2-40B4-BE49-F238E27FC236}">
                    <a16:creationId xmlns:a16="http://schemas.microsoft.com/office/drawing/2014/main" id="{75C35540-39B4-9848-9B3F-7252E2B76051}"/>
                  </a:ext>
                </a:extLst>
              </p:cNvPr>
              <p:cNvGrpSpPr/>
              <p:nvPr/>
            </p:nvGrpSpPr>
            <p:grpSpPr>
              <a:xfrm>
                <a:off x="6102667" y="4796202"/>
                <a:ext cx="139244" cy="99907"/>
                <a:chOff x="6102667" y="4796202"/>
                <a:chExt cx="139244" cy="99907"/>
              </a:xfrm>
            </p:grpSpPr>
            <p:sp>
              <p:nvSpPr>
                <p:cNvPr id="386" name="Freeform: Shape 385">
                  <a:extLst>
                    <a:ext uri="{FF2B5EF4-FFF2-40B4-BE49-F238E27FC236}">
                      <a16:creationId xmlns:a16="http://schemas.microsoft.com/office/drawing/2014/main" id="{E0724662-9E41-62CA-3133-D8CF57779B0A}"/>
                    </a:ext>
                  </a:extLst>
                </p:cNvPr>
                <p:cNvSpPr/>
                <p:nvPr/>
              </p:nvSpPr>
              <p:spPr>
                <a:xfrm>
                  <a:off x="6102667" y="4796202"/>
                  <a:ext cx="139189" cy="43946"/>
                </a:xfrm>
                <a:custGeom>
                  <a:avLst/>
                  <a:gdLst>
                    <a:gd name="connsiteX0" fmla="*/ 131290 w 139189"/>
                    <a:gd name="connsiteY0" fmla="*/ 14319 h 43946"/>
                    <a:gd name="connsiteX1" fmla="*/ 64904 w 139189"/>
                    <a:gd name="connsiteY1" fmla="*/ 14319 h 43946"/>
                    <a:gd name="connsiteX2" fmla="*/ 57882 w 139189"/>
                    <a:gd name="connsiteY2" fmla="*/ 3731 h 43946"/>
                    <a:gd name="connsiteX3" fmla="*/ 50914 w 139189"/>
                    <a:gd name="connsiteY3" fmla="*/ 0 h 43946"/>
                    <a:gd name="connsiteX4" fmla="*/ 7900 w 139189"/>
                    <a:gd name="connsiteY4" fmla="*/ 0 h 43946"/>
                    <a:gd name="connsiteX5" fmla="*/ 0 w 139189"/>
                    <a:gd name="connsiteY5" fmla="*/ 6639 h 43946"/>
                    <a:gd name="connsiteX6" fmla="*/ 0 w 139189"/>
                    <a:gd name="connsiteY6" fmla="*/ 14319 h 43946"/>
                    <a:gd name="connsiteX7" fmla="*/ 0 w 139189"/>
                    <a:gd name="connsiteY7" fmla="*/ 21068 h 43946"/>
                    <a:gd name="connsiteX8" fmla="*/ 0 w 139189"/>
                    <a:gd name="connsiteY8" fmla="*/ 43946 h 43946"/>
                    <a:gd name="connsiteX9" fmla="*/ 139190 w 139189"/>
                    <a:gd name="connsiteY9" fmla="*/ 43946 h 43946"/>
                    <a:gd name="connsiteX10" fmla="*/ 139190 w 139189"/>
                    <a:gd name="connsiteY10" fmla="*/ 20903 h 43946"/>
                    <a:gd name="connsiteX11" fmla="*/ 131290 w 139189"/>
                    <a:gd name="connsiteY11" fmla="*/ 14319 h 439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39189" h="43946">
                      <a:moveTo>
                        <a:pt x="131290" y="14319"/>
                      </a:moveTo>
                      <a:lnTo>
                        <a:pt x="64904" y="14319"/>
                      </a:lnTo>
                      <a:lnTo>
                        <a:pt x="57882" y="3731"/>
                      </a:lnTo>
                      <a:cubicBezTo>
                        <a:pt x="56345" y="1372"/>
                        <a:pt x="53712" y="0"/>
                        <a:pt x="50914" y="0"/>
                      </a:cubicBezTo>
                      <a:lnTo>
                        <a:pt x="7900" y="0"/>
                      </a:lnTo>
                      <a:cubicBezTo>
                        <a:pt x="3511" y="0"/>
                        <a:pt x="0" y="2963"/>
                        <a:pt x="0" y="6639"/>
                      </a:cubicBezTo>
                      <a:lnTo>
                        <a:pt x="0" y="14319"/>
                      </a:lnTo>
                      <a:lnTo>
                        <a:pt x="0" y="21068"/>
                      </a:lnTo>
                      <a:lnTo>
                        <a:pt x="0" y="43946"/>
                      </a:lnTo>
                      <a:lnTo>
                        <a:pt x="139190" y="43946"/>
                      </a:lnTo>
                      <a:lnTo>
                        <a:pt x="139190" y="20903"/>
                      </a:lnTo>
                      <a:cubicBezTo>
                        <a:pt x="139190" y="17282"/>
                        <a:pt x="135679" y="14319"/>
                        <a:pt x="131290" y="143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7" name="Freeform: Shape 386">
                  <a:extLst>
                    <a:ext uri="{FF2B5EF4-FFF2-40B4-BE49-F238E27FC236}">
                      <a16:creationId xmlns:a16="http://schemas.microsoft.com/office/drawing/2014/main" id="{4FADD8BD-C863-7F00-A129-2E61AEBF45BA}"/>
                    </a:ext>
                  </a:extLst>
                </p:cNvPr>
                <p:cNvSpPr/>
                <p:nvPr/>
              </p:nvSpPr>
              <p:spPr>
                <a:xfrm>
                  <a:off x="6102722" y="4801744"/>
                  <a:ext cx="139189" cy="44000"/>
                </a:xfrm>
                <a:custGeom>
                  <a:avLst/>
                  <a:gdLst>
                    <a:gd name="connsiteX0" fmla="*/ 131235 w 139189"/>
                    <a:gd name="connsiteY0" fmla="*/ 14374 h 44000"/>
                    <a:gd name="connsiteX1" fmla="*/ 61557 w 139189"/>
                    <a:gd name="connsiteY1" fmla="*/ 14374 h 44000"/>
                    <a:gd name="connsiteX2" fmla="*/ 53876 w 139189"/>
                    <a:gd name="connsiteY2" fmla="*/ 2743 h 44000"/>
                    <a:gd name="connsiteX3" fmla="*/ 48829 w 139189"/>
                    <a:gd name="connsiteY3" fmla="*/ 0 h 44000"/>
                    <a:gd name="connsiteX4" fmla="*/ 7900 w 139189"/>
                    <a:gd name="connsiteY4" fmla="*/ 0 h 44000"/>
                    <a:gd name="connsiteX5" fmla="*/ 0 w 139189"/>
                    <a:gd name="connsiteY5" fmla="*/ 6639 h 44000"/>
                    <a:gd name="connsiteX6" fmla="*/ 0 w 139189"/>
                    <a:gd name="connsiteY6" fmla="*/ 14320 h 44000"/>
                    <a:gd name="connsiteX7" fmla="*/ 0 w 139189"/>
                    <a:gd name="connsiteY7" fmla="*/ 21068 h 44000"/>
                    <a:gd name="connsiteX8" fmla="*/ 0 w 139189"/>
                    <a:gd name="connsiteY8" fmla="*/ 44001 h 44000"/>
                    <a:gd name="connsiteX9" fmla="*/ 139190 w 139189"/>
                    <a:gd name="connsiteY9" fmla="*/ 44001 h 44000"/>
                    <a:gd name="connsiteX10" fmla="*/ 139190 w 139189"/>
                    <a:gd name="connsiteY10" fmla="*/ 20958 h 44000"/>
                    <a:gd name="connsiteX11" fmla="*/ 131235 w 139189"/>
                    <a:gd name="connsiteY11" fmla="*/ 14374 h 44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39189" h="44000">
                      <a:moveTo>
                        <a:pt x="131235" y="14374"/>
                      </a:moveTo>
                      <a:lnTo>
                        <a:pt x="61557" y="14374"/>
                      </a:lnTo>
                      <a:lnTo>
                        <a:pt x="53876" y="2743"/>
                      </a:lnTo>
                      <a:cubicBezTo>
                        <a:pt x="52724" y="1042"/>
                        <a:pt x="50859" y="0"/>
                        <a:pt x="48829" y="0"/>
                      </a:cubicBezTo>
                      <a:lnTo>
                        <a:pt x="7900" y="0"/>
                      </a:lnTo>
                      <a:cubicBezTo>
                        <a:pt x="3511" y="0"/>
                        <a:pt x="0" y="2963"/>
                        <a:pt x="0" y="6639"/>
                      </a:cubicBezTo>
                      <a:lnTo>
                        <a:pt x="0" y="14320"/>
                      </a:lnTo>
                      <a:lnTo>
                        <a:pt x="0" y="21068"/>
                      </a:lnTo>
                      <a:lnTo>
                        <a:pt x="0" y="44001"/>
                      </a:lnTo>
                      <a:lnTo>
                        <a:pt x="139190" y="44001"/>
                      </a:lnTo>
                      <a:lnTo>
                        <a:pt x="139190" y="20958"/>
                      </a:lnTo>
                      <a:cubicBezTo>
                        <a:pt x="139135" y="17337"/>
                        <a:pt x="135624" y="14374"/>
                        <a:pt x="131235" y="14374"/>
                      </a:cubicBezTo>
                      <a:close/>
                    </a:path>
                  </a:pathLst>
                </a:custGeom>
                <a:solidFill>
                  <a:srgbClr val="DADADA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8" name="Freeform: Shape 387">
                  <a:extLst>
                    <a:ext uri="{FF2B5EF4-FFF2-40B4-BE49-F238E27FC236}">
                      <a16:creationId xmlns:a16="http://schemas.microsoft.com/office/drawing/2014/main" id="{304388D2-14AF-7B18-656C-3C33064F72BF}"/>
                    </a:ext>
                  </a:extLst>
                </p:cNvPr>
                <p:cNvSpPr/>
                <p:nvPr/>
              </p:nvSpPr>
              <p:spPr>
                <a:xfrm>
                  <a:off x="6102722" y="4822482"/>
                  <a:ext cx="139189" cy="73627"/>
                </a:xfrm>
                <a:custGeom>
                  <a:avLst/>
                  <a:gdLst>
                    <a:gd name="connsiteX0" fmla="*/ 131235 w 139189"/>
                    <a:gd name="connsiteY0" fmla="*/ 0 h 73627"/>
                    <a:gd name="connsiteX1" fmla="*/ 68854 w 139189"/>
                    <a:gd name="connsiteY1" fmla="*/ 0 h 73627"/>
                    <a:gd name="connsiteX2" fmla="*/ 61557 w 139189"/>
                    <a:gd name="connsiteY2" fmla="*/ 0 h 73627"/>
                    <a:gd name="connsiteX3" fmla="*/ 6748 w 139189"/>
                    <a:gd name="connsiteY3" fmla="*/ 0 h 73627"/>
                    <a:gd name="connsiteX4" fmla="*/ 0 w 139189"/>
                    <a:gd name="connsiteY4" fmla="*/ 6748 h 73627"/>
                    <a:gd name="connsiteX5" fmla="*/ 0 w 139189"/>
                    <a:gd name="connsiteY5" fmla="*/ 6748 h 73627"/>
                    <a:gd name="connsiteX6" fmla="*/ 0 w 139189"/>
                    <a:gd name="connsiteY6" fmla="*/ 66989 h 73627"/>
                    <a:gd name="connsiteX7" fmla="*/ 7900 w 139189"/>
                    <a:gd name="connsiteY7" fmla="*/ 73627 h 73627"/>
                    <a:gd name="connsiteX8" fmla="*/ 131290 w 139189"/>
                    <a:gd name="connsiteY8" fmla="*/ 73627 h 73627"/>
                    <a:gd name="connsiteX9" fmla="*/ 139190 w 139189"/>
                    <a:gd name="connsiteY9" fmla="*/ 66989 h 73627"/>
                    <a:gd name="connsiteX10" fmla="*/ 139190 w 139189"/>
                    <a:gd name="connsiteY10" fmla="*/ 6639 h 73627"/>
                    <a:gd name="connsiteX11" fmla="*/ 131235 w 139189"/>
                    <a:gd name="connsiteY11" fmla="*/ 0 h 736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39189" h="73627">
                      <a:moveTo>
                        <a:pt x="131235" y="0"/>
                      </a:moveTo>
                      <a:lnTo>
                        <a:pt x="68854" y="0"/>
                      </a:lnTo>
                      <a:lnTo>
                        <a:pt x="61557" y="0"/>
                      </a:lnTo>
                      <a:lnTo>
                        <a:pt x="6748" y="0"/>
                      </a:lnTo>
                      <a:cubicBezTo>
                        <a:pt x="3018" y="0"/>
                        <a:pt x="0" y="3018"/>
                        <a:pt x="0" y="6748"/>
                      </a:cubicBezTo>
                      <a:lnTo>
                        <a:pt x="0" y="6748"/>
                      </a:lnTo>
                      <a:lnTo>
                        <a:pt x="0" y="66989"/>
                      </a:lnTo>
                      <a:cubicBezTo>
                        <a:pt x="0" y="70665"/>
                        <a:pt x="3566" y="73627"/>
                        <a:pt x="7900" y="73627"/>
                      </a:cubicBezTo>
                      <a:lnTo>
                        <a:pt x="131290" y="73627"/>
                      </a:lnTo>
                      <a:cubicBezTo>
                        <a:pt x="135679" y="73627"/>
                        <a:pt x="139190" y="70665"/>
                        <a:pt x="139190" y="66989"/>
                      </a:cubicBezTo>
                      <a:lnTo>
                        <a:pt x="139190" y="6639"/>
                      </a:lnTo>
                      <a:cubicBezTo>
                        <a:pt x="139135" y="2963"/>
                        <a:pt x="135624" y="0"/>
                        <a:pt x="131235" y="0"/>
                      </a:cubicBezTo>
                      <a:close/>
                    </a:path>
                  </a:pathLst>
                </a:custGeom>
                <a:solidFill>
                  <a:srgbClr val="0091C5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9" name="Freeform: Shape 388">
                  <a:extLst>
                    <a:ext uri="{FF2B5EF4-FFF2-40B4-BE49-F238E27FC236}">
                      <a16:creationId xmlns:a16="http://schemas.microsoft.com/office/drawing/2014/main" id="{EFCE3BF1-7421-9842-B0F5-1731AC1C3A10}"/>
                    </a:ext>
                  </a:extLst>
                </p:cNvPr>
                <p:cNvSpPr/>
                <p:nvPr/>
              </p:nvSpPr>
              <p:spPr>
                <a:xfrm>
                  <a:off x="6102722" y="4822482"/>
                  <a:ext cx="139135" cy="12344"/>
                </a:xfrm>
                <a:custGeom>
                  <a:avLst/>
                  <a:gdLst>
                    <a:gd name="connsiteX0" fmla="*/ 131235 w 139135"/>
                    <a:gd name="connsiteY0" fmla="*/ 0 h 12344"/>
                    <a:gd name="connsiteX1" fmla="*/ 68854 w 139135"/>
                    <a:gd name="connsiteY1" fmla="*/ 0 h 12344"/>
                    <a:gd name="connsiteX2" fmla="*/ 61557 w 139135"/>
                    <a:gd name="connsiteY2" fmla="*/ 0 h 12344"/>
                    <a:gd name="connsiteX3" fmla="*/ 6748 w 139135"/>
                    <a:gd name="connsiteY3" fmla="*/ 0 h 12344"/>
                    <a:gd name="connsiteX4" fmla="*/ 0 w 139135"/>
                    <a:gd name="connsiteY4" fmla="*/ 6748 h 12344"/>
                    <a:gd name="connsiteX5" fmla="*/ 0 w 139135"/>
                    <a:gd name="connsiteY5" fmla="*/ 12344 h 12344"/>
                    <a:gd name="connsiteX6" fmla="*/ 6748 w 139135"/>
                    <a:gd name="connsiteY6" fmla="*/ 5596 h 12344"/>
                    <a:gd name="connsiteX7" fmla="*/ 61557 w 139135"/>
                    <a:gd name="connsiteY7" fmla="*/ 5596 h 12344"/>
                    <a:gd name="connsiteX8" fmla="*/ 68854 w 139135"/>
                    <a:gd name="connsiteY8" fmla="*/ 5596 h 12344"/>
                    <a:gd name="connsiteX9" fmla="*/ 131235 w 139135"/>
                    <a:gd name="connsiteY9" fmla="*/ 5596 h 12344"/>
                    <a:gd name="connsiteX10" fmla="*/ 139135 w 139135"/>
                    <a:gd name="connsiteY10" fmla="*/ 12235 h 12344"/>
                    <a:gd name="connsiteX11" fmla="*/ 139135 w 139135"/>
                    <a:gd name="connsiteY11" fmla="*/ 6639 h 12344"/>
                    <a:gd name="connsiteX12" fmla="*/ 131235 w 139135"/>
                    <a:gd name="connsiteY12" fmla="*/ 0 h 123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39135" h="12344">
                      <a:moveTo>
                        <a:pt x="131235" y="0"/>
                      </a:moveTo>
                      <a:lnTo>
                        <a:pt x="68854" y="0"/>
                      </a:lnTo>
                      <a:lnTo>
                        <a:pt x="61557" y="0"/>
                      </a:lnTo>
                      <a:lnTo>
                        <a:pt x="6748" y="0"/>
                      </a:lnTo>
                      <a:cubicBezTo>
                        <a:pt x="3018" y="0"/>
                        <a:pt x="0" y="3018"/>
                        <a:pt x="0" y="6748"/>
                      </a:cubicBezTo>
                      <a:lnTo>
                        <a:pt x="0" y="12344"/>
                      </a:lnTo>
                      <a:cubicBezTo>
                        <a:pt x="0" y="8614"/>
                        <a:pt x="3018" y="5596"/>
                        <a:pt x="6748" y="5596"/>
                      </a:cubicBezTo>
                      <a:lnTo>
                        <a:pt x="61557" y="5596"/>
                      </a:lnTo>
                      <a:lnTo>
                        <a:pt x="68854" y="5596"/>
                      </a:lnTo>
                      <a:lnTo>
                        <a:pt x="131235" y="5596"/>
                      </a:lnTo>
                      <a:cubicBezTo>
                        <a:pt x="135624" y="5596"/>
                        <a:pt x="139135" y="8559"/>
                        <a:pt x="139135" y="12235"/>
                      </a:cubicBezTo>
                      <a:lnTo>
                        <a:pt x="139135" y="6639"/>
                      </a:lnTo>
                      <a:cubicBezTo>
                        <a:pt x="139135" y="2963"/>
                        <a:pt x="135624" y="0"/>
                        <a:pt x="131235" y="0"/>
                      </a:cubicBezTo>
                      <a:close/>
                    </a:path>
                  </a:pathLst>
                </a:custGeom>
                <a:solidFill>
                  <a:srgbClr val="36A9E1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E3E052E9-DEA7-AD8E-CED7-3F8631363AED}"/>
                  </a:ext>
                </a:extLst>
              </p:cNvPr>
              <p:cNvSpPr/>
              <p:nvPr/>
            </p:nvSpPr>
            <p:spPr>
              <a:xfrm>
                <a:off x="6230720" y="4811071"/>
                <a:ext cx="11192" cy="31656"/>
              </a:xfrm>
              <a:custGeom>
                <a:avLst/>
                <a:gdLst>
                  <a:gd name="connsiteX0" fmla="*/ 11137 w 11192"/>
                  <a:gd name="connsiteY0" fmla="*/ 11686 h 31656"/>
                  <a:gd name="connsiteX1" fmla="*/ 11137 w 11192"/>
                  <a:gd name="connsiteY1" fmla="*/ 6090 h 31656"/>
                  <a:gd name="connsiteX2" fmla="*/ 6419 w 11192"/>
                  <a:gd name="connsiteY2" fmla="*/ 0 h 31656"/>
                  <a:gd name="connsiteX3" fmla="*/ 6035 w 11192"/>
                  <a:gd name="connsiteY3" fmla="*/ 4938 h 31656"/>
                  <a:gd name="connsiteX4" fmla="*/ 0 w 11192"/>
                  <a:gd name="connsiteY4" fmla="*/ 31657 h 31656"/>
                  <a:gd name="connsiteX5" fmla="*/ 5541 w 11192"/>
                  <a:gd name="connsiteY5" fmla="*/ 26993 h 31656"/>
                  <a:gd name="connsiteX6" fmla="*/ 11192 w 11192"/>
                  <a:gd name="connsiteY6" fmla="*/ 20958 h 31656"/>
                  <a:gd name="connsiteX7" fmla="*/ 11192 w 11192"/>
                  <a:gd name="connsiteY7" fmla="*/ 17995 h 31656"/>
                  <a:gd name="connsiteX8" fmla="*/ 11192 w 11192"/>
                  <a:gd name="connsiteY8" fmla="*/ 17995 h 31656"/>
                  <a:gd name="connsiteX9" fmla="*/ 11192 w 11192"/>
                  <a:gd name="connsiteY9" fmla="*/ 11686 h 31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192" h="31656">
                    <a:moveTo>
                      <a:pt x="11137" y="11686"/>
                    </a:moveTo>
                    <a:lnTo>
                      <a:pt x="11137" y="6090"/>
                    </a:lnTo>
                    <a:cubicBezTo>
                      <a:pt x="11137" y="3347"/>
                      <a:pt x="9162" y="1042"/>
                      <a:pt x="6419" y="0"/>
                    </a:cubicBezTo>
                    <a:cubicBezTo>
                      <a:pt x="6364" y="1646"/>
                      <a:pt x="6255" y="3292"/>
                      <a:pt x="6035" y="4938"/>
                    </a:cubicBezTo>
                    <a:cubicBezTo>
                      <a:pt x="4718" y="13990"/>
                      <a:pt x="4499" y="23043"/>
                      <a:pt x="0" y="31657"/>
                    </a:cubicBezTo>
                    <a:cubicBezTo>
                      <a:pt x="768" y="30120"/>
                      <a:pt x="4170" y="28255"/>
                      <a:pt x="5541" y="26993"/>
                    </a:cubicBezTo>
                    <a:cubicBezTo>
                      <a:pt x="7571" y="25073"/>
                      <a:pt x="9437" y="23043"/>
                      <a:pt x="11192" y="20958"/>
                    </a:cubicBezTo>
                    <a:lnTo>
                      <a:pt x="11192" y="17995"/>
                    </a:lnTo>
                    <a:lnTo>
                      <a:pt x="11192" y="17995"/>
                    </a:lnTo>
                    <a:lnTo>
                      <a:pt x="11192" y="11686"/>
                    </a:lnTo>
                    <a:close/>
                  </a:path>
                </a:pathLst>
              </a:custGeom>
              <a:solidFill>
                <a:srgbClr val="413E91"/>
              </a:solidFill>
              <a:ln w="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391" name="Graphic 118">
                <a:extLst>
                  <a:ext uri="{FF2B5EF4-FFF2-40B4-BE49-F238E27FC236}">
                    <a16:creationId xmlns:a16="http://schemas.microsoft.com/office/drawing/2014/main" id="{BF2E11A6-A0FD-17A2-F1CF-34A2E4343A43}"/>
                  </a:ext>
                </a:extLst>
              </p:cNvPr>
              <p:cNvGrpSpPr/>
              <p:nvPr/>
            </p:nvGrpSpPr>
            <p:grpSpPr>
              <a:xfrm>
                <a:off x="6167626" y="4715552"/>
                <a:ext cx="87584" cy="121743"/>
                <a:chOff x="6167626" y="4715552"/>
                <a:chExt cx="87584" cy="121743"/>
              </a:xfrm>
              <a:solidFill>
                <a:srgbClr val="36A9E1"/>
              </a:solidFill>
            </p:grpSpPr>
            <p:sp>
              <p:nvSpPr>
                <p:cNvPr id="392" name="Freeform: Shape 391">
                  <a:extLst>
                    <a:ext uri="{FF2B5EF4-FFF2-40B4-BE49-F238E27FC236}">
                      <a16:creationId xmlns:a16="http://schemas.microsoft.com/office/drawing/2014/main" id="{D4E694CB-448E-3FE8-4DBB-44ADA01D0944}"/>
                    </a:ext>
                  </a:extLst>
                </p:cNvPr>
                <p:cNvSpPr/>
                <p:nvPr/>
              </p:nvSpPr>
              <p:spPr>
                <a:xfrm>
                  <a:off x="6178434" y="4724871"/>
                  <a:ext cx="76775" cy="112424"/>
                </a:xfrm>
                <a:custGeom>
                  <a:avLst/>
                  <a:gdLst>
                    <a:gd name="connsiteX0" fmla="*/ 52285 w 76775"/>
                    <a:gd name="connsiteY0" fmla="*/ 112425 h 112424"/>
                    <a:gd name="connsiteX1" fmla="*/ 57827 w 76775"/>
                    <a:gd name="connsiteY1" fmla="*/ 107762 h 112424"/>
                    <a:gd name="connsiteX2" fmla="*/ 69348 w 76775"/>
                    <a:gd name="connsiteY2" fmla="*/ 93497 h 112424"/>
                    <a:gd name="connsiteX3" fmla="*/ 73737 w 76775"/>
                    <a:gd name="connsiteY3" fmla="*/ 50045 h 112424"/>
                    <a:gd name="connsiteX4" fmla="*/ 41587 w 76775"/>
                    <a:gd name="connsiteY4" fmla="*/ 12957 h 112424"/>
                    <a:gd name="connsiteX5" fmla="*/ 21562 w 76775"/>
                    <a:gd name="connsiteY5" fmla="*/ 9 h 112424"/>
                    <a:gd name="connsiteX6" fmla="*/ 0 w 76775"/>
                    <a:gd name="connsiteY6" fmla="*/ 25630 h 112424"/>
                    <a:gd name="connsiteX7" fmla="*/ 24250 w 76775"/>
                    <a:gd name="connsiteY7" fmla="*/ 35176 h 112424"/>
                    <a:gd name="connsiteX8" fmla="*/ 58375 w 76775"/>
                    <a:gd name="connsiteY8" fmla="*/ 85651 h 112424"/>
                    <a:gd name="connsiteX9" fmla="*/ 52285 w 76775"/>
                    <a:gd name="connsiteY9" fmla="*/ 112425 h 1124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6775" h="112424">
                      <a:moveTo>
                        <a:pt x="52285" y="112425"/>
                      </a:moveTo>
                      <a:cubicBezTo>
                        <a:pt x="53053" y="110889"/>
                        <a:pt x="56455" y="109023"/>
                        <a:pt x="57827" y="107762"/>
                      </a:cubicBezTo>
                      <a:cubicBezTo>
                        <a:pt x="62380" y="103427"/>
                        <a:pt x="66276" y="98599"/>
                        <a:pt x="69348" y="93497"/>
                      </a:cubicBezTo>
                      <a:cubicBezTo>
                        <a:pt x="77523" y="80000"/>
                        <a:pt x="78894" y="64200"/>
                        <a:pt x="73737" y="50045"/>
                      </a:cubicBezTo>
                      <a:cubicBezTo>
                        <a:pt x="68196" y="34792"/>
                        <a:pt x="55522" y="23326"/>
                        <a:pt x="41587" y="12957"/>
                      </a:cubicBezTo>
                      <a:cubicBezTo>
                        <a:pt x="40544" y="12188"/>
                        <a:pt x="21946" y="-375"/>
                        <a:pt x="21562" y="9"/>
                      </a:cubicBezTo>
                      <a:cubicBezTo>
                        <a:pt x="21562" y="9"/>
                        <a:pt x="0" y="25630"/>
                        <a:pt x="0" y="25630"/>
                      </a:cubicBezTo>
                      <a:cubicBezTo>
                        <a:pt x="1756" y="23545"/>
                        <a:pt x="22000" y="34079"/>
                        <a:pt x="24250" y="35176"/>
                      </a:cubicBezTo>
                      <a:cubicBezTo>
                        <a:pt x="45921" y="45710"/>
                        <a:pt x="61612" y="63596"/>
                        <a:pt x="58375" y="85651"/>
                      </a:cubicBezTo>
                      <a:cubicBezTo>
                        <a:pt x="56949" y="94704"/>
                        <a:pt x="56784" y="103756"/>
                        <a:pt x="52285" y="112425"/>
                      </a:cubicBezTo>
                      <a:close/>
                    </a:path>
                  </a:pathLst>
                </a:custGeom>
                <a:solidFill>
                  <a:srgbClr val="36A9E1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3" name="Freeform: Shape 392">
                  <a:extLst>
                    <a:ext uri="{FF2B5EF4-FFF2-40B4-BE49-F238E27FC236}">
                      <a16:creationId xmlns:a16="http://schemas.microsoft.com/office/drawing/2014/main" id="{6E8F99F4-5888-46D9-6811-09A1F1B45785}"/>
                    </a:ext>
                  </a:extLst>
                </p:cNvPr>
                <p:cNvSpPr/>
                <p:nvPr/>
              </p:nvSpPr>
              <p:spPr>
                <a:xfrm>
                  <a:off x="6167626" y="4715552"/>
                  <a:ext cx="59856" cy="64574"/>
                </a:xfrm>
                <a:custGeom>
                  <a:avLst/>
                  <a:gdLst>
                    <a:gd name="connsiteX0" fmla="*/ 59857 w 59856"/>
                    <a:gd name="connsiteY0" fmla="*/ 0 h 64574"/>
                    <a:gd name="connsiteX1" fmla="*/ 16953 w 59856"/>
                    <a:gd name="connsiteY1" fmla="*/ 64575 h 64574"/>
                    <a:gd name="connsiteX2" fmla="*/ 0 w 59856"/>
                    <a:gd name="connsiteY2" fmla="*/ 6748 h 64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9856" h="64574">
                      <a:moveTo>
                        <a:pt x="59857" y="0"/>
                      </a:moveTo>
                      <a:lnTo>
                        <a:pt x="16953" y="64575"/>
                      </a:lnTo>
                      <a:lnTo>
                        <a:pt x="0" y="6748"/>
                      </a:lnTo>
                      <a:close/>
                    </a:path>
                  </a:pathLst>
                </a:custGeom>
                <a:solidFill>
                  <a:srgbClr val="36A9E1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0E1FF945-BA3F-7F86-A3CF-45CDD733F89E}"/>
                  </a:ext>
                </a:extLst>
              </p:cNvPr>
              <p:cNvSpPr/>
              <p:nvPr/>
            </p:nvSpPr>
            <p:spPr>
              <a:xfrm>
                <a:off x="6167626" y="4715497"/>
                <a:ext cx="87532" cy="121743"/>
              </a:xfrm>
              <a:custGeom>
                <a:avLst/>
                <a:gdLst>
                  <a:gd name="connsiteX0" fmla="*/ 84491 w 87532"/>
                  <a:gd name="connsiteY0" fmla="*/ 59363 h 121743"/>
                  <a:gd name="connsiteX1" fmla="*/ 52340 w 87532"/>
                  <a:gd name="connsiteY1" fmla="*/ 22275 h 121743"/>
                  <a:gd name="connsiteX2" fmla="*/ 47403 w 87532"/>
                  <a:gd name="connsiteY2" fmla="*/ 18873 h 121743"/>
                  <a:gd name="connsiteX3" fmla="*/ 59966 w 87532"/>
                  <a:gd name="connsiteY3" fmla="*/ 0 h 121743"/>
                  <a:gd name="connsiteX4" fmla="*/ 0 w 87532"/>
                  <a:gd name="connsiteY4" fmla="*/ 6803 h 121743"/>
                  <a:gd name="connsiteX5" fmla="*/ 16953 w 87532"/>
                  <a:gd name="connsiteY5" fmla="*/ 64630 h 121743"/>
                  <a:gd name="connsiteX6" fmla="*/ 31492 w 87532"/>
                  <a:gd name="connsiteY6" fmla="*/ 42794 h 121743"/>
                  <a:gd name="connsiteX7" fmla="*/ 35003 w 87532"/>
                  <a:gd name="connsiteY7" fmla="*/ 44550 h 121743"/>
                  <a:gd name="connsiteX8" fmla="*/ 69129 w 87532"/>
                  <a:gd name="connsiteY8" fmla="*/ 95024 h 121743"/>
                  <a:gd name="connsiteX9" fmla="*/ 63094 w 87532"/>
                  <a:gd name="connsiteY9" fmla="*/ 121743 h 121743"/>
                  <a:gd name="connsiteX10" fmla="*/ 68635 w 87532"/>
                  <a:gd name="connsiteY10" fmla="*/ 117080 h 121743"/>
                  <a:gd name="connsiteX11" fmla="*/ 80156 w 87532"/>
                  <a:gd name="connsiteY11" fmla="*/ 102815 h 121743"/>
                  <a:gd name="connsiteX12" fmla="*/ 84491 w 87532"/>
                  <a:gd name="connsiteY12" fmla="*/ 59363 h 121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532" h="121743">
                    <a:moveTo>
                      <a:pt x="84491" y="59363"/>
                    </a:moveTo>
                    <a:cubicBezTo>
                      <a:pt x="78949" y="44111"/>
                      <a:pt x="66276" y="32644"/>
                      <a:pt x="52340" y="22275"/>
                    </a:cubicBezTo>
                    <a:cubicBezTo>
                      <a:pt x="52011" y="22055"/>
                      <a:pt x="49981" y="20684"/>
                      <a:pt x="47403" y="18873"/>
                    </a:cubicBezTo>
                    <a:lnTo>
                      <a:pt x="59966" y="0"/>
                    </a:lnTo>
                    <a:lnTo>
                      <a:pt x="0" y="6803"/>
                    </a:lnTo>
                    <a:lnTo>
                      <a:pt x="16953" y="64630"/>
                    </a:lnTo>
                    <a:lnTo>
                      <a:pt x="31492" y="42794"/>
                    </a:lnTo>
                    <a:cubicBezTo>
                      <a:pt x="33248" y="43672"/>
                      <a:pt x="34509" y="44330"/>
                      <a:pt x="35003" y="44550"/>
                    </a:cubicBezTo>
                    <a:cubicBezTo>
                      <a:pt x="56675" y="55083"/>
                      <a:pt x="72366" y="72969"/>
                      <a:pt x="69129" y="95024"/>
                    </a:cubicBezTo>
                    <a:cubicBezTo>
                      <a:pt x="67812" y="104077"/>
                      <a:pt x="67592" y="113130"/>
                      <a:pt x="63094" y="121743"/>
                    </a:cubicBezTo>
                    <a:cubicBezTo>
                      <a:pt x="63862" y="120207"/>
                      <a:pt x="67263" y="118342"/>
                      <a:pt x="68635" y="117080"/>
                    </a:cubicBezTo>
                    <a:cubicBezTo>
                      <a:pt x="73189" y="112746"/>
                      <a:pt x="77084" y="107917"/>
                      <a:pt x="80156" y="102815"/>
                    </a:cubicBezTo>
                    <a:cubicBezTo>
                      <a:pt x="88276" y="89319"/>
                      <a:pt x="89648" y="73573"/>
                      <a:pt x="84491" y="593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395" name="Graphic 118">
                <a:extLst>
                  <a:ext uri="{FF2B5EF4-FFF2-40B4-BE49-F238E27FC236}">
                    <a16:creationId xmlns:a16="http://schemas.microsoft.com/office/drawing/2014/main" id="{98BBCCAE-1B22-03AC-8BF9-12EA7FD6CCEB}"/>
                  </a:ext>
                </a:extLst>
              </p:cNvPr>
              <p:cNvGrpSpPr/>
              <p:nvPr/>
            </p:nvGrpSpPr>
            <p:grpSpPr>
              <a:xfrm>
                <a:off x="6167626" y="4721642"/>
                <a:ext cx="75101" cy="115598"/>
                <a:chOff x="6167626" y="4721642"/>
                <a:chExt cx="75101" cy="115598"/>
              </a:xfrm>
              <a:solidFill>
                <a:srgbClr val="DADADA"/>
              </a:solidFill>
            </p:grpSpPr>
            <p:sp>
              <p:nvSpPr>
                <p:cNvPr id="396" name="Freeform: Shape 395">
                  <a:extLst>
                    <a:ext uri="{FF2B5EF4-FFF2-40B4-BE49-F238E27FC236}">
                      <a16:creationId xmlns:a16="http://schemas.microsoft.com/office/drawing/2014/main" id="{121DEFAE-9A92-8269-16D5-68E0C8B18950}"/>
                    </a:ext>
                  </a:extLst>
                </p:cNvPr>
                <p:cNvSpPr/>
                <p:nvPr/>
              </p:nvSpPr>
              <p:spPr>
                <a:xfrm>
                  <a:off x="6167626" y="4721642"/>
                  <a:ext cx="21122" cy="58485"/>
                </a:xfrm>
                <a:custGeom>
                  <a:avLst/>
                  <a:gdLst>
                    <a:gd name="connsiteX0" fmla="*/ 5761 w 21122"/>
                    <a:gd name="connsiteY0" fmla="*/ 0 h 58485"/>
                    <a:gd name="connsiteX1" fmla="*/ 0 w 21122"/>
                    <a:gd name="connsiteY1" fmla="*/ 658 h 58485"/>
                    <a:gd name="connsiteX2" fmla="*/ 16953 w 21122"/>
                    <a:gd name="connsiteY2" fmla="*/ 58485 h 58485"/>
                    <a:gd name="connsiteX3" fmla="*/ 21123 w 21122"/>
                    <a:gd name="connsiteY3" fmla="*/ 52231 h 58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122" h="58485">
                      <a:moveTo>
                        <a:pt x="5761" y="0"/>
                      </a:moveTo>
                      <a:lnTo>
                        <a:pt x="0" y="658"/>
                      </a:lnTo>
                      <a:lnTo>
                        <a:pt x="16953" y="58485"/>
                      </a:lnTo>
                      <a:lnTo>
                        <a:pt x="21123" y="52231"/>
                      </a:lnTo>
                      <a:close/>
                    </a:path>
                  </a:pathLst>
                </a:custGeom>
                <a:solidFill>
                  <a:srgbClr val="DADADA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7" name="Freeform: Shape 396">
                  <a:extLst>
                    <a:ext uri="{FF2B5EF4-FFF2-40B4-BE49-F238E27FC236}">
                      <a16:creationId xmlns:a16="http://schemas.microsoft.com/office/drawing/2014/main" id="{3BD898D0-7E75-E309-C403-38F4F4048908}"/>
                    </a:ext>
                  </a:extLst>
                </p:cNvPr>
                <p:cNvSpPr/>
                <p:nvPr/>
              </p:nvSpPr>
              <p:spPr>
                <a:xfrm>
                  <a:off x="6199118" y="4753354"/>
                  <a:ext cx="43609" cy="83887"/>
                </a:xfrm>
                <a:custGeom>
                  <a:avLst/>
                  <a:gdLst>
                    <a:gd name="connsiteX0" fmla="*/ 38460 w 43609"/>
                    <a:gd name="connsiteY0" fmla="*/ 77907 h 83887"/>
                    <a:gd name="connsiteX1" fmla="*/ 43178 w 43609"/>
                    <a:gd name="connsiteY1" fmla="*/ 53876 h 83887"/>
                    <a:gd name="connsiteX2" fmla="*/ 8614 w 43609"/>
                    <a:gd name="connsiteY2" fmla="*/ 2688 h 83887"/>
                    <a:gd name="connsiteX3" fmla="*/ 3621 w 43609"/>
                    <a:gd name="connsiteY3" fmla="*/ 0 h 83887"/>
                    <a:gd name="connsiteX4" fmla="*/ 0 w 43609"/>
                    <a:gd name="connsiteY4" fmla="*/ 4938 h 83887"/>
                    <a:gd name="connsiteX5" fmla="*/ 3511 w 43609"/>
                    <a:gd name="connsiteY5" fmla="*/ 6693 h 83887"/>
                    <a:gd name="connsiteX6" fmla="*/ 37637 w 43609"/>
                    <a:gd name="connsiteY6" fmla="*/ 57168 h 83887"/>
                    <a:gd name="connsiteX7" fmla="*/ 31602 w 43609"/>
                    <a:gd name="connsiteY7" fmla="*/ 83887 h 83887"/>
                    <a:gd name="connsiteX8" fmla="*/ 37143 w 43609"/>
                    <a:gd name="connsiteY8" fmla="*/ 79224 h 83887"/>
                    <a:gd name="connsiteX9" fmla="*/ 38460 w 43609"/>
                    <a:gd name="connsiteY9" fmla="*/ 77907 h 838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3609" h="83887">
                      <a:moveTo>
                        <a:pt x="38460" y="77907"/>
                      </a:moveTo>
                      <a:cubicBezTo>
                        <a:pt x="41697" y="70061"/>
                        <a:pt x="41971" y="61941"/>
                        <a:pt x="43178" y="53876"/>
                      </a:cubicBezTo>
                      <a:cubicBezTo>
                        <a:pt x="46470" y="31492"/>
                        <a:pt x="30559" y="13387"/>
                        <a:pt x="8614" y="2688"/>
                      </a:cubicBezTo>
                      <a:cubicBezTo>
                        <a:pt x="8120" y="2469"/>
                        <a:pt x="5377" y="878"/>
                        <a:pt x="3621" y="0"/>
                      </a:cubicBezTo>
                      <a:lnTo>
                        <a:pt x="0" y="4938"/>
                      </a:lnTo>
                      <a:cubicBezTo>
                        <a:pt x="823" y="5377"/>
                        <a:pt x="3237" y="6529"/>
                        <a:pt x="3511" y="6693"/>
                      </a:cubicBezTo>
                      <a:cubicBezTo>
                        <a:pt x="25183" y="17227"/>
                        <a:pt x="40874" y="35113"/>
                        <a:pt x="37637" y="57168"/>
                      </a:cubicBezTo>
                      <a:cubicBezTo>
                        <a:pt x="36320" y="66221"/>
                        <a:pt x="36101" y="75273"/>
                        <a:pt x="31602" y="83887"/>
                      </a:cubicBezTo>
                      <a:cubicBezTo>
                        <a:pt x="32370" y="82351"/>
                        <a:pt x="35771" y="80485"/>
                        <a:pt x="37143" y="79224"/>
                      </a:cubicBezTo>
                      <a:cubicBezTo>
                        <a:pt x="37582" y="78785"/>
                        <a:pt x="38021" y="78346"/>
                        <a:pt x="38460" y="77907"/>
                      </a:cubicBezTo>
                      <a:close/>
                    </a:path>
                  </a:pathLst>
                </a:custGeom>
                <a:solidFill>
                  <a:srgbClr val="DADADA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98" name="Graphic 118">
                <a:extLst>
                  <a:ext uri="{FF2B5EF4-FFF2-40B4-BE49-F238E27FC236}">
                    <a16:creationId xmlns:a16="http://schemas.microsoft.com/office/drawing/2014/main" id="{63789234-826E-0A4B-1403-791D7054F3B2}"/>
                  </a:ext>
                </a:extLst>
              </p:cNvPr>
              <p:cNvGrpSpPr/>
              <p:nvPr/>
            </p:nvGrpSpPr>
            <p:grpSpPr>
              <a:xfrm>
                <a:off x="6003177" y="4774147"/>
                <a:ext cx="34804" cy="64138"/>
                <a:chOff x="6003177" y="4774147"/>
                <a:chExt cx="34804" cy="64138"/>
              </a:xfrm>
            </p:grpSpPr>
            <p:sp>
              <p:nvSpPr>
                <p:cNvPr id="399" name="Freeform: Shape 398">
                  <a:extLst>
                    <a:ext uri="{FF2B5EF4-FFF2-40B4-BE49-F238E27FC236}">
                      <a16:creationId xmlns:a16="http://schemas.microsoft.com/office/drawing/2014/main" id="{6A6B11C9-3D00-272D-6114-156507C93E52}"/>
                    </a:ext>
                  </a:extLst>
                </p:cNvPr>
                <p:cNvSpPr/>
                <p:nvPr/>
              </p:nvSpPr>
              <p:spPr>
                <a:xfrm>
                  <a:off x="6003177" y="4774147"/>
                  <a:ext cx="34804" cy="64138"/>
                </a:xfrm>
                <a:custGeom>
                  <a:avLst/>
                  <a:gdLst>
                    <a:gd name="connsiteX0" fmla="*/ 26520 w 34804"/>
                    <a:gd name="connsiteY0" fmla="*/ 62216 h 64138"/>
                    <a:gd name="connsiteX1" fmla="*/ 26520 w 34804"/>
                    <a:gd name="connsiteY1" fmla="*/ 55577 h 64138"/>
                    <a:gd name="connsiteX2" fmla="*/ 26520 w 34804"/>
                    <a:gd name="connsiteY2" fmla="*/ 49597 h 64138"/>
                    <a:gd name="connsiteX3" fmla="*/ 34805 w 34804"/>
                    <a:gd name="connsiteY3" fmla="*/ 49597 h 64138"/>
                    <a:gd name="connsiteX4" fmla="*/ 16864 w 34804"/>
                    <a:gd name="connsiteY4" fmla="*/ 10644 h 64138"/>
                    <a:gd name="connsiteX5" fmla="*/ 18236 w 34804"/>
                    <a:gd name="connsiteY5" fmla="*/ 0 h 64138"/>
                    <a:gd name="connsiteX6" fmla="*/ 9238 w 34804"/>
                    <a:gd name="connsiteY6" fmla="*/ 0 h 64138"/>
                    <a:gd name="connsiteX7" fmla="*/ 7428 w 34804"/>
                    <a:gd name="connsiteY7" fmla="*/ 2853 h 64138"/>
                    <a:gd name="connsiteX8" fmla="*/ 3039 w 34804"/>
                    <a:gd name="connsiteY8" fmla="*/ 46305 h 64138"/>
                    <a:gd name="connsiteX9" fmla="*/ 13737 w 34804"/>
                    <a:gd name="connsiteY9" fmla="*/ 64136 h 64138"/>
                    <a:gd name="connsiteX10" fmla="*/ 24600 w 34804"/>
                    <a:gd name="connsiteY10" fmla="*/ 64136 h 64138"/>
                    <a:gd name="connsiteX11" fmla="*/ 26520 w 34804"/>
                    <a:gd name="connsiteY11" fmla="*/ 62216 h 641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34804" h="64138">
                      <a:moveTo>
                        <a:pt x="26520" y="62216"/>
                      </a:moveTo>
                      <a:lnTo>
                        <a:pt x="26520" y="55577"/>
                      </a:lnTo>
                      <a:lnTo>
                        <a:pt x="26520" y="49597"/>
                      </a:lnTo>
                      <a:lnTo>
                        <a:pt x="34805" y="49597"/>
                      </a:lnTo>
                      <a:cubicBezTo>
                        <a:pt x="23064" y="39337"/>
                        <a:pt x="14560" y="26006"/>
                        <a:pt x="16864" y="10644"/>
                      </a:cubicBezTo>
                      <a:cubicBezTo>
                        <a:pt x="17413" y="7077"/>
                        <a:pt x="17742" y="3511"/>
                        <a:pt x="18236" y="0"/>
                      </a:cubicBezTo>
                      <a:lnTo>
                        <a:pt x="9238" y="0"/>
                      </a:lnTo>
                      <a:cubicBezTo>
                        <a:pt x="8580" y="933"/>
                        <a:pt x="7976" y="1865"/>
                        <a:pt x="7428" y="2853"/>
                      </a:cubicBezTo>
                      <a:cubicBezTo>
                        <a:pt x="-747" y="16349"/>
                        <a:pt x="-2119" y="32150"/>
                        <a:pt x="3039" y="46305"/>
                      </a:cubicBezTo>
                      <a:cubicBezTo>
                        <a:pt x="5453" y="52889"/>
                        <a:pt x="9129" y="58759"/>
                        <a:pt x="13737" y="64136"/>
                      </a:cubicBezTo>
                      <a:lnTo>
                        <a:pt x="24600" y="64136"/>
                      </a:lnTo>
                      <a:cubicBezTo>
                        <a:pt x="25643" y="64191"/>
                        <a:pt x="26520" y="63313"/>
                        <a:pt x="26520" y="62216"/>
                      </a:cubicBezTo>
                      <a:close/>
                    </a:path>
                  </a:pathLst>
                </a:custGeom>
                <a:solidFill>
                  <a:srgbClr val="952584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0" name="Freeform: Shape 399">
                  <a:extLst>
                    <a:ext uri="{FF2B5EF4-FFF2-40B4-BE49-F238E27FC236}">
                      <a16:creationId xmlns:a16="http://schemas.microsoft.com/office/drawing/2014/main" id="{5836CDD6-752B-19F5-084D-7B2C2591C047}"/>
                    </a:ext>
                  </a:extLst>
                </p:cNvPr>
                <p:cNvSpPr/>
                <p:nvPr/>
              </p:nvSpPr>
              <p:spPr>
                <a:xfrm>
                  <a:off x="6003190" y="4774147"/>
                  <a:ext cx="22558" cy="34509"/>
                </a:xfrm>
                <a:custGeom>
                  <a:avLst/>
                  <a:gdLst>
                    <a:gd name="connsiteX0" fmla="*/ 17511 w 22558"/>
                    <a:gd name="connsiteY0" fmla="*/ 0 h 34509"/>
                    <a:gd name="connsiteX1" fmla="*/ 9226 w 22558"/>
                    <a:gd name="connsiteY1" fmla="*/ 0 h 34509"/>
                    <a:gd name="connsiteX2" fmla="*/ 7416 w 22558"/>
                    <a:gd name="connsiteY2" fmla="*/ 2853 h 34509"/>
                    <a:gd name="connsiteX3" fmla="*/ 283 w 22558"/>
                    <a:gd name="connsiteY3" fmla="*/ 34509 h 34509"/>
                    <a:gd name="connsiteX4" fmla="*/ 22558 w 22558"/>
                    <a:gd name="connsiteY4" fmla="*/ 34509 h 34509"/>
                    <a:gd name="connsiteX5" fmla="*/ 16139 w 22558"/>
                    <a:gd name="connsiteY5" fmla="*/ 10644 h 34509"/>
                    <a:gd name="connsiteX6" fmla="*/ 17511 w 22558"/>
                    <a:gd name="connsiteY6" fmla="*/ 0 h 345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558" h="34509">
                      <a:moveTo>
                        <a:pt x="17511" y="0"/>
                      </a:moveTo>
                      <a:lnTo>
                        <a:pt x="9226" y="0"/>
                      </a:lnTo>
                      <a:cubicBezTo>
                        <a:pt x="8568" y="933"/>
                        <a:pt x="7964" y="1865"/>
                        <a:pt x="7416" y="2853"/>
                      </a:cubicBezTo>
                      <a:cubicBezTo>
                        <a:pt x="1490" y="12728"/>
                        <a:pt x="-869" y="23756"/>
                        <a:pt x="283" y="34509"/>
                      </a:cubicBezTo>
                      <a:lnTo>
                        <a:pt x="22558" y="34509"/>
                      </a:lnTo>
                      <a:cubicBezTo>
                        <a:pt x="18772" y="27322"/>
                        <a:pt x="14877" y="19312"/>
                        <a:pt x="16139" y="10644"/>
                      </a:cubicBezTo>
                      <a:cubicBezTo>
                        <a:pt x="16688" y="7132"/>
                        <a:pt x="17017" y="3566"/>
                        <a:pt x="17511" y="0"/>
                      </a:cubicBezTo>
                      <a:close/>
                    </a:path>
                  </a:pathLst>
                </a:custGeom>
                <a:solidFill>
                  <a:srgbClr val="2C3088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1" name="Freeform: Shape 400">
                  <a:extLst>
                    <a:ext uri="{FF2B5EF4-FFF2-40B4-BE49-F238E27FC236}">
                      <a16:creationId xmlns:a16="http://schemas.microsoft.com/office/drawing/2014/main" id="{296669CA-FF0F-DE44-5307-E0543CF71B0B}"/>
                    </a:ext>
                  </a:extLst>
                </p:cNvPr>
                <p:cNvSpPr/>
                <p:nvPr/>
              </p:nvSpPr>
              <p:spPr>
                <a:xfrm>
                  <a:off x="6005009" y="4816722"/>
                  <a:ext cx="32973" cy="7022"/>
                </a:xfrm>
                <a:custGeom>
                  <a:avLst/>
                  <a:gdLst>
                    <a:gd name="connsiteX0" fmla="*/ 1207 w 32973"/>
                    <a:gd name="connsiteY0" fmla="*/ 3731 h 7022"/>
                    <a:gd name="connsiteX1" fmla="*/ 2579 w 32973"/>
                    <a:gd name="connsiteY1" fmla="*/ 7023 h 7022"/>
                    <a:gd name="connsiteX2" fmla="*/ 32973 w 32973"/>
                    <a:gd name="connsiteY2" fmla="*/ 7023 h 7022"/>
                    <a:gd name="connsiteX3" fmla="*/ 26115 w 32973"/>
                    <a:gd name="connsiteY3" fmla="*/ 0 h 7022"/>
                    <a:gd name="connsiteX4" fmla="*/ 0 w 32973"/>
                    <a:gd name="connsiteY4" fmla="*/ 0 h 7022"/>
                    <a:gd name="connsiteX5" fmla="*/ 1207 w 32973"/>
                    <a:gd name="connsiteY5" fmla="*/ 3731 h 70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2973" h="7022">
                      <a:moveTo>
                        <a:pt x="1207" y="3731"/>
                      </a:moveTo>
                      <a:cubicBezTo>
                        <a:pt x="1591" y="4828"/>
                        <a:pt x="2085" y="5925"/>
                        <a:pt x="2579" y="7023"/>
                      </a:cubicBezTo>
                      <a:lnTo>
                        <a:pt x="32973" y="7023"/>
                      </a:lnTo>
                      <a:cubicBezTo>
                        <a:pt x="30450" y="4828"/>
                        <a:pt x="28145" y="2469"/>
                        <a:pt x="26115" y="0"/>
                      </a:cubicBezTo>
                      <a:lnTo>
                        <a:pt x="0" y="0"/>
                      </a:lnTo>
                      <a:cubicBezTo>
                        <a:pt x="384" y="1262"/>
                        <a:pt x="768" y="2524"/>
                        <a:pt x="1207" y="3731"/>
                      </a:cubicBezTo>
                      <a:close/>
                    </a:path>
                  </a:pathLst>
                </a:custGeom>
                <a:solidFill>
                  <a:srgbClr val="0091C5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02" name="Graphic 118">
                <a:extLst>
                  <a:ext uri="{FF2B5EF4-FFF2-40B4-BE49-F238E27FC236}">
                    <a16:creationId xmlns:a16="http://schemas.microsoft.com/office/drawing/2014/main" id="{E56BB065-982A-0D90-68C1-03B1F6DDC900}"/>
                  </a:ext>
                </a:extLst>
              </p:cNvPr>
              <p:cNvGrpSpPr/>
              <p:nvPr/>
            </p:nvGrpSpPr>
            <p:grpSpPr>
              <a:xfrm>
                <a:off x="6003123" y="4752586"/>
                <a:ext cx="87584" cy="121743"/>
                <a:chOff x="6003123" y="4752586"/>
                <a:chExt cx="87584" cy="121743"/>
              </a:xfrm>
              <a:solidFill>
                <a:srgbClr val="FFFFFF"/>
              </a:solidFill>
            </p:grpSpPr>
            <p:sp>
              <p:nvSpPr>
                <p:cNvPr id="403" name="Freeform: Shape 402">
                  <a:extLst>
                    <a:ext uri="{FF2B5EF4-FFF2-40B4-BE49-F238E27FC236}">
                      <a16:creationId xmlns:a16="http://schemas.microsoft.com/office/drawing/2014/main" id="{B28F8EF0-A29A-FDEB-AE24-D7BF1621CDF5}"/>
                    </a:ext>
                  </a:extLst>
                </p:cNvPr>
                <p:cNvSpPr/>
                <p:nvPr/>
              </p:nvSpPr>
              <p:spPr>
                <a:xfrm>
                  <a:off x="6003123" y="4752586"/>
                  <a:ext cx="76775" cy="112424"/>
                </a:xfrm>
                <a:custGeom>
                  <a:avLst/>
                  <a:gdLst>
                    <a:gd name="connsiteX0" fmla="*/ 24490 w 76775"/>
                    <a:gd name="connsiteY0" fmla="*/ 0 h 112424"/>
                    <a:gd name="connsiteX1" fmla="*/ 18949 w 76775"/>
                    <a:gd name="connsiteY1" fmla="*/ 4663 h 112424"/>
                    <a:gd name="connsiteX2" fmla="*/ 7428 w 76775"/>
                    <a:gd name="connsiteY2" fmla="*/ 18928 h 112424"/>
                    <a:gd name="connsiteX3" fmla="*/ 3039 w 76775"/>
                    <a:gd name="connsiteY3" fmla="*/ 62380 h 112424"/>
                    <a:gd name="connsiteX4" fmla="*/ 35189 w 76775"/>
                    <a:gd name="connsiteY4" fmla="*/ 99468 h 112424"/>
                    <a:gd name="connsiteX5" fmla="*/ 55214 w 76775"/>
                    <a:gd name="connsiteY5" fmla="*/ 112416 h 112424"/>
                    <a:gd name="connsiteX6" fmla="*/ 76776 w 76775"/>
                    <a:gd name="connsiteY6" fmla="*/ 86795 h 112424"/>
                    <a:gd name="connsiteX7" fmla="*/ 52526 w 76775"/>
                    <a:gd name="connsiteY7" fmla="*/ 77249 h 112424"/>
                    <a:gd name="connsiteX8" fmla="*/ 18401 w 76775"/>
                    <a:gd name="connsiteY8" fmla="*/ 26774 h 112424"/>
                    <a:gd name="connsiteX9" fmla="*/ 24490 w 76775"/>
                    <a:gd name="connsiteY9" fmla="*/ 0 h 1124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6775" h="112424">
                      <a:moveTo>
                        <a:pt x="24490" y="0"/>
                      </a:moveTo>
                      <a:cubicBezTo>
                        <a:pt x="23722" y="1536"/>
                        <a:pt x="20321" y="3402"/>
                        <a:pt x="18949" y="4663"/>
                      </a:cubicBezTo>
                      <a:cubicBezTo>
                        <a:pt x="14395" y="8998"/>
                        <a:pt x="10500" y="13826"/>
                        <a:pt x="7428" y="18928"/>
                      </a:cubicBezTo>
                      <a:cubicBezTo>
                        <a:pt x="-747" y="32425"/>
                        <a:pt x="-2119" y="48225"/>
                        <a:pt x="3039" y="62380"/>
                      </a:cubicBezTo>
                      <a:cubicBezTo>
                        <a:pt x="8580" y="77633"/>
                        <a:pt x="21253" y="89099"/>
                        <a:pt x="35189" y="99468"/>
                      </a:cubicBezTo>
                      <a:cubicBezTo>
                        <a:pt x="36231" y="100237"/>
                        <a:pt x="54830" y="112800"/>
                        <a:pt x="55214" y="112416"/>
                      </a:cubicBezTo>
                      <a:cubicBezTo>
                        <a:pt x="55214" y="112416"/>
                        <a:pt x="76776" y="86795"/>
                        <a:pt x="76776" y="86795"/>
                      </a:cubicBezTo>
                      <a:cubicBezTo>
                        <a:pt x="75020" y="88880"/>
                        <a:pt x="54775" y="78346"/>
                        <a:pt x="52526" y="77249"/>
                      </a:cubicBezTo>
                      <a:cubicBezTo>
                        <a:pt x="30855" y="66715"/>
                        <a:pt x="15164" y="48829"/>
                        <a:pt x="18401" y="26774"/>
                      </a:cubicBezTo>
                      <a:cubicBezTo>
                        <a:pt x="19827" y="17721"/>
                        <a:pt x="19992" y="8669"/>
                        <a:pt x="2449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4" name="Freeform: Shape 403">
                  <a:extLst>
                    <a:ext uri="{FF2B5EF4-FFF2-40B4-BE49-F238E27FC236}">
                      <a16:creationId xmlns:a16="http://schemas.microsoft.com/office/drawing/2014/main" id="{D6CCEA86-2F4E-F944-76A9-306B50AE1EFB}"/>
                    </a:ext>
                  </a:extLst>
                </p:cNvPr>
                <p:cNvSpPr/>
                <p:nvPr/>
              </p:nvSpPr>
              <p:spPr>
                <a:xfrm>
                  <a:off x="6030795" y="4809754"/>
                  <a:ext cx="59911" cy="64574"/>
                </a:xfrm>
                <a:custGeom>
                  <a:avLst/>
                  <a:gdLst>
                    <a:gd name="connsiteX0" fmla="*/ 0 w 59911"/>
                    <a:gd name="connsiteY0" fmla="*/ 64575 h 64574"/>
                    <a:gd name="connsiteX1" fmla="*/ 42959 w 59911"/>
                    <a:gd name="connsiteY1" fmla="*/ 0 h 64574"/>
                    <a:gd name="connsiteX2" fmla="*/ 59911 w 59911"/>
                    <a:gd name="connsiteY2" fmla="*/ 57827 h 64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9911" h="64574">
                      <a:moveTo>
                        <a:pt x="0" y="64575"/>
                      </a:moveTo>
                      <a:lnTo>
                        <a:pt x="42959" y="0"/>
                      </a:lnTo>
                      <a:lnTo>
                        <a:pt x="59911" y="5782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9379504D-61A3-F6C3-596C-664F3B8842C4}"/>
                  </a:ext>
                </a:extLst>
              </p:cNvPr>
              <p:cNvSpPr/>
              <p:nvPr/>
            </p:nvSpPr>
            <p:spPr>
              <a:xfrm>
                <a:off x="6003123" y="4752640"/>
                <a:ext cx="87584" cy="121743"/>
              </a:xfrm>
              <a:custGeom>
                <a:avLst/>
                <a:gdLst>
                  <a:gd name="connsiteX0" fmla="*/ 87584 w 87584"/>
                  <a:gd name="connsiteY0" fmla="*/ 114940 h 121743"/>
                  <a:gd name="connsiteX1" fmla="*/ 70631 w 87584"/>
                  <a:gd name="connsiteY1" fmla="*/ 57113 h 121743"/>
                  <a:gd name="connsiteX2" fmla="*/ 56092 w 87584"/>
                  <a:gd name="connsiteY2" fmla="*/ 78949 h 121743"/>
                  <a:gd name="connsiteX3" fmla="*/ 52581 w 87584"/>
                  <a:gd name="connsiteY3" fmla="*/ 77194 h 121743"/>
                  <a:gd name="connsiteX4" fmla="*/ 18455 w 87584"/>
                  <a:gd name="connsiteY4" fmla="*/ 26719 h 121743"/>
                  <a:gd name="connsiteX5" fmla="*/ 24490 w 87584"/>
                  <a:gd name="connsiteY5" fmla="*/ 0 h 121743"/>
                  <a:gd name="connsiteX6" fmla="*/ 18949 w 87584"/>
                  <a:gd name="connsiteY6" fmla="*/ 4663 h 121743"/>
                  <a:gd name="connsiteX7" fmla="*/ 7428 w 87584"/>
                  <a:gd name="connsiteY7" fmla="*/ 18928 h 121743"/>
                  <a:gd name="connsiteX8" fmla="*/ 3039 w 87584"/>
                  <a:gd name="connsiteY8" fmla="*/ 62380 h 121743"/>
                  <a:gd name="connsiteX9" fmla="*/ 35189 w 87584"/>
                  <a:gd name="connsiteY9" fmla="*/ 99468 h 121743"/>
                  <a:gd name="connsiteX10" fmla="*/ 40127 w 87584"/>
                  <a:gd name="connsiteY10" fmla="*/ 102870 h 121743"/>
                  <a:gd name="connsiteX11" fmla="*/ 27563 w 87584"/>
                  <a:gd name="connsiteY11" fmla="*/ 121743 h 121743"/>
                  <a:gd name="connsiteX12" fmla="*/ 87584 w 87584"/>
                  <a:gd name="connsiteY12" fmla="*/ 114940 h 121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7584" h="121743">
                    <a:moveTo>
                      <a:pt x="87584" y="114940"/>
                    </a:moveTo>
                    <a:lnTo>
                      <a:pt x="70631" y="57113"/>
                    </a:lnTo>
                    <a:lnTo>
                      <a:pt x="56092" y="78949"/>
                    </a:lnTo>
                    <a:cubicBezTo>
                      <a:pt x="54336" y="78071"/>
                      <a:pt x="53075" y="77413"/>
                      <a:pt x="52581" y="77194"/>
                    </a:cubicBezTo>
                    <a:cubicBezTo>
                      <a:pt x="30910" y="66660"/>
                      <a:pt x="15218" y="48774"/>
                      <a:pt x="18455" y="26719"/>
                    </a:cubicBezTo>
                    <a:cubicBezTo>
                      <a:pt x="19772" y="17666"/>
                      <a:pt x="19992" y="8614"/>
                      <a:pt x="24490" y="0"/>
                    </a:cubicBezTo>
                    <a:cubicBezTo>
                      <a:pt x="23722" y="1536"/>
                      <a:pt x="20321" y="3402"/>
                      <a:pt x="18949" y="4663"/>
                    </a:cubicBezTo>
                    <a:cubicBezTo>
                      <a:pt x="14395" y="8998"/>
                      <a:pt x="10500" y="13826"/>
                      <a:pt x="7428" y="18928"/>
                    </a:cubicBezTo>
                    <a:cubicBezTo>
                      <a:pt x="-747" y="32425"/>
                      <a:pt x="-2119" y="48225"/>
                      <a:pt x="3039" y="62380"/>
                    </a:cubicBezTo>
                    <a:cubicBezTo>
                      <a:pt x="8580" y="77633"/>
                      <a:pt x="21253" y="89099"/>
                      <a:pt x="35189" y="99468"/>
                    </a:cubicBezTo>
                    <a:cubicBezTo>
                      <a:pt x="35518" y="99688"/>
                      <a:pt x="37548" y="101059"/>
                      <a:pt x="40127" y="102870"/>
                    </a:cubicBezTo>
                    <a:lnTo>
                      <a:pt x="27563" y="121743"/>
                    </a:lnTo>
                    <a:lnTo>
                      <a:pt x="87584" y="114940"/>
                    </a:lnTo>
                    <a:close/>
                  </a:path>
                </a:pathLst>
              </a:custGeom>
              <a:solidFill>
                <a:srgbClr val="FFFFFF"/>
              </a:solidFill>
              <a:ln w="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406" name="Graphic 118">
                <a:extLst>
                  <a:ext uri="{FF2B5EF4-FFF2-40B4-BE49-F238E27FC236}">
                    <a16:creationId xmlns:a16="http://schemas.microsoft.com/office/drawing/2014/main" id="{D0A2C830-A34A-A0C8-DB65-468280A05B4A}"/>
                  </a:ext>
                </a:extLst>
              </p:cNvPr>
              <p:cNvGrpSpPr/>
              <p:nvPr/>
            </p:nvGrpSpPr>
            <p:grpSpPr>
              <a:xfrm>
                <a:off x="6003232" y="4768716"/>
                <a:ext cx="87474" cy="105613"/>
                <a:chOff x="6003232" y="4768716"/>
                <a:chExt cx="87474" cy="105613"/>
              </a:xfrm>
              <a:solidFill>
                <a:srgbClr val="DADADA"/>
              </a:solidFill>
            </p:grpSpPr>
            <p:sp>
              <p:nvSpPr>
                <p:cNvPr id="407" name="Freeform: Shape 406">
                  <a:extLst>
                    <a:ext uri="{FF2B5EF4-FFF2-40B4-BE49-F238E27FC236}">
                      <a16:creationId xmlns:a16="http://schemas.microsoft.com/office/drawing/2014/main" id="{55C5B595-96B9-7BFC-AE02-A31E2483FEAF}"/>
                    </a:ext>
                  </a:extLst>
                </p:cNvPr>
                <p:cNvSpPr/>
                <p:nvPr/>
              </p:nvSpPr>
              <p:spPr>
                <a:xfrm>
                  <a:off x="6003232" y="4768716"/>
                  <a:ext cx="44076" cy="86465"/>
                </a:xfrm>
                <a:custGeom>
                  <a:avLst/>
                  <a:gdLst>
                    <a:gd name="connsiteX0" fmla="*/ 39743 w 44076"/>
                    <a:gd name="connsiteY0" fmla="*/ 86466 h 86465"/>
                    <a:gd name="connsiteX1" fmla="*/ 44077 w 44076"/>
                    <a:gd name="connsiteY1" fmla="*/ 79937 h 86465"/>
                    <a:gd name="connsiteX2" fmla="*/ 39139 w 44076"/>
                    <a:gd name="connsiteY2" fmla="*/ 76535 h 86465"/>
                    <a:gd name="connsiteX3" fmla="*/ 6989 w 44076"/>
                    <a:gd name="connsiteY3" fmla="*/ 39447 h 86465"/>
                    <a:gd name="connsiteX4" fmla="*/ 9183 w 44076"/>
                    <a:gd name="connsiteY4" fmla="*/ 0 h 86465"/>
                    <a:gd name="connsiteX5" fmla="*/ 7428 w 44076"/>
                    <a:gd name="connsiteY5" fmla="*/ 2743 h 86465"/>
                    <a:gd name="connsiteX6" fmla="*/ 3039 w 44076"/>
                    <a:gd name="connsiteY6" fmla="*/ 46195 h 86465"/>
                    <a:gd name="connsiteX7" fmla="*/ 35189 w 44076"/>
                    <a:gd name="connsiteY7" fmla="*/ 83284 h 86465"/>
                    <a:gd name="connsiteX8" fmla="*/ 39743 w 44076"/>
                    <a:gd name="connsiteY8" fmla="*/ 86466 h 864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4076" h="86465">
                      <a:moveTo>
                        <a:pt x="39743" y="86466"/>
                      </a:moveTo>
                      <a:lnTo>
                        <a:pt x="44077" y="79937"/>
                      </a:lnTo>
                      <a:cubicBezTo>
                        <a:pt x="41443" y="78181"/>
                        <a:pt x="39468" y="76810"/>
                        <a:pt x="39139" y="76535"/>
                      </a:cubicBezTo>
                      <a:cubicBezTo>
                        <a:pt x="25149" y="66221"/>
                        <a:pt x="12530" y="54699"/>
                        <a:pt x="6989" y="39447"/>
                      </a:cubicBezTo>
                      <a:cubicBezTo>
                        <a:pt x="2325" y="26609"/>
                        <a:pt x="2984" y="12564"/>
                        <a:pt x="9183" y="0"/>
                      </a:cubicBezTo>
                      <a:cubicBezTo>
                        <a:pt x="8580" y="933"/>
                        <a:pt x="7976" y="1811"/>
                        <a:pt x="7428" y="2743"/>
                      </a:cubicBezTo>
                      <a:cubicBezTo>
                        <a:pt x="-747" y="16240"/>
                        <a:pt x="-2119" y="32041"/>
                        <a:pt x="3039" y="46195"/>
                      </a:cubicBezTo>
                      <a:cubicBezTo>
                        <a:pt x="8580" y="61448"/>
                        <a:pt x="21253" y="72914"/>
                        <a:pt x="35189" y="83284"/>
                      </a:cubicBezTo>
                      <a:cubicBezTo>
                        <a:pt x="35463" y="83558"/>
                        <a:pt x="37329" y="84820"/>
                        <a:pt x="39743" y="86466"/>
                      </a:cubicBezTo>
                      <a:close/>
                    </a:path>
                  </a:pathLst>
                </a:custGeom>
                <a:solidFill>
                  <a:srgbClr val="DADADA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8" name="Freeform: Shape 407">
                  <a:extLst>
                    <a:ext uri="{FF2B5EF4-FFF2-40B4-BE49-F238E27FC236}">
                      <a16:creationId xmlns:a16="http://schemas.microsoft.com/office/drawing/2014/main" id="{07D99549-AA71-24CC-2315-D382917393AB}"/>
                    </a:ext>
                  </a:extLst>
                </p:cNvPr>
                <p:cNvSpPr/>
                <p:nvPr/>
              </p:nvSpPr>
              <p:spPr>
                <a:xfrm>
                  <a:off x="6030795" y="4861491"/>
                  <a:ext cx="59911" cy="12838"/>
                </a:xfrm>
                <a:custGeom>
                  <a:avLst/>
                  <a:gdLst>
                    <a:gd name="connsiteX0" fmla="*/ 4554 w 59911"/>
                    <a:gd name="connsiteY0" fmla="*/ 5980 h 12838"/>
                    <a:gd name="connsiteX1" fmla="*/ 0 w 59911"/>
                    <a:gd name="connsiteY1" fmla="*/ 12838 h 12838"/>
                    <a:gd name="connsiteX2" fmla="*/ 59911 w 59911"/>
                    <a:gd name="connsiteY2" fmla="*/ 6090 h 12838"/>
                    <a:gd name="connsiteX3" fmla="*/ 58101 w 59911"/>
                    <a:gd name="connsiteY3" fmla="*/ 0 h 128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9911" h="12838">
                      <a:moveTo>
                        <a:pt x="4554" y="5980"/>
                      </a:moveTo>
                      <a:lnTo>
                        <a:pt x="0" y="12838"/>
                      </a:lnTo>
                      <a:lnTo>
                        <a:pt x="59911" y="6090"/>
                      </a:lnTo>
                      <a:lnTo>
                        <a:pt x="58101" y="0"/>
                      </a:lnTo>
                      <a:close/>
                    </a:path>
                  </a:pathLst>
                </a:custGeom>
                <a:solidFill>
                  <a:srgbClr val="DADADA"/>
                </a:solidFill>
                <a:ln w="5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98301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C5772D-8446-653D-58FD-5840A926C1D1}"/>
              </a:ext>
            </a:extLst>
          </p:cNvPr>
          <p:cNvSpPr txBox="1">
            <a:spLocks/>
          </p:cNvSpPr>
          <p:nvPr/>
        </p:nvSpPr>
        <p:spPr>
          <a:xfrm>
            <a:off x="839788" y="1554481"/>
            <a:ext cx="5166959" cy="66051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latin typeface="Agency FB" panose="020B0503020202020204" pitchFamily="34" charset="0"/>
                <a:ea typeface="+mn-ea"/>
                <a:cs typeface="+mn-cs"/>
              </a:rPr>
              <a:t>Application security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4FD08C-621A-F982-8212-22DD7A601047}"/>
              </a:ext>
            </a:extLst>
          </p:cNvPr>
          <p:cNvSpPr txBox="1"/>
          <p:nvPr/>
        </p:nvSpPr>
        <p:spPr>
          <a:xfrm>
            <a:off x="852336" y="2416411"/>
            <a:ext cx="4908383" cy="1623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Application security focuses on keeping software and devices free of threats. A compromised application could provide access to the data its designed to protect. </a:t>
            </a:r>
          </a:p>
          <a:p>
            <a:pPr>
              <a:lnSpc>
                <a:spcPct val="120000"/>
              </a:lnSpc>
            </a:pP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sz="14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Successful security begins in the design stage, well before a program or device is deployed.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8C68938-C6EA-8EC2-5450-F2838B5C0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1837" y="606656"/>
            <a:ext cx="7181954" cy="5765794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5E91100-4FBF-11AF-5EA1-5C2F42E57594}"/>
              </a:ext>
            </a:extLst>
          </p:cNvPr>
          <p:cNvSpPr/>
          <p:nvPr/>
        </p:nvSpPr>
        <p:spPr>
          <a:xfrm>
            <a:off x="914148" y="4462312"/>
            <a:ext cx="1660813" cy="412326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pc="300" dirty="0">
                <a:latin typeface="Agency FB" panose="020B0503020202020204" pitchFamily="34" charset="0"/>
              </a:rPr>
              <a:t>LEARN MORE</a:t>
            </a:r>
          </a:p>
        </p:txBody>
      </p:sp>
    </p:spTree>
    <p:extLst>
      <p:ext uri="{BB962C8B-B14F-4D97-AF65-F5344CB8AC3E}">
        <p14:creationId xmlns:p14="http://schemas.microsoft.com/office/powerpoint/2010/main" val="704452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C5772D-8446-653D-58FD-5840A926C1D1}"/>
              </a:ext>
            </a:extLst>
          </p:cNvPr>
          <p:cNvSpPr txBox="1">
            <a:spLocks/>
          </p:cNvSpPr>
          <p:nvPr/>
        </p:nvSpPr>
        <p:spPr>
          <a:xfrm>
            <a:off x="839788" y="1554481"/>
            <a:ext cx="5500052" cy="145157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latin typeface="Agency FB" panose="020B0503020202020204" pitchFamily="34" charset="0"/>
                <a:ea typeface="+mn-ea"/>
                <a:cs typeface="+mn-cs"/>
              </a:rPr>
              <a:t>Information security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4FD08C-621A-F982-8212-22DD7A601047}"/>
              </a:ext>
            </a:extLst>
          </p:cNvPr>
          <p:cNvSpPr txBox="1"/>
          <p:nvPr/>
        </p:nvSpPr>
        <p:spPr>
          <a:xfrm>
            <a:off x="839788" y="2774612"/>
            <a:ext cx="3861904" cy="589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Information security protects the integrity and privacy of data, both in storage and in transit.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5E91100-4FBF-11AF-5EA1-5C2F42E57594}"/>
              </a:ext>
            </a:extLst>
          </p:cNvPr>
          <p:cNvSpPr/>
          <p:nvPr/>
        </p:nvSpPr>
        <p:spPr>
          <a:xfrm>
            <a:off x="914148" y="4462312"/>
            <a:ext cx="1660813" cy="412326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pc="300" dirty="0">
                <a:latin typeface="Agency FB" panose="020B0503020202020204" pitchFamily="34" charset="0"/>
              </a:rPr>
              <a:t>LEARN MORE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F1A028D-60C0-0FDC-0921-F5BF06115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9268" y="284480"/>
            <a:ext cx="113216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388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0D18E0-6985-47E7-E521-4F725CCBB1F4}"/>
              </a:ext>
            </a:extLst>
          </p:cNvPr>
          <p:cNvSpPr txBox="1">
            <a:spLocks/>
          </p:cNvSpPr>
          <p:nvPr/>
        </p:nvSpPr>
        <p:spPr>
          <a:xfrm>
            <a:off x="827441" y="1133886"/>
            <a:ext cx="7837889" cy="2310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Get more free slide templates: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JustFreeSlide.com</a:t>
            </a:r>
            <a:endParaRPr lang="en-US" altLang="zh-TW" sz="16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C5772D-8446-653D-58FD-5840A926C1D1}"/>
              </a:ext>
            </a:extLst>
          </p:cNvPr>
          <p:cNvSpPr txBox="1">
            <a:spLocks/>
          </p:cNvSpPr>
          <p:nvPr/>
        </p:nvSpPr>
        <p:spPr>
          <a:xfrm>
            <a:off x="827441" y="355601"/>
            <a:ext cx="10838377" cy="66051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latin typeface="Agency FB" panose="020B0503020202020204" pitchFamily="34" charset="0"/>
                <a:ea typeface="+mn-ea"/>
                <a:cs typeface="+mn-cs"/>
              </a:rPr>
              <a:t>End-user education</a:t>
            </a:r>
          </a:p>
        </p:txBody>
      </p:sp>
      <p:sp>
        <p:nvSpPr>
          <p:cNvPr id="24" name="直角三角形 36">
            <a:extLst>
              <a:ext uri="{FF2B5EF4-FFF2-40B4-BE49-F238E27FC236}">
                <a16:creationId xmlns:a16="http://schemas.microsoft.com/office/drawing/2014/main" id="{4CCEB185-9173-14F3-5CF6-122638B85FD3}"/>
              </a:ext>
            </a:extLst>
          </p:cNvPr>
          <p:cNvSpPr/>
          <p:nvPr/>
        </p:nvSpPr>
        <p:spPr>
          <a:xfrm flipH="1">
            <a:off x="10643190" y="5954233"/>
            <a:ext cx="1548809" cy="904325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>
            <a:innerShdw blurRad="161994" dist="63500" dir="180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cs typeface="+mn-ea"/>
              <a:sym typeface="+mn-lt"/>
            </a:endParaRPr>
          </a:p>
        </p:txBody>
      </p:sp>
      <p:sp>
        <p:nvSpPr>
          <p:cNvPr id="25" name="文字方塊 37">
            <a:extLst>
              <a:ext uri="{FF2B5EF4-FFF2-40B4-BE49-F238E27FC236}">
                <a16:creationId xmlns:a16="http://schemas.microsoft.com/office/drawing/2014/main" id="{2BA91B9A-9950-45EE-4568-D221C8AE7782}"/>
              </a:ext>
            </a:extLst>
          </p:cNvPr>
          <p:cNvSpPr txBox="1"/>
          <p:nvPr/>
        </p:nvSpPr>
        <p:spPr>
          <a:xfrm rot="19843475">
            <a:off x="11233044" y="6327265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spc="300" dirty="0">
                <a:solidFill>
                  <a:schemeClr val="bg1"/>
                </a:solidFill>
                <a:cs typeface="+mn-ea"/>
                <a:sym typeface="+mn-lt"/>
              </a:rPr>
              <a:t>FREE!</a:t>
            </a:r>
            <a:endParaRPr kumimoji="1" lang="zh-TW" altLang="en-US" b="1" spc="3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26" name="圖片 72">
            <a:extLst>
              <a:ext uri="{FF2B5EF4-FFF2-40B4-BE49-F238E27FC236}">
                <a16:creationId xmlns:a16="http://schemas.microsoft.com/office/drawing/2014/main" id="{45B7A272-E3F8-1E5C-29BB-0E92ED19C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148" y="6121413"/>
            <a:ext cx="502074" cy="502074"/>
          </a:xfrm>
          <a:prstGeom prst="rect">
            <a:avLst/>
          </a:prstGeom>
        </p:spPr>
      </p:pic>
      <p:pic>
        <p:nvPicPr>
          <p:cNvPr id="27" name="圖片 74">
            <a:extLst>
              <a:ext uri="{FF2B5EF4-FFF2-40B4-BE49-F238E27FC236}">
                <a16:creationId xmlns:a16="http://schemas.microsoft.com/office/drawing/2014/main" id="{2ACD5B8E-8BC0-3544-F0D2-A8154F103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67" y="6121413"/>
            <a:ext cx="502074" cy="50207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6FD007B0-F7EA-1E66-2BA5-F21BD195CC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6000" y="1599902"/>
            <a:ext cx="7620000" cy="4762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A44726-0289-2BD4-4E84-81300BB9256E}"/>
              </a:ext>
            </a:extLst>
          </p:cNvPr>
          <p:cNvSpPr txBox="1"/>
          <p:nvPr/>
        </p:nvSpPr>
        <p:spPr>
          <a:xfrm>
            <a:off x="8610600" y="4202668"/>
            <a:ext cx="2466045" cy="646986"/>
          </a:xfrm>
          <a:prstGeom prst="wedgeRoundRectCallout">
            <a:avLst>
              <a:gd name="adj1" fmla="val -71509"/>
              <a:gd name="adj2" fmla="val 8136"/>
              <a:gd name="adj3" fmla="val 16667"/>
            </a:avLst>
          </a:prstGeom>
          <a:solidFill>
            <a:srgbClr val="FFDB5A">
              <a:alpha val="40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D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lt"/>
              </a:rPr>
              <a:t>elete suspicious email attachments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34243-91A8-01BD-216F-C8120CACBEF2}"/>
              </a:ext>
            </a:extLst>
          </p:cNvPr>
          <p:cNvSpPr txBox="1"/>
          <p:nvPr/>
        </p:nvSpPr>
        <p:spPr>
          <a:xfrm>
            <a:off x="8754093" y="2312195"/>
            <a:ext cx="2466045" cy="646986"/>
          </a:xfrm>
          <a:prstGeom prst="wedgeRoundRectCallout">
            <a:avLst>
              <a:gd name="adj1" fmla="val -71509"/>
              <a:gd name="adj2" fmla="val 8136"/>
              <a:gd name="adj3" fmla="val 16667"/>
            </a:avLst>
          </a:prstGeom>
          <a:solidFill>
            <a:srgbClr val="FFDB5A">
              <a:alpha val="40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Not plug in unidentified USB drives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3A7BEC-4878-FF7C-D50E-B1B22380B705}"/>
              </a:ext>
            </a:extLst>
          </p:cNvPr>
          <p:cNvSpPr txBox="1"/>
          <p:nvPr/>
        </p:nvSpPr>
        <p:spPr>
          <a:xfrm>
            <a:off x="1667834" y="3672000"/>
            <a:ext cx="2377440" cy="374571"/>
          </a:xfrm>
          <a:prstGeom prst="wedgeRoundRectCallout">
            <a:avLst>
              <a:gd name="adj1" fmla="val 67356"/>
              <a:gd name="adj2" fmla="val 173452"/>
              <a:gd name="adj3" fmla="val 16667"/>
            </a:avLst>
          </a:prstGeom>
          <a:solidFill>
            <a:srgbClr val="FFDB5A">
              <a:alpha val="40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Use strong passwords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37F051-F92F-C781-B1E4-BB7BB3448460}"/>
              </a:ext>
            </a:extLst>
          </p:cNvPr>
          <p:cNvSpPr txBox="1"/>
          <p:nvPr/>
        </p:nvSpPr>
        <p:spPr>
          <a:xfrm>
            <a:off x="1386189" y="5040230"/>
            <a:ext cx="2466045" cy="919401"/>
          </a:xfrm>
          <a:prstGeom prst="wedgeRoundRectCallout">
            <a:avLst>
              <a:gd name="adj1" fmla="val 75985"/>
              <a:gd name="adj2" fmla="val 24712"/>
              <a:gd name="adj3" fmla="val 16667"/>
            </a:avLst>
          </a:prstGeom>
          <a:solidFill>
            <a:srgbClr val="FFDB5A">
              <a:alpha val="40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Avoid using unsecure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WiFi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networks in public places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C540C0-C9CA-AB49-CE1B-C5AF7570BA0C}"/>
              </a:ext>
            </a:extLst>
          </p:cNvPr>
          <p:cNvSpPr txBox="1"/>
          <p:nvPr/>
        </p:nvSpPr>
        <p:spPr>
          <a:xfrm>
            <a:off x="1165185" y="2232082"/>
            <a:ext cx="2466045" cy="646986"/>
          </a:xfrm>
          <a:prstGeom prst="wedgeRoundRectCallout">
            <a:avLst>
              <a:gd name="adj1" fmla="val 68981"/>
              <a:gd name="adj2" fmla="val 19128"/>
              <a:gd name="adj3" fmla="val 16667"/>
            </a:avLst>
          </a:prstGeom>
          <a:solidFill>
            <a:srgbClr val="FFDB5A">
              <a:alpha val="40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Update your software and operating system</a:t>
            </a:r>
          </a:p>
        </p:txBody>
      </p:sp>
    </p:spTree>
    <p:extLst>
      <p:ext uri="{BB962C8B-B14F-4D97-AF65-F5344CB8AC3E}">
        <p14:creationId xmlns:p14="http://schemas.microsoft.com/office/powerpoint/2010/main" val="1327973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C5772D-8446-653D-58FD-5840A926C1D1}"/>
              </a:ext>
            </a:extLst>
          </p:cNvPr>
          <p:cNvSpPr txBox="1">
            <a:spLocks/>
          </p:cNvSpPr>
          <p:nvPr/>
        </p:nvSpPr>
        <p:spPr>
          <a:xfrm>
            <a:off x="839788" y="1554481"/>
            <a:ext cx="5500052" cy="145157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latin typeface="Agency FB" panose="020B0503020202020204" pitchFamily="34" charset="0"/>
                <a:ea typeface="+mn-ea"/>
                <a:cs typeface="+mn-cs"/>
              </a:rPr>
              <a:t>Data security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4FD08C-621A-F982-8212-22DD7A601047}"/>
              </a:ext>
            </a:extLst>
          </p:cNvPr>
          <p:cNvSpPr txBox="1"/>
          <p:nvPr/>
        </p:nvSpPr>
        <p:spPr>
          <a:xfrm>
            <a:off x="839788" y="2571751"/>
            <a:ext cx="4052466" cy="1365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Generally, data security is described as all that surrounds the protection of digital data from destructive forces or unwanted actions of unauthorized users, such as from a cyberattack or data breach.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5E91100-4FBF-11AF-5EA1-5C2F42E57594}"/>
              </a:ext>
            </a:extLst>
          </p:cNvPr>
          <p:cNvSpPr/>
          <p:nvPr/>
        </p:nvSpPr>
        <p:spPr>
          <a:xfrm>
            <a:off x="914148" y="4462312"/>
            <a:ext cx="1660813" cy="412326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pc="300" dirty="0">
                <a:latin typeface="Agency FB" panose="020B0503020202020204" pitchFamily="34" charset="0"/>
              </a:rPr>
              <a:t>LEARN MORE</a:t>
            </a:r>
          </a:p>
        </p:txBody>
      </p:sp>
      <p:grpSp>
        <p:nvGrpSpPr>
          <p:cNvPr id="2" name="Graphic 5">
            <a:extLst>
              <a:ext uri="{FF2B5EF4-FFF2-40B4-BE49-F238E27FC236}">
                <a16:creationId xmlns:a16="http://schemas.microsoft.com/office/drawing/2014/main" id="{805833AF-9D67-3477-C6E5-36BE1BF06FAA}"/>
              </a:ext>
            </a:extLst>
          </p:cNvPr>
          <p:cNvGrpSpPr/>
          <p:nvPr/>
        </p:nvGrpSpPr>
        <p:grpSpPr>
          <a:xfrm>
            <a:off x="5445225" y="1532868"/>
            <a:ext cx="6045284" cy="4003570"/>
            <a:chOff x="3538410" y="1988370"/>
            <a:chExt cx="6374688" cy="4221722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518D123-8AB6-1BFA-1D3D-7B0FFA90B406}"/>
                </a:ext>
              </a:extLst>
            </p:cNvPr>
            <p:cNvSpPr/>
            <p:nvPr/>
          </p:nvSpPr>
          <p:spPr>
            <a:xfrm>
              <a:off x="3548756" y="3208618"/>
              <a:ext cx="769308" cy="487022"/>
            </a:xfrm>
            <a:custGeom>
              <a:avLst/>
              <a:gdLst>
                <a:gd name="connsiteX0" fmla="*/ 176623 w 769308"/>
                <a:gd name="connsiteY0" fmla="*/ 131544 h 487022"/>
                <a:gd name="connsiteX1" fmla="*/ 211357 w 769308"/>
                <a:gd name="connsiteY1" fmla="*/ 135239 h 487022"/>
                <a:gd name="connsiteX2" fmla="*/ 418279 w 769308"/>
                <a:gd name="connsiteY2" fmla="*/ 0 h 487022"/>
                <a:gd name="connsiteX3" fmla="*/ 641460 w 769308"/>
                <a:gd name="connsiteY3" fmla="*/ 192142 h 487022"/>
                <a:gd name="connsiteX4" fmla="*/ 769308 w 769308"/>
                <a:gd name="connsiteY4" fmla="*/ 338466 h 487022"/>
                <a:gd name="connsiteX5" fmla="*/ 621507 w 769308"/>
                <a:gd name="connsiteY5" fmla="*/ 485529 h 487022"/>
                <a:gd name="connsiteX6" fmla="*/ 169233 w 769308"/>
                <a:gd name="connsiteY6" fmla="*/ 485529 h 487022"/>
                <a:gd name="connsiteX7" fmla="*/ 0 w 769308"/>
                <a:gd name="connsiteY7" fmla="*/ 308906 h 487022"/>
                <a:gd name="connsiteX8" fmla="*/ 176623 w 769308"/>
                <a:gd name="connsiteY8" fmla="*/ 131544 h 487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9308" h="487022">
                  <a:moveTo>
                    <a:pt x="176623" y="131544"/>
                  </a:moveTo>
                  <a:cubicBezTo>
                    <a:pt x="188447" y="131544"/>
                    <a:pt x="200028" y="132778"/>
                    <a:pt x="211357" y="135239"/>
                  </a:cubicBezTo>
                  <a:cubicBezTo>
                    <a:pt x="246090" y="55426"/>
                    <a:pt x="325903" y="0"/>
                    <a:pt x="418279" y="0"/>
                  </a:cubicBezTo>
                  <a:cubicBezTo>
                    <a:pt x="531347" y="0"/>
                    <a:pt x="625202" y="83508"/>
                    <a:pt x="641460" y="192142"/>
                  </a:cubicBezTo>
                  <a:cubicBezTo>
                    <a:pt x="713883" y="201749"/>
                    <a:pt x="769308" y="263826"/>
                    <a:pt x="769308" y="338466"/>
                  </a:cubicBezTo>
                  <a:cubicBezTo>
                    <a:pt x="769308" y="419757"/>
                    <a:pt x="702797" y="485529"/>
                    <a:pt x="621507" y="485529"/>
                  </a:cubicBezTo>
                  <a:cubicBezTo>
                    <a:pt x="356202" y="486268"/>
                    <a:pt x="383546" y="488485"/>
                    <a:pt x="169233" y="485529"/>
                  </a:cubicBezTo>
                  <a:cubicBezTo>
                    <a:pt x="75379" y="484051"/>
                    <a:pt x="0" y="400543"/>
                    <a:pt x="0" y="308906"/>
                  </a:cubicBezTo>
                  <a:cubicBezTo>
                    <a:pt x="0" y="211357"/>
                    <a:pt x="79074" y="131544"/>
                    <a:pt x="176623" y="131544"/>
                  </a:cubicBezTo>
                  <a:close/>
                </a:path>
              </a:pathLst>
            </a:custGeom>
            <a:solidFill>
              <a:srgbClr val="FFFF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9158351-902F-3315-F798-E0B2BBEA7791}"/>
                </a:ext>
              </a:extLst>
            </p:cNvPr>
            <p:cNvSpPr/>
            <p:nvPr/>
          </p:nvSpPr>
          <p:spPr>
            <a:xfrm>
              <a:off x="3545061" y="3204923"/>
              <a:ext cx="776698" cy="494143"/>
            </a:xfrm>
            <a:custGeom>
              <a:avLst/>
              <a:gdLst>
                <a:gd name="connsiteX0" fmla="*/ 180318 w 776698"/>
                <a:gd name="connsiteY0" fmla="*/ 132283 h 494143"/>
                <a:gd name="connsiteX1" fmla="*/ 198055 w 776698"/>
                <a:gd name="connsiteY1" fmla="*/ 133022 h 494143"/>
                <a:gd name="connsiteX2" fmla="*/ 212835 w 776698"/>
                <a:gd name="connsiteY2" fmla="*/ 134500 h 494143"/>
                <a:gd name="connsiteX3" fmla="*/ 296343 w 776698"/>
                <a:gd name="connsiteY3" fmla="*/ 37689 h 494143"/>
                <a:gd name="connsiteX4" fmla="*/ 421974 w 776698"/>
                <a:gd name="connsiteY4" fmla="*/ 0 h 494143"/>
                <a:gd name="connsiteX5" fmla="*/ 571254 w 776698"/>
                <a:gd name="connsiteY5" fmla="*/ 55426 h 494143"/>
                <a:gd name="connsiteX6" fmla="*/ 648111 w 776698"/>
                <a:gd name="connsiteY6" fmla="*/ 192142 h 494143"/>
                <a:gd name="connsiteX7" fmla="*/ 739748 w 776698"/>
                <a:gd name="connsiteY7" fmla="*/ 242395 h 494143"/>
                <a:gd name="connsiteX8" fmla="*/ 776698 w 776698"/>
                <a:gd name="connsiteY8" fmla="*/ 342161 h 494143"/>
                <a:gd name="connsiteX9" fmla="*/ 732358 w 776698"/>
                <a:gd name="connsiteY9" fmla="*/ 448578 h 494143"/>
                <a:gd name="connsiteX10" fmla="*/ 625202 w 776698"/>
                <a:gd name="connsiteY10" fmla="*/ 492919 h 494143"/>
                <a:gd name="connsiteX11" fmla="*/ 427886 w 776698"/>
                <a:gd name="connsiteY11" fmla="*/ 493658 h 494143"/>
                <a:gd name="connsiteX12" fmla="*/ 172928 w 776698"/>
                <a:gd name="connsiteY12" fmla="*/ 492919 h 494143"/>
                <a:gd name="connsiteX13" fmla="*/ 51731 w 776698"/>
                <a:gd name="connsiteY13" fmla="*/ 438232 h 494143"/>
                <a:gd name="connsiteX14" fmla="*/ 0 w 776698"/>
                <a:gd name="connsiteY14" fmla="*/ 312601 h 494143"/>
                <a:gd name="connsiteX15" fmla="*/ 53209 w 776698"/>
                <a:gd name="connsiteY15" fmla="*/ 184752 h 494143"/>
                <a:gd name="connsiteX16" fmla="*/ 180318 w 776698"/>
                <a:gd name="connsiteY16" fmla="*/ 132283 h 494143"/>
                <a:gd name="connsiteX17" fmla="*/ 180318 w 776698"/>
                <a:gd name="connsiteY17" fmla="*/ 138934 h 494143"/>
                <a:gd name="connsiteX18" fmla="*/ 57643 w 776698"/>
                <a:gd name="connsiteY18" fmla="*/ 189925 h 494143"/>
                <a:gd name="connsiteX19" fmla="*/ 6651 w 776698"/>
                <a:gd name="connsiteY19" fmla="*/ 312601 h 494143"/>
                <a:gd name="connsiteX20" fmla="*/ 56904 w 776698"/>
                <a:gd name="connsiteY20" fmla="*/ 433798 h 494143"/>
                <a:gd name="connsiteX21" fmla="*/ 172928 w 776698"/>
                <a:gd name="connsiteY21" fmla="*/ 485529 h 494143"/>
                <a:gd name="connsiteX22" fmla="*/ 427886 w 776698"/>
                <a:gd name="connsiteY22" fmla="*/ 487007 h 494143"/>
                <a:gd name="connsiteX23" fmla="*/ 625202 w 776698"/>
                <a:gd name="connsiteY23" fmla="*/ 486268 h 494143"/>
                <a:gd name="connsiteX24" fmla="*/ 727185 w 776698"/>
                <a:gd name="connsiteY24" fmla="*/ 443405 h 494143"/>
                <a:gd name="connsiteX25" fmla="*/ 770047 w 776698"/>
                <a:gd name="connsiteY25" fmla="*/ 342161 h 494143"/>
                <a:gd name="connsiteX26" fmla="*/ 733836 w 776698"/>
                <a:gd name="connsiteY26" fmla="*/ 247568 h 494143"/>
                <a:gd name="connsiteX27" fmla="*/ 645155 w 776698"/>
                <a:gd name="connsiteY27" fmla="*/ 198794 h 494143"/>
                <a:gd name="connsiteX28" fmla="*/ 641460 w 776698"/>
                <a:gd name="connsiteY28" fmla="*/ 195837 h 494143"/>
                <a:gd name="connsiteX29" fmla="*/ 566820 w 776698"/>
                <a:gd name="connsiteY29" fmla="*/ 60599 h 494143"/>
                <a:gd name="connsiteX30" fmla="*/ 421974 w 776698"/>
                <a:gd name="connsiteY30" fmla="*/ 7390 h 494143"/>
                <a:gd name="connsiteX31" fmla="*/ 300777 w 776698"/>
                <a:gd name="connsiteY31" fmla="*/ 43602 h 494143"/>
                <a:gd name="connsiteX32" fmla="*/ 218747 w 776698"/>
                <a:gd name="connsiteY32" fmla="*/ 140412 h 494143"/>
                <a:gd name="connsiteX33" fmla="*/ 214313 w 776698"/>
                <a:gd name="connsiteY33" fmla="*/ 142629 h 494143"/>
                <a:gd name="connsiteX34" fmla="*/ 197315 w 776698"/>
                <a:gd name="connsiteY34" fmla="*/ 139673 h 494143"/>
                <a:gd name="connsiteX35" fmla="*/ 180318 w 776698"/>
                <a:gd name="connsiteY35" fmla="*/ 138934 h 49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776698" h="494143">
                  <a:moveTo>
                    <a:pt x="180318" y="132283"/>
                  </a:moveTo>
                  <a:cubicBezTo>
                    <a:pt x="186230" y="132283"/>
                    <a:pt x="192142" y="132527"/>
                    <a:pt x="198055" y="133022"/>
                  </a:cubicBezTo>
                  <a:cubicBezTo>
                    <a:pt x="202984" y="133517"/>
                    <a:pt x="207905" y="134005"/>
                    <a:pt x="212835" y="134500"/>
                  </a:cubicBezTo>
                  <a:cubicBezTo>
                    <a:pt x="231310" y="94593"/>
                    <a:pt x="260131" y="61338"/>
                    <a:pt x="296343" y="37689"/>
                  </a:cubicBezTo>
                  <a:cubicBezTo>
                    <a:pt x="332554" y="14041"/>
                    <a:pt x="375417" y="0"/>
                    <a:pt x="421974" y="0"/>
                  </a:cubicBezTo>
                  <a:cubicBezTo>
                    <a:pt x="478878" y="0"/>
                    <a:pt x="531347" y="20692"/>
                    <a:pt x="571254" y="55426"/>
                  </a:cubicBezTo>
                  <a:cubicBezTo>
                    <a:pt x="611160" y="90159"/>
                    <a:pt x="639242" y="138195"/>
                    <a:pt x="648111" y="192142"/>
                  </a:cubicBezTo>
                  <a:cubicBezTo>
                    <a:pt x="684322" y="198054"/>
                    <a:pt x="716100" y="216530"/>
                    <a:pt x="739748" y="242395"/>
                  </a:cubicBezTo>
                  <a:cubicBezTo>
                    <a:pt x="762657" y="268999"/>
                    <a:pt x="776698" y="303733"/>
                    <a:pt x="776698" y="342161"/>
                  </a:cubicBezTo>
                  <a:cubicBezTo>
                    <a:pt x="776698" y="383546"/>
                    <a:pt x="759701" y="421235"/>
                    <a:pt x="732358" y="448578"/>
                  </a:cubicBezTo>
                  <a:cubicBezTo>
                    <a:pt x="705014" y="475922"/>
                    <a:pt x="666586" y="492919"/>
                    <a:pt x="625202" y="492919"/>
                  </a:cubicBezTo>
                  <a:cubicBezTo>
                    <a:pt x="529869" y="492919"/>
                    <a:pt x="472966" y="493658"/>
                    <a:pt x="427886" y="493658"/>
                  </a:cubicBezTo>
                  <a:cubicBezTo>
                    <a:pt x="348812" y="494397"/>
                    <a:pt x="310384" y="494397"/>
                    <a:pt x="172928" y="492919"/>
                  </a:cubicBezTo>
                  <a:cubicBezTo>
                    <a:pt x="125631" y="492180"/>
                    <a:pt x="82769" y="470749"/>
                    <a:pt x="51731" y="438232"/>
                  </a:cubicBezTo>
                  <a:cubicBezTo>
                    <a:pt x="19953" y="404977"/>
                    <a:pt x="0" y="359897"/>
                    <a:pt x="0" y="312601"/>
                  </a:cubicBezTo>
                  <a:cubicBezTo>
                    <a:pt x="0" y="263087"/>
                    <a:pt x="19953" y="218008"/>
                    <a:pt x="53209" y="184752"/>
                  </a:cubicBezTo>
                  <a:cubicBezTo>
                    <a:pt x="85725" y="152236"/>
                    <a:pt x="130805" y="132283"/>
                    <a:pt x="180318" y="132283"/>
                  </a:cubicBezTo>
                  <a:close/>
                  <a:moveTo>
                    <a:pt x="180318" y="138934"/>
                  </a:moveTo>
                  <a:cubicBezTo>
                    <a:pt x="133022" y="138934"/>
                    <a:pt x="89420" y="158887"/>
                    <a:pt x="57643" y="189925"/>
                  </a:cubicBezTo>
                  <a:cubicBezTo>
                    <a:pt x="26605" y="221703"/>
                    <a:pt x="6651" y="264565"/>
                    <a:pt x="6651" y="312601"/>
                  </a:cubicBezTo>
                  <a:cubicBezTo>
                    <a:pt x="6651" y="357680"/>
                    <a:pt x="25865" y="401282"/>
                    <a:pt x="56904" y="433798"/>
                  </a:cubicBezTo>
                  <a:cubicBezTo>
                    <a:pt x="86464" y="464837"/>
                    <a:pt x="127849" y="484790"/>
                    <a:pt x="172928" y="485529"/>
                  </a:cubicBezTo>
                  <a:cubicBezTo>
                    <a:pt x="310384" y="487746"/>
                    <a:pt x="348812" y="487007"/>
                    <a:pt x="427886" y="487007"/>
                  </a:cubicBezTo>
                  <a:cubicBezTo>
                    <a:pt x="472227" y="486268"/>
                    <a:pt x="529869" y="486268"/>
                    <a:pt x="625202" y="486268"/>
                  </a:cubicBezTo>
                  <a:cubicBezTo>
                    <a:pt x="665108" y="486268"/>
                    <a:pt x="701319" y="470010"/>
                    <a:pt x="727185" y="443405"/>
                  </a:cubicBezTo>
                  <a:cubicBezTo>
                    <a:pt x="753789" y="417540"/>
                    <a:pt x="770047" y="382068"/>
                    <a:pt x="770047" y="342161"/>
                  </a:cubicBezTo>
                  <a:cubicBezTo>
                    <a:pt x="770047" y="305950"/>
                    <a:pt x="756006" y="272694"/>
                    <a:pt x="733836" y="247568"/>
                  </a:cubicBezTo>
                  <a:cubicBezTo>
                    <a:pt x="711666" y="221703"/>
                    <a:pt x="680627" y="203966"/>
                    <a:pt x="645155" y="198794"/>
                  </a:cubicBezTo>
                  <a:cubicBezTo>
                    <a:pt x="643677" y="198794"/>
                    <a:pt x="642199" y="198054"/>
                    <a:pt x="641460" y="195837"/>
                  </a:cubicBezTo>
                  <a:cubicBezTo>
                    <a:pt x="633331" y="142629"/>
                    <a:pt x="605987" y="94593"/>
                    <a:pt x="566820" y="60599"/>
                  </a:cubicBezTo>
                  <a:cubicBezTo>
                    <a:pt x="527652" y="27343"/>
                    <a:pt x="477400" y="7390"/>
                    <a:pt x="421974" y="7390"/>
                  </a:cubicBezTo>
                  <a:cubicBezTo>
                    <a:pt x="376894" y="7390"/>
                    <a:pt x="335510" y="20692"/>
                    <a:pt x="300777" y="43602"/>
                  </a:cubicBezTo>
                  <a:cubicBezTo>
                    <a:pt x="264565" y="66511"/>
                    <a:pt x="235744" y="100505"/>
                    <a:pt x="218747" y="140412"/>
                  </a:cubicBezTo>
                  <a:cubicBezTo>
                    <a:pt x="218008" y="141890"/>
                    <a:pt x="215791" y="142629"/>
                    <a:pt x="214313" y="142629"/>
                  </a:cubicBezTo>
                  <a:cubicBezTo>
                    <a:pt x="208896" y="141151"/>
                    <a:pt x="203227" y="140168"/>
                    <a:pt x="197315" y="139673"/>
                  </a:cubicBezTo>
                  <a:cubicBezTo>
                    <a:pt x="191899" y="139178"/>
                    <a:pt x="186230" y="138934"/>
                    <a:pt x="180318" y="138934"/>
                  </a:cubicBezTo>
                  <a:close/>
                </a:path>
              </a:pathLst>
            </a:custGeom>
            <a:solidFill>
              <a:srgbClr val="7433EE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424829B-4212-E211-68AC-715AE1068E13}"/>
                </a:ext>
              </a:extLst>
            </p:cNvPr>
            <p:cNvSpPr/>
            <p:nvPr/>
          </p:nvSpPr>
          <p:spPr>
            <a:xfrm>
              <a:off x="3802945" y="3439928"/>
              <a:ext cx="260929" cy="290430"/>
            </a:xfrm>
            <a:custGeom>
              <a:avLst/>
              <a:gdLst>
                <a:gd name="connsiteX0" fmla="*/ 181087 w 260929"/>
                <a:gd name="connsiteY0" fmla="*/ 280823 h 290430"/>
                <a:gd name="connsiteX1" fmla="*/ 181087 w 260929"/>
                <a:gd name="connsiteY1" fmla="*/ 152236 h 290430"/>
                <a:gd name="connsiteX2" fmla="*/ 252032 w 260929"/>
                <a:gd name="connsiteY2" fmla="*/ 152236 h 290430"/>
                <a:gd name="connsiteX3" fmla="*/ 260161 w 260929"/>
                <a:gd name="connsiteY3" fmla="*/ 147063 h 290430"/>
                <a:gd name="connsiteX4" fmla="*/ 258683 w 260929"/>
                <a:gd name="connsiteY4" fmla="*/ 136717 h 290430"/>
                <a:gd name="connsiteX5" fmla="*/ 137485 w 260929"/>
                <a:gd name="connsiteY5" fmla="*/ 2956 h 290430"/>
                <a:gd name="connsiteX6" fmla="*/ 130095 w 260929"/>
                <a:gd name="connsiteY6" fmla="*/ 0 h 290430"/>
                <a:gd name="connsiteX7" fmla="*/ 123444 w 260929"/>
                <a:gd name="connsiteY7" fmla="*/ 2956 h 290430"/>
                <a:gd name="connsiteX8" fmla="*/ 2247 w 260929"/>
                <a:gd name="connsiteY8" fmla="*/ 136717 h 290430"/>
                <a:gd name="connsiteX9" fmla="*/ 769 w 260929"/>
                <a:gd name="connsiteY9" fmla="*/ 147063 h 290430"/>
                <a:gd name="connsiteX10" fmla="*/ 8898 w 260929"/>
                <a:gd name="connsiteY10" fmla="*/ 152236 h 290430"/>
                <a:gd name="connsiteX11" fmla="*/ 79843 w 260929"/>
                <a:gd name="connsiteY11" fmla="*/ 152236 h 290430"/>
                <a:gd name="connsiteX12" fmla="*/ 79843 w 260929"/>
                <a:gd name="connsiteY12" fmla="*/ 280823 h 290430"/>
                <a:gd name="connsiteX13" fmla="*/ 88711 w 260929"/>
                <a:gd name="connsiteY13" fmla="*/ 290430 h 290430"/>
                <a:gd name="connsiteX14" fmla="*/ 172219 w 260929"/>
                <a:gd name="connsiteY14" fmla="*/ 290430 h 290430"/>
                <a:gd name="connsiteX15" fmla="*/ 181087 w 260929"/>
                <a:gd name="connsiteY15" fmla="*/ 280823 h 290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60929" h="290430">
                  <a:moveTo>
                    <a:pt x="181087" y="280823"/>
                  </a:moveTo>
                  <a:lnTo>
                    <a:pt x="181087" y="152236"/>
                  </a:lnTo>
                  <a:lnTo>
                    <a:pt x="252032" y="152236"/>
                  </a:lnTo>
                  <a:cubicBezTo>
                    <a:pt x="255727" y="152236"/>
                    <a:pt x="258683" y="150019"/>
                    <a:pt x="260161" y="147063"/>
                  </a:cubicBezTo>
                  <a:cubicBezTo>
                    <a:pt x="261639" y="143368"/>
                    <a:pt x="260900" y="139673"/>
                    <a:pt x="258683" y="136717"/>
                  </a:cubicBezTo>
                  <a:lnTo>
                    <a:pt x="137485" y="2956"/>
                  </a:lnTo>
                  <a:cubicBezTo>
                    <a:pt x="135512" y="983"/>
                    <a:pt x="133051" y="0"/>
                    <a:pt x="130095" y="0"/>
                  </a:cubicBezTo>
                  <a:cubicBezTo>
                    <a:pt x="127635" y="0"/>
                    <a:pt x="125417" y="983"/>
                    <a:pt x="123444" y="2956"/>
                  </a:cubicBezTo>
                  <a:lnTo>
                    <a:pt x="2247" y="136717"/>
                  </a:lnTo>
                  <a:cubicBezTo>
                    <a:pt x="30" y="139673"/>
                    <a:pt x="-709" y="143368"/>
                    <a:pt x="769" y="147063"/>
                  </a:cubicBezTo>
                  <a:cubicBezTo>
                    <a:pt x="2247" y="150019"/>
                    <a:pt x="5203" y="152236"/>
                    <a:pt x="8898" y="152236"/>
                  </a:cubicBezTo>
                  <a:lnTo>
                    <a:pt x="79843" y="152236"/>
                  </a:lnTo>
                  <a:lnTo>
                    <a:pt x="79843" y="280823"/>
                  </a:lnTo>
                  <a:cubicBezTo>
                    <a:pt x="79843" y="285996"/>
                    <a:pt x="83538" y="290430"/>
                    <a:pt x="88711" y="290430"/>
                  </a:cubicBezTo>
                  <a:lnTo>
                    <a:pt x="172219" y="290430"/>
                  </a:lnTo>
                  <a:cubicBezTo>
                    <a:pt x="177392" y="290430"/>
                    <a:pt x="181087" y="285996"/>
                    <a:pt x="181087" y="280823"/>
                  </a:cubicBezTo>
                  <a:close/>
                </a:path>
              </a:pathLst>
            </a:custGeom>
            <a:solidFill>
              <a:srgbClr val="7433EE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07FEB56-A810-26B1-6864-FDCB1DDC1195}"/>
                </a:ext>
              </a:extLst>
            </p:cNvPr>
            <p:cNvSpPr/>
            <p:nvPr/>
          </p:nvSpPr>
          <p:spPr>
            <a:xfrm>
              <a:off x="4755487" y="2315644"/>
              <a:ext cx="1222617" cy="1222083"/>
            </a:xfrm>
            <a:custGeom>
              <a:avLst/>
              <a:gdLst>
                <a:gd name="connsiteX0" fmla="*/ 1143316 w 1222617"/>
                <a:gd name="connsiteY0" fmla="*/ 335023 h 1222083"/>
                <a:gd name="connsiteX1" fmla="*/ 1163269 w 1222617"/>
                <a:gd name="connsiteY1" fmla="*/ 344630 h 1222083"/>
                <a:gd name="connsiteX2" fmla="*/ 1200220 w 1222617"/>
                <a:gd name="connsiteY2" fmla="*/ 441440 h 1222083"/>
                <a:gd name="connsiteX3" fmla="*/ 1192091 w 1222617"/>
                <a:gd name="connsiteY3" fmla="*/ 462132 h 1222083"/>
                <a:gd name="connsiteX4" fmla="*/ 1092325 w 1222617"/>
                <a:gd name="connsiteY4" fmla="*/ 509429 h 1222083"/>
                <a:gd name="connsiteX5" fmla="*/ 1103410 w 1222617"/>
                <a:gd name="connsiteY5" fmla="*/ 612890 h 1222083"/>
                <a:gd name="connsiteX6" fmla="*/ 1209827 w 1222617"/>
                <a:gd name="connsiteY6" fmla="*/ 638016 h 1222083"/>
                <a:gd name="connsiteX7" fmla="*/ 1222390 w 1222617"/>
                <a:gd name="connsiteY7" fmla="*/ 656491 h 1222083"/>
                <a:gd name="connsiteX8" fmla="*/ 1206132 w 1222617"/>
                <a:gd name="connsiteY8" fmla="*/ 758475 h 1222083"/>
                <a:gd name="connsiteX9" fmla="*/ 1188396 w 1222617"/>
                <a:gd name="connsiteY9" fmla="*/ 772516 h 1222083"/>
                <a:gd name="connsiteX10" fmla="*/ 1079023 w 1222617"/>
                <a:gd name="connsiteY10" fmla="*/ 763647 h 1222083"/>
                <a:gd name="connsiteX11" fmla="*/ 1036160 w 1222617"/>
                <a:gd name="connsiteY11" fmla="*/ 858241 h 1222083"/>
                <a:gd name="connsiteX12" fmla="*/ 1115973 w 1222617"/>
                <a:gd name="connsiteY12" fmla="*/ 933619 h 1222083"/>
                <a:gd name="connsiteX13" fmla="*/ 1117451 w 1222617"/>
                <a:gd name="connsiteY13" fmla="*/ 955790 h 1222083"/>
                <a:gd name="connsiteX14" fmla="*/ 1052418 w 1222617"/>
                <a:gd name="connsiteY14" fmla="*/ 1036342 h 1222083"/>
                <a:gd name="connsiteX15" fmla="*/ 1030248 w 1222617"/>
                <a:gd name="connsiteY15" fmla="*/ 1039298 h 1222083"/>
                <a:gd name="connsiteX16" fmla="*/ 940089 w 1222617"/>
                <a:gd name="connsiteY16" fmla="*/ 977221 h 1222083"/>
                <a:gd name="connsiteX17" fmla="*/ 855842 w 1222617"/>
                <a:gd name="connsiteY17" fmla="*/ 1037820 h 1222083"/>
                <a:gd name="connsiteX18" fmla="*/ 886880 w 1222617"/>
                <a:gd name="connsiteY18" fmla="*/ 1142759 h 1222083"/>
                <a:gd name="connsiteX19" fmla="*/ 877273 w 1222617"/>
                <a:gd name="connsiteY19" fmla="*/ 1162712 h 1222083"/>
                <a:gd name="connsiteX20" fmla="*/ 780463 w 1222617"/>
                <a:gd name="connsiteY20" fmla="*/ 1199663 h 1222083"/>
                <a:gd name="connsiteX21" fmla="*/ 760510 w 1222617"/>
                <a:gd name="connsiteY21" fmla="*/ 1191534 h 1222083"/>
                <a:gd name="connsiteX22" fmla="*/ 713213 w 1222617"/>
                <a:gd name="connsiteY22" fmla="*/ 1092506 h 1222083"/>
                <a:gd name="connsiteX23" fmla="*/ 609752 w 1222617"/>
                <a:gd name="connsiteY23" fmla="*/ 1102853 h 1222083"/>
                <a:gd name="connsiteX24" fmla="*/ 583887 w 1222617"/>
                <a:gd name="connsiteY24" fmla="*/ 1209270 h 1222083"/>
                <a:gd name="connsiteX25" fmla="*/ 566151 w 1222617"/>
                <a:gd name="connsiteY25" fmla="*/ 1221833 h 1222083"/>
                <a:gd name="connsiteX26" fmla="*/ 463428 w 1222617"/>
                <a:gd name="connsiteY26" fmla="*/ 1205575 h 1222083"/>
                <a:gd name="connsiteX27" fmla="*/ 450126 w 1222617"/>
                <a:gd name="connsiteY27" fmla="*/ 1188577 h 1222083"/>
                <a:gd name="connsiteX28" fmla="*/ 458994 w 1222617"/>
                <a:gd name="connsiteY28" fmla="*/ 1078465 h 1222083"/>
                <a:gd name="connsiteX29" fmla="*/ 364401 w 1222617"/>
                <a:gd name="connsiteY29" fmla="*/ 1036342 h 1222083"/>
                <a:gd name="connsiteX30" fmla="*/ 288283 w 1222617"/>
                <a:gd name="connsiteY30" fmla="*/ 1116155 h 1222083"/>
                <a:gd name="connsiteX31" fmla="*/ 266113 w 1222617"/>
                <a:gd name="connsiteY31" fmla="*/ 1117633 h 1222083"/>
                <a:gd name="connsiteX32" fmla="*/ 186300 w 1222617"/>
                <a:gd name="connsiteY32" fmla="*/ 1051861 h 1222083"/>
                <a:gd name="connsiteX33" fmla="*/ 183344 w 1222617"/>
                <a:gd name="connsiteY33" fmla="*/ 1030430 h 1222083"/>
                <a:gd name="connsiteX34" fmla="*/ 245421 w 1222617"/>
                <a:gd name="connsiteY34" fmla="*/ 939532 h 1222083"/>
                <a:gd name="connsiteX35" fmla="*/ 184822 w 1222617"/>
                <a:gd name="connsiteY35" fmla="*/ 856024 h 1222083"/>
                <a:gd name="connsiteX36" fmla="*/ 79144 w 1222617"/>
                <a:gd name="connsiteY36" fmla="*/ 887062 h 1222083"/>
                <a:gd name="connsiteX37" fmla="*/ 59191 w 1222617"/>
                <a:gd name="connsiteY37" fmla="*/ 876716 h 1222083"/>
                <a:gd name="connsiteX38" fmla="*/ 22979 w 1222617"/>
                <a:gd name="connsiteY38" fmla="*/ 780645 h 1222083"/>
                <a:gd name="connsiteX39" fmla="*/ 31108 w 1222617"/>
                <a:gd name="connsiteY39" fmla="*/ 759952 h 1222083"/>
                <a:gd name="connsiteX40" fmla="*/ 130135 w 1222617"/>
                <a:gd name="connsiteY40" fmla="*/ 713395 h 1222083"/>
                <a:gd name="connsiteX41" fmla="*/ 119789 w 1222617"/>
                <a:gd name="connsiteY41" fmla="*/ 609934 h 1222083"/>
                <a:gd name="connsiteX42" fmla="*/ 12633 w 1222617"/>
                <a:gd name="connsiteY42" fmla="*/ 584068 h 1222083"/>
                <a:gd name="connsiteX43" fmla="*/ 70 w 1222617"/>
                <a:gd name="connsiteY43" fmla="*/ 565593 h 1222083"/>
                <a:gd name="connsiteX44" fmla="*/ 17067 w 1222617"/>
                <a:gd name="connsiteY44" fmla="*/ 463610 h 1222083"/>
                <a:gd name="connsiteX45" fmla="*/ 34064 w 1222617"/>
                <a:gd name="connsiteY45" fmla="*/ 449569 h 1222083"/>
                <a:gd name="connsiteX46" fmla="*/ 143437 w 1222617"/>
                <a:gd name="connsiteY46" fmla="*/ 459176 h 1222083"/>
                <a:gd name="connsiteX47" fmla="*/ 186300 w 1222617"/>
                <a:gd name="connsiteY47" fmla="*/ 363844 h 1222083"/>
                <a:gd name="connsiteX48" fmla="*/ 106487 w 1222617"/>
                <a:gd name="connsiteY48" fmla="*/ 288465 h 1222083"/>
                <a:gd name="connsiteX49" fmla="*/ 105009 w 1222617"/>
                <a:gd name="connsiteY49" fmla="*/ 266295 h 1222083"/>
                <a:gd name="connsiteX50" fmla="*/ 170042 w 1222617"/>
                <a:gd name="connsiteY50" fmla="*/ 185743 h 1222083"/>
                <a:gd name="connsiteX51" fmla="*/ 192212 w 1222617"/>
                <a:gd name="connsiteY51" fmla="*/ 182787 h 1222083"/>
                <a:gd name="connsiteX52" fmla="*/ 282371 w 1222617"/>
                <a:gd name="connsiteY52" fmla="*/ 245602 h 1222083"/>
                <a:gd name="connsiteX53" fmla="*/ 366618 w 1222617"/>
                <a:gd name="connsiteY53" fmla="*/ 184265 h 1222083"/>
                <a:gd name="connsiteX54" fmla="*/ 335580 w 1222617"/>
                <a:gd name="connsiteY54" fmla="*/ 78587 h 1222083"/>
                <a:gd name="connsiteX55" fmla="*/ 345187 w 1222617"/>
                <a:gd name="connsiteY55" fmla="*/ 59372 h 1222083"/>
                <a:gd name="connsiteX56" fmla="*/ 441997 w 1222617"/>
                <a:gd name="connsiteY56" fmla="*/ 22422 h 1222083"/>
                <a:gd name="connsiteX57" fmla="*/ 462689 w 1222617"/>
                <a:gd name="connsiteY57" fmla="*/ 30551 h 1222083"/>
                <a:gd name="connsiteX58" fmla="*/ 509247 w 1222617"/>
                <a:gd name="connsiteY58" fmla="*/ 129578 h 1222083"/>
                <a:gd name="connsiteX59" fmla="*/ 612708 w 1222617"/>
                <a:gd name="connsiteY59" fmla="*/ 119232 h 1222083"/>
                <a:gd name="connsiteX60" fmla="*/ 638573 w 1222617"/>
                <a:gd name="connsiteY60" fmla="*/ 12076 h 1222083"/>
                <a:gd name="connsiteX61" fmla="*/ 657048 w 1222617"/>
                <a:gd name="connsiteY61" fmla="*/ 252 h 1222083"/>
                <a:gd name="connsiteX62" fmla="*/ 759032 w 1222617"/>
                <a:gd name="connsiteY62" fmla="*/ 16510 h 1222083"/>
                <a:gd name="connsiteX63" fmla="*/ 772334 w 1222617"/>
                <a:gd name="connsiteY63" fmla="*/ 33507 h 1222083"/>
                <a:gd name="connsiteX64" fmla="*/ 763466 w 1222617"/>
                <a:gd name="connsiteY64" fmla="*/ 143619 h 1222083"/>
                <a:gd name="connsiteX65" fmla="*/ 858059 w 1222617"/>
                <a:gd name="connsiteY65" fmla="*/ 185743 h 1222083"/>
                <a:gd name="connsiteX66" fmla="*/ 934177 w 1222617"/>
                <a:gd name="connsiteY66" fmla="*/ 105930 h 1222083"/>
                <a:gd name="connsiteX67" fmla="*/ 956347 w 1222617"/>
                <a:gd name="connsiteY67" fmla="*/ 104452 h 1222083"/>
                <a:gd name="connsiteX68" fmla="*/ 1036160 w 1222617"/>
                <a:gd name="connsiteY68" fmla="*/ 169485 h 1222083"/>
                <a:gd name="connsiteX69" fmla="*/ 1039855 w 1222617"/>
                <a:gd name="connsiteY69" fmla="*/ 191655 h 1222083"/>
                <a:gd name="connsiteX70" fmla="*/ 977039 w 1222617"/>
                <a:gd name="connsiteY70" fmla="*/ 281814 h 1222083"/>
                <a:gd name="connsiteX71" fmla="*/ 1038377 w 1222617"/>
                <a:gd name="connsiteY71" fmla="*/ 366800 h 1222083"/>
                <a:gd name="connsiteX72" fmla="*/ 577974 w 1222617"/>
                <a:gd name="connsiteY72" fmla="*/ 815378 h 1222083"/>
                <a:gd name="connsiteX73" fmla="*/ 815935 w 1222617"/>
                <a:gd name="connsiteY73" fmla="*/ 643189 h 1222083"/>
                <a:gd name="connsiteX74" fmla="*/ 643746 w 1222617"/>
                <a:gd name="connsiteY74" fmla="*/ 405228 h 1222083"/>
                <a:gd name="connsiteX75" fmla="*/ 405786 w 1222617"/>
                <a:gd name="connsiteY75" fmla="*/ 577417 h 1222083"/>
                <a:gd name="connsiteX76" fmla="*/ 577974 w 1222617"/>
                <a:gd name="connsiteY76" fmla="*/ 815378 h 1222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1222617" h="1222083">
                  <a:moveTo>
                    <a:pt x="1143316" y="335023"/>
                  </a:moveTo>
                  <a:cubicBezTo>
                    <a:pt x="1151445" y="332806"/>
                    <a:pt x="1160314" y="337240"/>
                    <a:pt x="1163269" y="344630"/>
                  </a:cubicBezTo>
                  <a:lnTo>
                    <a:pt x="1200220" y="441440"/>
                  </a:lnTo>
                  <a:cubicBezTo>
                    <a:pt x="1203176" y="449569"/>
                    <a:pt x="1199481" y="458437"/>
                    <a:pt x="1192091" y="462132"/>
                  </a:cubicBezTo>
                  <a:lnTo>
                    <a:pt x="1092325" y="509429"/>
                  </a:lnTo>
                  <a:cubicBezTo>
                    <a:pt x="1099715" y="543423"/>
                    <a:pt x="1103410" y="578157"/>
                    <a:pt x="1103410" y="612890"/>
                  </a:cubicBezTo>
                  <a:lnTo>
                    <a:pt x="1209827" y="638016"/>
                  </a:lnTo>
                  <a:cubicBezTo>
                    <a:pt x="1217956" y="640233"/>
                    <a:pt x="1223868" y="648362"/>
                    <a:pt x="1222390" y="656491"/>
                  </a:cubicBezTo>
                  <a:lnTo>
                    <a:pt x="1206132" y="758475"/>
                  </a:lnTo>
                  <a:cubicBezTo>
                    <a:pt x="1204654" y="766604"/>
                    <a:pt x="1197264" y="773255"/>
                    <a:pt x="1188396" y="772516"/>
                  </a:cubicBezTo>
                  <a:lnTo>
                    <a:pt x="1079023" y="763647"/>
                  </a:lnTo>
                  <a:cubicBezTo>
                    <a:pt x="1067938" y="796164"/>
                    <a:pt x="1053896" y="827941"/>
                    <a:pt x="1036160" y="858241"/>
                  </a:cubicBezTo>
                  <a:lnTo>
                    <a:pt x="1115973" y="933619"/>
                  </a:lnTo>
                  <a:cubicBezTo>
                    <a:pt x="1122624" y="939532"/>
                    <a:pt x="1123363" y="949139"/>
                    <a:pt x="1117451" y="955790"/>
                  </a:cubicBezTo>
                  <a:lnTo>
                    <a:pt x="1052418" y="1036342"/>
                  </a:lnTo>
                  <a:cubicBezTo>
                    <a:pt x="1047245" y="1042993"/>
                    <a:pt x="1037638" y="1043732"/>
                    <a:pt x="1030248" y="1039298"/>
                  </a:cubicBezTo>
                  <a:lnTo>
                    <a:pt x="940089" y="977221"/>
                  </a:lnTo>
                  <a:cubicBezTo>
                    <a:pt x="914223" y="1000130"/>
                    <a:pt x="886141" y="1020823"/>
                    <a:pt x="855842" y="1037820"/>
                  </a:cubicBezTo>
                  <a:lnTo>
                    <a:pt x="886880" y="1142759"/>
                  </a:lnTo>
                  <a:cubicBezTo>
                    <a:pt x="889836" y="1150888"/>
                    <a:pt x="885402" y="1159756"/>
                    <a:pt x="877273" y="1162712"/>
                  </a:cubicBezTo>
                  <a:lnTo>
                    <a:pt x="780463" y="1199663"/>
                  </a:lnTo>
                  <a:cubicBezTo>
                    <a:pt x="773073" y="1202619"/>
                    <a:pt x="764205" y="1198924"/>
                    <a:pt x="760510" y="1191534"/>
                  </a:cubicBezTo>
                  <a:lnTo>
                    <a:pt x="713213" y="1092506"/>
                  </a:lnTo>
                  <a:cubicBezTo>
                    <a:pt x="679219" y="1099158"/>
                    <a:pt x="644485" y="1102853"/>
                    <a:pt x="609752" y="1102853"/>
                  </a:cubicBezTo>
                  <a:lnTo>
                    <a:pt x="583887" y="1209270"/>
                  </a:lnTo>
                  <a:cubicBezTo>
                    <a:pt x="582409" y="1218138"/>
                    <a:pt x="574279" y="1223311"/>
                    <a:pt x="566151" y="1221833"/>
                  </a:cubicBezTo>
                  <a:lnTo>
                    <a:pt x="463428" y="1205575"/>
                  </a:lnTo>
                  <a:cubicBezTo>
                    <a:pt x="455299" y="1204097"/>
                    <a:pt x="449387" y="1196707"/>
                    <a:pt x="450126" y="1188577"/>
                  </a:cubicBezTo>
                  <a:lnTo>
                    <a:pt x="458994" y="1078465"/>
                  </a:lnTo>
                  <a:cubicBezTo>
                    <a:pt x="425739" y="1067380"/>
                    <a:pt x="393962" y="1053339"/>
                    <a:pt x="364401" y="1036342"/>
                  </a:cubicBezTo>
                  <a:lnTo>
                    <a:pt x="288283" y="1116155"/>
                  </a:lnTo>
                  <a:cubicBezTo>
                    <a:pt x="282371" y="1122067"/>
                    <a:pt x="272764" y="1122806"/>
                    <a:pt x="266113" y="1117633"/>
                  </a:cubicBezTo>
                  <a:lnTo>
                    <a:pt x="186300" y="1051861"/>
                  </a:lnTo>
                  <a:cubicBezTo>
                    <a:pt x="179649" y="1046688"/>
                    <a:pt x="178171" y="1037081"/>
                    <a:pt x="183344" y="1030430"/>
                  </a:cubicBezTo>
                  <a:lnTo>
                    <a:pt x="245421" y="939532"/>
                  </a:lnTo>
                  <a:cubicBezTo>
                    <a:pt x="222511" y="913666"/>
                    <a:pt x="201819" y="885584"/>
                    <a:pt x="184822" y="856024"/>
                  </a:cubicBezTo>
                  <a:lnTo>
                    <a:pt x="79144" y="887062"/>
                  </a:lnTo>
                  <a:cubicBezTo>
                    <a:pt x="71015" y="889279"/>
                    <a:pt x="62886" y="884845"/>
                    <a:pt x="59191" y="876716"/>
                  </a:cubicBezTo>
                  <a:lnTo>
                    <a:pt x="22979" y="780645"/>
                  </a:lnTo>
                  <a:cubicBezTo>
                    <a:pt x="19284" y="772516"/>
                    <a:pt x="22979" y="763647"/>
                    <a:pt x="31108" y="759952"/>
                  </a:cubicBezTo>
                  <a:lnTo>
                    <a:pt x="130135" y="713395"/>
                  </a:lnTo>
                  <a:cubicBezTo>
                    <a:pt x="122745" y="679401"/>
                    <a:pt x="119050" y="644667"/>
                    <a:pt x="119789" y="609934"/>
                  </a:cubicBezTo>
                  <a:lnTo>
                    <a:pt x="12633" y="584068"/>
                  </a:lnTo>
                  <a:cubicBezTo>
                    <a:pt x="4504" y="581852"/>
                    <a:pt x="-669" y="573722"/>
                    <a:pt x="70" y="565593"/>
                  </a:cubicBezTo>
                  <a:lnTo>
                    <a:pt x="17067" y="463610"/>
                  </a:lnTo>
                  <a:cubicBezTo>
                    <a:pt x="17806" y="454742"/>
                    <a:pt x="25935" y="448830"/>
                    <a:pt x="34064" y="449569"/>
                  </a:cubicBezTo>
                  <a:lnTo>
                    <a:pt x="143437" y="459176"/>
                  </a:lnTo>
                  <a:cubicBezTo>
                    <a:pt x="154523" y="425921"/>
                    <a:pt x="168564" y="394143"/>
                    <a:pt x="186300" y="363844"/>
                  </a:cubicBezTo>
                  <a:lnTo>
                    <a:pt x="106487" y="288465"/>
                  </a:lnTo>
                  <a:cubicBezTo>
                    <a:pt x="100575" y="282553"/>
                    <a:pt x="99836" y="272946"/>
                    <a:pt x="105009" y="266295"/>
                  </a:cubicBezTo>
                  <a:lnTo>
                    <a:pt x="170042" y="185743"/>
                  </a:lnTo>
                  <a:cubicBezTo>
                    <a:pt x="175215" y="179092"/>
                    <a:pt x="184822" y="177614"/>
                    <a:pt x="192212" y="182787"/>
                  </a:cubicBezTo>
                  <a:lnTo>
                    <a:pt x="282371" y="245602"/>
                  </a:lnTo>
                  <a:cubicBezTo>
                    <a:pt x="308236" y="221954"/>
                    <a:pt x="336319" y="202001"/>
                    <a:pt x="366618" y="184265"/>
                  </a:cubicBezTo>
                  <a:lnTo>
                    <a:pt x="335580" y="78587"/>
                  </a:lnTo>
                  <a:cubicBezTo>
                    <a:pt x="333363" y="70457"/>
                    <a:pt x="337058" y="62328"/>
                    <a:pt x="345187" y="59372"/>
                  </a:cubicBezTo>
                  <a:lnTo>
                    <a:pt x="441997" y="22422"/>
                  </a:lnTo>
                  <a:cubicBezTo>
                    <a:pt x="450126" y="19466"/>
                    <a:pt x="458994" y="23161"/>
                    <a:pt x="462689" y="30551"/>
                  </a:cubicBezTo>
                  <a:lnTo>
                    <a:pt x="509247" y="129578"/>
                  </a:lnTo>
                  <a:cubicBezTo>
                    <a:pt x="543241" y="122927"/>
                    <a:pt x="577974" y="119232"/>
                    <a:pt x="612708" y="119232"/>
                  </a:cubicBezTo>
                  <a:lnTo>
                    <a:pt x="638573" y="12076"/>
                  </a:lnTo>
                  <a:cubicBezTo>
                    <a:pt x="640051" y="3947"/>
                    <a:pt x="648180" y="-1226"/>
                    <a:pt x="657048" y="252"/>
                  </a:cubicBezTo>
                  <a:lnTo>
                    <a:pt x="759032" y="16510"/>
                  </a:lnTo>
                  <a:cubicBezTo>
                    <a:pt x="767161" y="17988"/>
                    <a:pt x="773073" y="25378"/>
                    <a:pt x="772334" y="33507"/>
                  </a:cubicBezTo>
                  <a:lnTo>
                    <a:pt x="763466" y="143619"/>
                  </a:lnTo>
                  <a:cubicBezTo>
                    <a:pt x="795982" y="153965"/>
                    <a:pt x="828499" y="168007"/>
                    <a:pt x="858059" y="185743"/>
                  </a:cubicBezTo>
                  <a:lnTo>
                    <a:pt x="934177" y="105930"/>
                  </a:lnTo>
                  <a:cubicBezTo>
                    <a:pt x="940089" y="100018"/>
                    <a:pt x="949696" y="99279"/>
                    <a:pt x="956347" y="104452"/>
                  </a:cubicBezTo>
                  <a:lnTo>
                    <a:pt x="1036160" y="169485"/>
                  </a:lnTo>
                  <a:cubicBezTo>
                    <a:pt x="1042811" y="175397"/>
                    <a:pt x="1044289" y="185004"/>
                    <a:pt x="1039855" y="191655"/>
                  </a:cubicBezTo>
                  <a:lnTo>
                    <a:pt x="977039" y="281814"/>
                  </a:lnTo>
                  <a:cubicBezTo>
                    <a:pt x="999949" y="307679"/>
                    <a:pt x="1020641" y="336501"/>
                    <a:pt x="1038377" y="366800"/>
                  </a:cubicBezTo>
                  <a:close/>
                  <a:moveTo>
                    <a:pt x="577974" y="815378"/>
                  </a:moveTo>
                  <a:cubicBezTo>
                    <a:pt x="691043" y="833853"/>
                    <a:pt x="798199" y="756996"/>
                    <a:pt x="815935" y="643189"/>
                  </a:cubicBezTo>
                  <a:cubicBezTo>
                    <a:pt x="834411" y="530121"/>
                    <a:pt x="756815" y="423704"/>
                    <a:pt x="643746" y="405228"/>
                  </a:cubicBezTo>
                  <a:cubicBezTo>
                    <a:pt x="530678" y="387492"/>
                    <a:pt x="424261" y="464349"/>
                    <a:pt x="405786" y="577417"/>
                  </a:cubicBezTo>
                  <a:cubicBezTo>
                    <a:pt x="388050" y="691225"/>
                    <a:pt x="464906" y="797642"/>
                    <a:pt x="577974" y="815378"/>
                  </a:cubicBezTo>
                  <a:close/>
                </a:path>
              </a:pathLst>
            </a:custGeom>
            <a:solidFill>
              <a:srgbClr val="B7D9F9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26FF9F5-71C8-B37D-56BF-51D620E8BBD5}"/>
                </a:ext>
              </a:extLst>
            </p:cNvPr>
            <p:cNvSpPr/>
            <p:nvPr/>
          </p:nvSpPr>
          <p:spPr>
            <a:xfrm>
              <a:off x="3674981" y="5196363"/>
              <a:ext cx="380734" cy="380227"/>
            </a:xfrm>
            <a:custGeom>
              <a:avLst/>
              <a:gdLst>
                <a:gd name="connsiteX0" fmla="*/ 355608 w 380734"/>
                <a:gd name="connsiteY0" fmla="*/ 104389 h 380227"/>
                <a:gd name="connsiteX1" fmla="*/ 362259 w 380734"/>
                <a:gd name="connsiteY1" fmla="*/ 107344 h 380227"/>
                <a:gd name="connsiteX2" fmla="*/ 373344 w 380734"/>
                <a:gd name="connsiteY2" fmla="*/ 137644 h 380227"/>
                <a:gd name="connsiteX3" fmla="*/ 371127 w 380734"/>
                <a:gd name="connsiteY3" fmla="*/ 143556 h 380227"/>
                <a:gd name="connsiteX4" fmla="*/ 340089 w 380734"/>
                <a:gd name="connsiteY4" fmla="*/ 158336 h 380227"/>
                <a:gd name="connsiteX5" fmla="*/ 343045 w 380734"/>
                <a:gd name="connsiteY5" fmla="*/ 190852 h 380227"/>
                <a:gd name="connsiteX6" fmla="*/ 376300 w 380734"/>
                <a:gd name="connsiteY6" fmla="*/ 198242 h 380227"/>
                <a:gd name="connsiteX7" fmla="*/ 380734 w 380734"/>
                <a:gd name="connsiteY7" fmla="*/ 204155 h 380227"/>
                <a:gd name="connsiteX8" fmla="*/ 375561 w 380734"/>
                <a:gd name="connsiteY8" fmla="*/ 235932 h 380227"/>
                <a:gd name="connsiteX9" fmla="*/ 369649 w 380734"/>
                <a:gd name="connsiteY9" fmla="*/ 240366 h 380227"/>
                <a:gd name="connsiteX10" fmla="*/ 335655 w 380734"/>
                <a:gd name="connsiteY10" fmla="*/ 237410 h 380227"/>
                <a:gd name="connsiteX11" fmla="*/ 322353 w 380734"/>
                <a:gd name="connsiteY11" fmla="*/ 266971 h 380227"/>
                <a:gd name="connsiteX12" fmla="*/ 347479 w 380734"/>
                <a:gd name="connsiteY12" fmla="*/ 290619 h 380227"/>
                <a:gd name="connsiteX13" fmla="*/ 347479 w 380734"/>
                <a:gd name="connsiteY13" fmla="*/ 297270 h 380227"/>
                <a:gd name="connsiteX14" fmla="*/ 327526 w 380734"/>
                <a:gd name="connsiteY14" fmla="*/ 322396 h 380227"/>
                <a:gd name="connsiteX15" fmla="*/ 320875 w 380734"/>
                <a:gd name="connsiteY15" fmla="*/ 323135 h 380227"/>
                <a:gd name="connsiteX16" fmla="*/ 292792 w 380734"/>
                <a:gd name="connsiteY16" fmla="*/ 303921 h 380227"/>
                <a:gd name="connsiteX17" fmla="*/ 266188 w 380734"/>
                <a:gd name="connsiteY17" fmla="*/ 323135 h 380227"/>
                <a:gd name="connsiteX18" fmla="*/ 275795 w 380734"/>
                <a:gd name="connsiteY18" fmla="*/ 355652 h 380227"/>
                <a:gd name="connsiteX19" fmla="*/ 272839 w 380734"/>
                <a:gd name="connsiteY19" fmla="*/ 361564 h 380227"/>
                <a:gd name="connsiteX20" fmla="*/ 243279 w 380734"/>
                <a:gd name="connsiteY20" fmla="*/ 373388 h 380227"/>
                <a:gd name="connsiteX21" fmla="*/ 236628 w 380734"/>
                <a:gd name="connsiteY21" fmla="*/ 370432 h 380227"/>
                <a:gd name="connsiteX22" fmla="*/ 221848 w 380734"/>
                <a:gd name="connsiteY22" fmla="*/ 340132 h 380227"/>
                <a:gd name="connsiteX23" fmla="*/ 189331 w 380734"/>
                <a:gd name="connsiteY23" fmla="*/ 343088 h 380227"/>
                <a:gd name="connsiteX24" fmla="*/ 181941 w 380734"/>
                <a:gd name="connsiteY24" fmla="*/ 376344 h 380227"/>
                <a:gd name="connsiteX25" fmla="*/ 176029 w 380734"/>
                <a:gd name="connsiteY25" fmla="*/ 380039 h 380227"/>
                <a:gd name="connsiteX26" fmla="*/ 144252 w 380734"/>
                <a:gd name="connsiteY26" fmla="*/ 374866 h 380227"/>
                <a:gd name="connsiteX27" fmla="*/ 139817 w 380734"/>
                <a:gd name="connsiteY27" fmla="*/ 369693 h 380227"/>
                <a:gd name="connsiteX28" fmla="*/ 142774 w 380734"/>
                <a:gd name="connsiteY28" fmla="*/ 335698 h 380227"/>
                <a:gd name="connsiteX29" fmla="*/ 113213 w 380734"/>
                <a:gd name="connsiteY29" fmla="*/ 322396 h 380227"/>
                <a:gd name="connsiteX30" fmla="*/ 89565 w 380734"/>
                <a:gd name="connsiteY30" fmla="*/ 347522 h 380227"/>
                <a:gd name="connsiteX31" fmla="*/ 82914 w 380734"/>
                <a:gd name="connsiteY31" fmla="*/ 347522 h 380227"/>
                <a:gd name="connsiteX32" fmla="*/ 57788 w 380734"/>
                <a:gd name="connsiteY32" fmla="*/ 327569 h 380227"/>
                <a:gd name="connsiteX33" fmla="*/ 57049 w 380734"/>
                <a:gd name="connsiteY33" fmla="*/ 320918 h 380227"/>
                <a:gd name="connsiteX34" fmla="*/ 76263 w 380734"/>
                <a:gd name="connsiteY34" fmla="*/ 292097 h 380227"/>
                <a:gd name="connsiteX35" fmla="*/ 57788 w 380734"/>
                <a:gd name="connsiteY35" fmla="*/ 266231 h 380227"/>
                <a:gd name="connsiteX36" fmla="*/ 24532 w 380734"/>
                <a:gd name="connsiteY36" fmla="*/ 275838 h 380227"/>
                <a:gd name="connsiteX37" fmla="*/ 18620 w 380734"/>
                <a:gd name="connsiteY37" fmla="*/ 272883 h 380227"/>
                <a:gd name="connsiteX38" fmla="*/ 6796 w 380734"/>
                <a:gd name="connsiteY38" fmla="*/ 242583 h 380227"/>
                <a:gd name="connsiteX39" fmla="*/ 9752 w 380734"/>
                <a:gd name="connsiteY39" fmla="*/ 236671 h 380227"/>
                <a:gd name="connsiteX40" fmla="*/ 40791 w 380734"/>
                <a:gd name="connsiteY40" fmla="*/ 221891 h 380227"/>
                <a:gd name="connsiteX41" fmla="*/ 37095 w 380734"/>
                <a:gd name="connsiteY41" fmla="*/ 189375 h 380227"/>
                <a:gd name="connsiteX42" fmla="*/ 3840 w 380734"/>
                <a:gd name="connsiteY42" fmla="*/ 181985 h 380227"/>
                <a:gd name="connsiteX43" fmla="*/ 145 w 380734"/>
                <a:gd name="connsiteY43" fmla="*/ 176072 h 380227"/>
                <a:gd name="connsiteX44" fmla="*/ 5318 w 380734"/>
                <a:gd name="connsiteY44" fmla="*/ 144295 h 380227"/>
                <a:gd name="connsiteX45" fmla="*/ 10491 w 380734"/>
                <a:gd name="connsiteY45" fmla="*/ 139861 h 380227"/>
                <a:gd name="connsiteX46" fmla="*/ 44486 w 380734"/>
                <a:gd name="connsiteY46" fmla="*/ 142817 h 380227"/>
                <a:gd name="connsiteX47" fmla="*/ 57788 w 380734"/>
                <a:gd name="connsiteY47" fmla="*/ 113256 h 380227"/>
                <a:gd name="connsiteX48" fmla="*/ 32661 w 380734"/>
                <a:gd name="connsiteY48" fmla="*/ 89609 h 380227"/>
                <a:gd name="connsiteX49" fmla="*/ 32661 w 380734"/>
                <a:gd name="connsiteY49" fmla="*/ 82957 h 380227"/>
                <a:gd name="connsiteX50" fmla="*/ 52614 w 380734"/>
                <a:gd name="connsiteY50" fmla="*/ 57831 h 380227"/>
                <a:gd name="connsiteX51" fmla="*/ 60005 w 380734"/>
                <a:gd name="connsiteY51" fmla="*/ 57092 h 380227"/>
                <a:gd name="connsiteX52" fmla="*/ 88087 w 380734"/>
                <a:gd name="connsiteY52" fmla="*/ 76306 h 380227"/>
                <a:gd name="connsiteX53" fmla="*/ 113952 w 380734"/>
                <a:gd name="connsiteY53" fmla="*/ 57092 h 380227"/>
                <a:gd name="connsiteX54" fmla="*/ 104345 w 380734"/>
                <a:gd name="connsiteY54" fmla="*/ 24575 h 380227"/>
                <a:gd name="connsiteX55" fmla="*/ 107301 w 380734"/>
                <a:gd name="connsiteY55" fmla="*/ 18663 h 380227"/>
                <a:gd name="connsiteX56" fmla="*/ 137600 w 380734"/>
                <a:gd name="connsiteY56" fmla="*/ 6839 h 380227"/>
                <a:gd name="connsiteX57" fmla="*/ 143512 w 380734"/>
                <a:gd name="connsiteY57" fmla="*/ 9056 h 380227"/>
                <a:gd name="connsiteX58" fmla="*/ 158293 w 380734"/>
                <a:gd name="connsiteY58" fmla="*/ 40095 h 380227"/>
                <a:gd name="connsiteX59" fmla="*/ 190809 w 380734"/>
                <a:gd name="connsiteY59" fmla="*/ 37139 h 380227"/>
                <a:gd name="connsiteX60" fmla="*/ 198938 w 380734"/>
                <a:gd name="connsiteY60" fmla="*/ 3883 h 380227"/>
                <a:gd name="connsiteX61" fmla="*/ 204111 w 380734"/>
                <a:gd name="connsiteY61" fmla="*/ 188 h 380227"/>
                <a:gd name="connsiteX62" fmla="*/ 235889 w 380734"/>
                <a:gd name="connsiteY62" fmla="*/ 5361 h 380227"/>
                <a:gd name="connsiteX63" fmla="*/ 240323 w 380734"/>
                <a:gd name="connsiteY63" fmla="*/ 10535 h 380227"/>
                <a:gd name="connsiteX64" fmla="*/ 237367 w 380734"/>
                <a:gd name="connsiteY64" fmla="*/ 44529 h 380227"/>
                <a:gd name="connsiteX65" fmla="*/ 266927 w 380734"/>
                <a:gd name="connsiteY65" fmla="*/ 57831 h 380227"/>
                <a:gd name="connsiteX66" fmla="*/ 290575 w 380734"/>
                <a:gd name="connsiteY66" fmla="*/ 32705 h 380227"/>
                <a:gd name="connsiteX67" fmla="*/ 297227 w 380734"/>
                <a:gd name="connsiteY67" fmla="*/ 32705 h 380227"/>
                <a:gd name="connsiteX68" fmla="*/ 322353 w 380734"/>
                <a:gd name="connsiteY68" fmla="*/ 52658 h 380227"/>
                <a:gd name="connsiteX69" fmla="*/ 323831 w 380734"/>
                <a:gd name="connsiteY69" fmla="*/ 59309 h 380227"/>
                <a:gd name="connsiteX70" fmla="*/ 303877 w 380734"/>
                <a:gd name="connsiteY70" fmla="*/ 87391 h 380227"/>
                <a:gd name="connsiteX71" fmla="*/ 323092 w 380734"/>
                <a:gd name="connsiteY71" fmla="*/ 113996 h 380227"/>
                <a:gd name="connsiteX72" fmla="*/ 179724 w 380734"/>
                <a:gd name="connsiteY72" fmla="*/ 254407 h 380227"/>
                <a:gd name="connsiteX73" fmla="*/ 253625 w 380734"/>
                <a:gd name="connsiteY73" fmla="*/ 200460 h 380227"/>
                <a:gd name="connsiteX74" fmla="*/ 200416 w 380734"/>
                <a:gd name="connsiteY74" fmla="*/ 126559 h 380227"/>
                <a:gd name="connsiteX75" fmla="*/ 125777 w 380734"/>
                <a:gd name="connsiteY75" fmla="*/ 179767 h 380227"/>
                <a:gd name="connsiteX76" fmla="*/ 179724 w 380734"/>
                <a:gd name="connsiteY76" fmla="*/ 254407 h 380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380734" h="380227">
                  <a:moveTo>
                    <a:pt x="355608" y="104389"/>
                  </a:moveTo>
                  <a:cubicBezTo>
                    <a:pt x="358564" y="103649"/>
                    <a:pt x="360781" y="105128"/>
                    <a:pt x="362259" y="107344"/>
                  </a:cubicBezTo>
                  <a:lnTo>
                    <a:pt x="373344" y="137644"/>
                  </a:lnTo>
                  <a:cubicBezTo>
                    <a:pt x="374083" y="139861"/>
                    <a:pt x="373344" y="142817"/>
                    <a:pt x="371127" y="143556"/>
                  </a:cubicBezTo>
                  <a:lnTo>
                    <a:pt x="340089" y="158336"/>
                  </a:lnTo>
                  <a:cubicBezTo>
                    <a:pt x="342062" y="169177"/>
                    <a:pt x="343045" y="180011"/>
                    <a:pt x="343045" y="190852"/>
                  </a:cubicBezTo>
                  <a:lnTo>
                    <a:pt x="376300" y="198242"/>
                  </a:lnTo>
                  <a:cubicBezTo>
                    <a:pt x="379256" y="198982"/>
                    <a:pt x="380734" y="201938"/>
                    <a:pt x="380734" y="204155"/>
                  </a:cubicBezTo>
                  <a:lnTo>
                    <a:pt x="375561" y="235932"/>
                  </a:lnTo>
                  <a:cubicBezTo>
                    <a:pt x="374823" y="238888"/>
                    <a:pt x="372605" y="240366"/>
                    <a:pt x="369649" y="240366"/>
                  </a:cubicBezTo>
                  <a:lnTo>
                    <a:pt x="335655" y="237410"/>
                  </a:lnTo>
                  <a:cubicBezTo>
                    <a:pt x="332204" y="247756"/>
                    <a:pt x="327770" y="257607"/>
                    <a:pt x="322353" y="266971"/>
                  </a:cubicBezTo>
                  <a:lnTo>
                    <a:pt x="347479" y="290619"/>
                  </a:lnTo>
                  <a:cubicBezTo>
                    <a:pt x="348957" y="292097"/>
                    <a:pt x="349696" y="295053"/>
                    <a:pt x="347479" y="297270"/>
                  </a:cubicBezTo>
                  <a:lnTo>
                    <a:pt x="327526" y="322396"/>
                  </a:lnTo>
                  <a:cubicBezTo>
                    <a:pt x="326048" y="324613"/>
                    <a:pt x="323092" y="324613"/>
                    <a:pt x="320875" y="323135"/>
                  </a:cubicBezTo>
                  <a:lnTo>
                    <a:pt x="292792" y="303921"/>
                  </a:lnTo>
                  <a:cubicBezTo>
                    <a:pt x="284419" y="311311"/>
                    <a:pt x="275551" y="317718"/>
                    <a:pt x="266188" y="323135"/>
                  </a:cubicBezTo>
                  <a:lnTo>
                    <a:pt x="275795" y="355652"/>
                  </a:lnTo>
                  <a:cubicBezTo>
                    <a:pt x="276534" y="358607"/>
                    <a:pt x="275795" y="360824"/>
                    <a:pt x="272839" y="361564"/>
                  </a:cubicBezTo>
                  <a:lnTo>
                    <a:pt x="243279" y="373388"/>
                  </a:lnTo>
                  <a:cubicBezTo>
                    <a:pt x="240323" y="374127"/>
                    <a:pt x="237367" y="373388"/>
                    <a:pt x="236628" y="370432"/>
                  </a:cubicBezTo>
                  <a:lnTo>
                    <a:pt x="221848" y="340132"/>
                  </a:lnTo>
                  <a:cubicBezTo>
                    <a:pt x="211006" y="342106"/>
                    <a:pt x="200173" y="343088"/>
                    <a:pt x="189331" y="343088"/>
                  </a:cubicBezTo>
                  <a:lnTo>
                    <a:pt x="181941" y="376344"/>
                  </a:lnTo>
                  <a:cubicBezTo>
                    <a:pt x="181202" y="379300"/>
                    <a:pt x="178985" y="380778"/>
                    <a:pt x="176029" y="380039"/>
                  </a:cubicBezTo>
                  <a:lnTo>
                    <a:pt x="144252" y="374866"/>
                  </a:lnTo>
                  <a:cubicBezTo>
                    <a:pt x="141296" y="374866"/>
                    <a:pt x="139817" y="372649"/>
                    <a:pt x="139817" y="369693"/>
                  </a:cubicBezTo>
                  <a:lnTo>
                    <a:pt x="142774" y="335698"/>
                  </a:lnTo>
                  <a:cubicBezTo>
                    <a:pt x="132427" y="332247"/>
                    <a:pt x="122577" y="327813"/>
                    <a:pt x="113213" y="322396"/>
                  </a:cubicBezTo>
                  <a:lnTo>
                    <a:pt x="89565" y="347522"/>
                  </a:lnTo>
                  <a:cubicBezTo>
                    <a:pt x="88087" y="349000"/>
                    <a:pt x="85131" y="349739"/>
                    <a:pt x="82914" y="347522"/>
                  </a:cubicBezTo>
                  <a:lnTo>
                    <a:pt x="57788" y="327569"/>
                  </a:lnTo>
                  <a:cubicBezTo>
                    <a:pt x="55571" y="326091"/>
                    <a:pt x="55571" y="323135"/>
                    <a:pt x="57049" y="320918"/>
                  </a:cubicBezTo>
                  <a:lnTo>
                    <a:pt x="76263" y="292097"/>
                  </a:lnTo>
                  <a:cubicBezTo>
                    <a:pt x="68873" y="284211"/>
                    <a:pt x="62717" y="275595"/>
                    <a:pt x="57788" y="266231"/>
                  </a:cubicBezTo>
                  <a:lnTo>
                    <a:pt x="24532" y="275838"/>
                  </a:lnTo>
                  <a:cubicBezTo>
                    <a:pt x="22315" y="276578"/>
                    <a:pt x="19359" y="275100"/>
                    <a:pt x="18620" y="272883"/>
                  </a:cubicBezTo>
                  <a:lnTo>
                    <a:pt x="6796" y="242583"/>
                  </a:lnTo>
                  <a:cubicBezTo>
                    <a:pt x="6057" y="240366"/>
                    <a:pt x="6796" y="237410"/>
                    <a:pt x="9752" y="236671"/>
                  </a:cubicBezTo>
                  <a:lnTo>
                    <a:pt x="40791" y="221891"/>
                  </a:lnTo>
                  <a:cubicBezTo>
                    <a:pt x="38330" y="211050"/>
                    <a:pt x="37095" y="200216"/>
                    <a:pt x="37095" y="189375"/>
                  </a:cubicBezTo>
                  <a:lnTo>
                    <a:pt x="3840" y="181985"/>
                  </a:lnTo>
                  <a:cubicBezTo>
                    <a:pt x="1623" y="181245"/>
                    <a:pt x="-594" y="178290"/>
                    <a:pt x="145" y="176072"/>
                  </a:cubicBezTo>
                  <a:lnTo>
                    <a:pt x="5318" y="144295"/>
                  </a:lnTo>
                  <a:cubicBezTo>
                    <a:pt x="5318" y="141339"/>
                    <a:pt x="7535" y="139861"/>
                    <a:pt x="10491" y="139861"/>
                  </a:cubicBezTo>
                  <a:lnTo>
                    <a:pt x="44486" y="142817"/>
                  </a:lnTo>
                  <a:cubicBezTo>
                    <a:pt x="47937" y="132471"/>
                    <a:pt x="52371" y="122620"/>
                    <a:pt x="57788" y="113256"/>
                  </a:cubicBezTo>
                  <a:lnTo>
                    <a:pt x="32661" y="89609"/>
                  </a:lnTo>
                  <a:cubicBezTo>
                    <a:pt x="31183" y="88130"/>
                    <a:pt x="31183" y="84435"/>
                    <a:pt x="32661" y="82957"/>
                  </a:cubicBezTo>
                  <a:lnTo>
                    <a:pt x="52614" y="57831"/>
                  </a:lnTo>
                  <a:cubicBezTo>
                    <a:pt x="54831" y="55614"/>
                    <a:pt x="57788" y="55614"/>
                    <a:pt x="60005" y="57092"/>
                  </a:cubicBezTo>
                  <a:lnTo>
                    <a:pt x="88087" y="76306"/>
                  </a:lnTo>
                  <a:cubicBezTo>
                    <a:pt x="95972" y="68916"/>
                    <a:pt x="104589" y="62509"/>
                    <a:pt x="113952" y="57092"/>
                  </a:cubicBezTo>
                  <a:lnTo>
                    <a:pt x="104345" y="24575"/>
                  </a:lnTo>
                  <a:cubicBezTo>
                    <a:pt x="103606" y="21620"/>
                    <a:pt x="105084" y="19403"/>
                    <a:pt x="107301" y="18663"/>
                  </a:cubicBezTo>
                  <a:lnTo>
                    <a:pt x="137600" y="6839"/>
                  </a:lnTo>
                  <a:cubicBezTo>
                    <a:pt x="139817" y="6100"/>
                    <a:pt x="142774" y="6839"/>
                    <a:pt x="143512" y="9056"/>
                  </a:cubicBezTo>
                  <a:lnTo>
                    <a:pt x="158293" y="40095"/>
                  </a:lnTo>
                  <a:cubicBezTo>
                    <a:pt x="169134" y="38122"/>
                    <a:pt x="179968" y="37139"/>
                    <a:pt x="190809" y="37139"/>
                  </a:cubicBezTo>
                  <a:lnTo>
                    <a:pt x="198938" y="3883"/>
                  </a:lnTo>
                  <a:cubicBezTo>
                    <a:pt x="198938" y="928"/>
                    <a:pt x="201894" y="-551"/>
                    <a:pt x="204111" y="188"/>
                  </a:cubicBezTo>
                  <a:lnTo>
                    <a:pt x="235889" y="5361"/>
                  </a:lnTo>
                  <a:cubicBezTo>
                    <a:pt x="238845" y="5361"/>
                    <a:pt x="240323" y="7578"/>
                    <a:pt x="240323" y="10535"/>
                  </a:cubicBezTo>
                  <a:lnTo>
                    <a:pt x="237367" y="44529"/>
                  </a:lnTo>
                  <a:cubicBezTo>
                    <a:pt x="247713" y="47980"/>
                    <a:pt x="257564" y="52414"/>
                    <a:pt x="266927" y="57831"/>
                  </a:cubicBezTo>
                  <a:lnTo>
                    <a:pt x="290575" y="32705"/>
                  </a:lnTo>
                  <a:cubicBezTo>
                    <a:pt x="292792" y="31227"/>
                    <a:pt x="295748" y="30488"/>
                    <a:pt x="297227" y="32705"/>
                  </a:cubicBezTo>
                  <a:lnTo>
                    <a:pt x="322353" y="52658"/>
                  </a:lnTo>
                  <a:cubicBezTo>
                    <a:pt x="324570" y="54136"/>
                    <a:pt x="325309" y="57092"/>
                    <a:pt x="323831" y="59309"/>
                  </a:cubicBezTo>
                  <a:lnTo>
                    <a:pt x="303877" y="87391"/>
                  </a:lnTo>
                  <a:cubicBezTo>
                    <a:pt x="311267" y="95764"/>
                    <a:pt x="317675" y="104632"/>
                    <a:pt x="323092" y="113996"/>
                  </a:cubicBezTo>
                  <a:close/>
                  <a:moveTo>
                    <a:pt x="179724" y="254407"/>
                  </a:moveTo>
                  <a:cubicBezTo>
                    <a:pt x="215196" y="259581"/>
                    <a:pt x="248452" y="235932"/>
                    <a:pt x="253625" y="200460"/>
                  </a:cubicBezTo>
                  <a:cubicBezTo>
                    <a:pt x="259537" y="164987"/>
                    <a:pt x="235150" y="131732"/>
                    <a:pt x="200416" y="126559"/>
                  </a:cubicBezTo>
                  <a:cubicBezTo>
                    <a:pt x="164944" y="120647"/>
                    <a:pt x="131688" y="145034"/>
                    <a:pt x="125777" y="179767"/>
                  </a:cubicBezTo>
                  <a:cubicBezTo>
                    <a:pt x="120603" y="215240"/>
                    <a:pt x="144252" y="248495"/>
                    <a:pt x="179724" y="254407"/>
                  </a:cubicBezTo>
                  <a:close/>
                </a:path>
              </a:pathLst>
            </a:custGeom>
            <a:solidFill>
              <a:srgbClr val="B7D9F9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3234BF2-AD1A-E361-BD95-003E82A2DC03}"/>
                </a:ext>
              </a:extLst>
            </p:cNvPr>
            <p:cNvSpPr/>
            <p:nvPr/>
          </p:nvSpPr>
          <p:spPr>
            <a:xfrm>
              <a:off x="3870851" y="3945296"/>
              <a:ext cx="683809" cy="683809"/>
            </a:xfrm>
            <a:custGeom>
              <a:avLst/>
              <a:gdLst>
                <a:gd name="connsiteX0" fmla="*/ 640095 w 683809"/>
                <a:gd name="connsiteY0" fmla="*/ 187821 h 683809"/>
                <a:gd name="connsiteX1" fmla="*/ 651180 w 683809"/>
                <a:gd name="connsiteY1" fmla="*/ 192994 h 683809"/>
                <a:gd name="connsiteX2" fmla="*/ 671872 w 683809"/>
                <a:gd name="connsiteY2" fmla="*/ 246942 h 683809"/>
                <a:gd name="connsiteX3" fmla="*/ 666699 w 683809"/>
                <a:gd name="connsiteY3" fmla="*/ 258766 h 683809"/>
                <a:gd name="connsiteX4" fmla="*/ 611273 w 683809"/>
                <a:gd name="connsiteY4" fmla="*/ 284632 h 683809"/>
                <a:gd name="connsiteX5" fmla="*/ 617185 w 683809"/>
                <a:gd name="connsiteY5" fmla="*/ 343013 h 683809"/>
                <a:gd name="connsiteX6" fmla="*/ 677045 w 683809"/>
                <a:gd name="connsiteY6" fmla="*/ 357054 h 683809"/>
                <a:gd name="connsiteX7" fmla="*/ 683696 w 683809"/>
                <a:gd name="connsiteY7" fmla="*/ 367401 h 683809"/>
                <a:gd name="connsiteX8" fmla="*/ 674828 w 683809"/>
                <a:gd name="connsiteY8" fmla="*/ 424304 h 683809"/>
                <a:gd name="connsiteX9" fmla="*/ 665221 w 683809"/>
                <a:gd name="connsiteY9" fmla="*/ 432433 h 683809"/>
                <a:gd name="connsiteX10" fmla="*/ 603883 w 683809"/>
                <a:gd name="connsiteY10" fmla="*/ 427260 h 683809"/>
                <a:gd name="connsiteX11" fmla="*/ 580235 w 683809"/>
                <a:gd name="connsiteY11" fmla="*/ 480469 h 683809"/>
                <a:gd name="connsiteX12" fmla="*/ 624576 w 683809"/>
                <a:gd name="connsiteY12" fmla="*/ 522592 h 683809"/>
                <a:gd name="connsiteX13" fmla="*/ 625314 w 683809"/>
                <a:gd name="connsiteY13" fmla="*/ 535155 h 683809"/>
                <a:gd name="connsiteX14" fmla="*/ 589103 w 683809"/>
                <a:gd name="connsiteY14" fmla="*/ 579496 h 683809"/>
                <a:gd name="connsiteX15" fmla="*/ 576540 w 683809"/>
                <a:gd name="connsiteY15" fmla="*/ 581713 h 683809"/>
                <a:gd name="connsiteX16" fmla="*/ 526288 w 683809"/>
                <a:gd name="connsiteY16" fmla="*/ 546980 h 683809"/>
                <a:gd name="connsiteX17" fmla="*/ 478991 w 683809"/>
                <a:gd name="connsiteY17" fmla="*/ 580974 h 683809"/>
                <a:gd name="connsiteX18" fmla="*/ 496727 w 683809"/>
                <a:gd name="connsiteY18" fmla="*/ 639356 h 683809"/>
                <a:gd name="connsiteX19" fmla="*/ 490815 w 683809"/>
                <a:gd name="connsiteY19" fmla="*/ 650441 h 683809"/>
                <a:gd name="connsiteX20" fmla="*/ 436867 w 683809"/>
                <a:gd name="connsiteY20" fmla="*/ 671133 h 683809"/>
                <a:gd name="connsiteX21" fmla="*/ 425782 w 683809"/>
                <a:gd name="connsiteY21" fmla="*/ 666699 h 683809"/>
                <a:gd name="connsiteX22" fmla="*/ 399178 w 683809"/>
                <a:gd name="connsiteY22" fmla="*/ 611273 h 683809"/>
                <a:gd name="connsiteX23" fmla="*/ 340796 w 683809"/>
                <a:gd name="connsiteY23" fmla="*/ 617185 h 683809"/>
                <a:gd name="connsiteX24" fmla="*/ 326755 w 683809"/>
                <a:gd name="connsiteY24" fmla="*/ 677045 h 683809"/>
                <a:gd name="connsiteX25" fmla="*/ 316409 w 683809"/>
                <a:gd name="connsiteY25" fmla="*/ 683696 h 683809"/>
                <a:gd name="connsiteX26" fmla="*/ 259505 w 683809"/>
                <a:gd name="connsiteY26" fmla="*/ 674828 h 683809"/>
                <a:gd name="connsiteX27" fmla="*/ 252115 w 683809"/>
                <a:gd name="connsiteY27" fmla="*/ 665221 h 683809"/>
                <a:gd name="connsiteX28" fmla="*/ 256549 w 683809"/>
                <a:gd name="connsiteY28" fmla="*/ 603883 h 683809"/>
                <a:gd name="connsiteX29" fmla="*/ 203341 w 683809"/>
                <a:gd name="connsiteY29" fmla="*/ 579496 h 683809"/>
                <a:gd name="connsiteX30" fmla="*/ 161217 w 683809"/>
                <a:gd name="connsiteY30" fmla="*/ 624576 h 683809"/>
                <a:gd name="connsiteX31" fmla="*/ 149393 w 683809"/>
                <a:gd name="connsiteY31" fmla="*/ 625315 h 683809"/>
                <a:gd name="connsiteX32" fmla="*/ 104313 w 683809"/>
                <a:gd name="connsiteY32" fmla="*/ 589103 h 683809"/>
                <a:gd name="connsiteX33" fmla="*/ 102096 w 683809"/>
                <a:gd name="connsiteY33" fmla="*/ 576540 h 683809"/>
                <a:gd name="connsiteX34" fmla="*/ 137569 w 683809"/>
                <a:gd name="connsiteY34" fmla="*/ 525548 h 683809"/>
                <a:gd name="connsiteX35" fmla="*/ 103574 w 683809"/>
                <a:gd name="connsiteY35" fmla="*/ 478991 h 683809"/>
                <a:gd name="connsiteX36" fmla="*/ 44454 w 683809"/>
                <a:gd name="connsiteY36" fmla="*/ 495988 h 683809"/>
                <a:gd name="connsiteX37" fmla="*/ 33369 w 683809"/>
                <a:gd name="connsiteY37" fmla="*/ 490815 h 683809"/>
                <a:gd name="connsiteX38" fmla="*/ 12676 w 683809"/>
                <a:gd name="connsiteY38" fmla="*/ 436867 h 683809"/>
                <a:gd name="connsiteX39" fmla="*/ 17110 w 683809"/>
                <a:gd name="connsiteY39" fmla="*/ 425043 h 683809"/>
                <a:gd name="connsiteX40" fmla="*/ 72536 w 683809"/>
                <a:gd name="connsiteY40" fmla="*/ 399178 h 683809"/>
                <a:gd name="connsiteX41" fmla="*/ 66624 w 683809"/>
                <a:gd name="connsiteY41" fmla="*/ 341535 h 683809"/>
                <a:gd name="connsiteX42" fmla="*/ 6764 w 683809"/>
                <a:gd name="connsiteY42" fmla="*/ 326755 h 683809"/>
                <a:gd name="connsiteX43" fmla="*/ 113 w 683809"/>
                <a:gd name="connsiteY43" fmla="*/ 316409 h 683809"/>
                <a:gd name="connsiteX44" fmla="*/ 8981 w 683809"/>
                <a:gd name="connsiteY44" fmla="*/ 259505 h 683809"/>
                <a:gd name="connsiteX45" fmla="*/ 19327 w 683809"/>
                <a:gd name="connsiteY45" fmla="*/ 251376 h 683809"/>
                <a:gd name="connsiteX46" fmla="*/ 80665 w 683809"/>
                <a:gd name="connsiteY46" fmla="*/ 256549 h 683809"/>
                <a:gd name="connsiteX47" fmla="*/ 104313 w 683809"/>
                <a:gd name="connsiteY47" fmla="*/ 204080 h 683809"/>
                <a:gd name="connsiteX48" fmla="*/ 59234 w 683809"/>
                <a:gd name="connsiteY48" fmla="*/ 161217 h 683809"/>
                <a:gd name="connsiteX49" fmla="*/ 58495 w 683809"/>
                <a:gd name="connsiteY49" fmla="*/ 148654 h 683809"/>
                <a:gd name="connsiteX50" fmla="*/ 95445 w 683809"/>
                <a:gd name="connsiteY50" fmla="*/ 104313 h 683809"/>
                <a:gd name="connsiteX51" fmla="*/ 107269 w 683809"/>
                <a:gd name="connsiteY51" fmla="*/ 102096 h 683809"/>
                <a:gd name="connsiteX52" fmla="*/ 157522 w 683809"/>
                <a:gd name="connsiteY52" fmla="*/ 137569 h 683809"/>
                <a:gd name="connsiteX53" fmla="*/ 204819 w 683809"/>
                <a:gd name="connsiteY53" fmla="*/ 102835 h 683809"/>
                <a:gd name="connsiteX54" fmla="*/ 187821 w 683809"/>
                <a:gd name="connsiteY54" fmla="*/ 44454 h 683809"/>
                <a:gd name="connsiteX55" fmla="*/ 192994 w 683809"/>
                <a:gd name="connsiteY55" fmla="*/ 33369 h 683809"/>
                <a:gd name="connsiteX56" fmla="*/ 246942 w 683809"/>
                <a:gd name="connsiteY56" fmla="*/ 12676 h 683809"/>
                <a:gd name="connsiteX57" fmla="*/ 258766 w 683809"/>
                <a:gd name="connsiteY57" fmla="*/ 17110 h 683809"/>
                <a:gd name="connsiteX58" fmla="*/ 284632 w 683809"/>
                <a:gd name="connsiteY58" fmla="*/ 72536 h 683809"/>
                <a:gd name="connsiteX59" fmla="*/ 343013 w 683809"/>
                <a:gd name="connsiteY59" fmla="*/ 66624 h 683809"/>
                <a:gd name="connsiteX60" fmla="*/ 357054 w 683809"/>
                <a:gd name="connsiteY60" fmla="*/ 6764 h 683809"/>
                <a:gd name="connsiteX61" fmla="*/ 367401 w 683809"/>
                <a:gd name="connsiteY61" fmla="*/ 113 h 683809"/>
                <a:gd name="connsiteX62" fmla="*/ 424304 w 683809"/>
                <a:gd name="connsiteY62" fmla="*/ 8981 h 683809"/>
                <a:gd name="connsiteX63" fmla="*/ 432433 w 683809"/>
                <a:gd name="connsiteY63" fmla="*/ 18588 h 683809"/>
                <a:gd name="connsiteX64" fmla="*/ 427260 w 683809"/>
                <a:gd name="connsiteY64" fmla="*/ 79926 h 683809"/>
                <a:gd name="connsiteX65" fmla="*/ 480469 w 683809"/>
                <a:gd name="connsiteY65" fmla="*/ 103574 h 683809"/>
                <a:gd name="connsiteX66" fmla="*/ 522592 w 683809"/>
                <a:gd name="connsiteY66" fmla="*/ 59234 h 683809"/>
                <a:gd name="connsiteX67" fmla="*/ 535155 w 683809"/>
                <a:gd name="connsiteY67" fmla="*/ 58495 h 683809"/>
                <a:gd name="connsiteX68" fmla="*/ 580235 w 683809"/>
                <a:gd name="connsiteY68" fmla="*/ 94706 h 683809"/>
                <a:gd name="connsiteX69" fmla="*/ 581713 w 683809"/>
                <a:gd name="connsiteY69" fmla="*/ 107269 h 683809"/>
                <a:gd name="connsiteX70" fmla="*/ 546980 w 683809"/>
                <a:gd name="connsiteY70" fmla="*/ 157522 h 683809"/>
                <a:gd name="connsiteX71" fmla="*/ 580974 w 683809"/>
                <a:gd name="connsiteY71" fmla="*/ 204819 h 683809"/>
                <a:gd name="connsiteX72" fmla="*/ 323799 w 683809"/>
                <a:gd name="connsiteY72" fmla="*/ 456820 h 683809"/>
                <a:gd name="connsiteX73" fmla="*/ 456820 w 683809"/>
                <a:gd name="connsiteY73" fmla="*/ 360749 h 683809"/>
                <a:gd name="connsiteX74" fmla="*/ 360749 w 683809"/>
                <a:gd name="connsiteY74" fmla="*/ 227728 h 683809"/>
                <a:gd name="connsiteX75" fmla="*/ 227728 w 683809"/>
                <a:gd name="connsiteY75" fmla="*/ 323799 h 683809"/>
                <a:gd name="connsiteX76" fmla="*/ 323799 w 683809"/>
                <a:gd name="connsiteY76" fmla="*/ 456820 h 683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83809" h="683809">
                  <a:moveTo>
                    <a:pt x="640095" y="187821"/>
                  </a:moveTo>
                  <a:cubicBezTo>
                    <a:pt x="644529" y="186343"/>
                    <a:pt x="648963" y="188560"/>
                    <a:pt x="651180" y="192994"/>
                  </a:cubicBezTo>
                  <a:lnTo>
                    <a:pt x="671872" y="246942"/>
                  </a:lnTo>
                  <a:cubicBezTo>
                    <a:pt x="673350" y="251376"/>
                    <a:pt x="671133" y="256549"/>
                    <a:pt x="666699" y="258766"/>
                  </a:cubicBezTo>
                  <a:lnTo>
                    <a:pt x="611273" y="284632"/>
                  </a:lnTo>
                  <a:cubicBezTo>
                    <a:pt x="615212" y="303846"/>
                    <a:pt x="617185" y="323304"/>
                    <a:pt x="617185" y="343013"/>
                  </a:cubicBezTo>
                  <a:lnTo>
                    <a:pt x="677045" y="357054"/>
                  </a:lnTo>
                  <a:cubicBezTo>
                    <a:pt x="681479" y="357793"/>
                    <a:pt x="684435" y="362966"/>
                    <a:pt x="683696" y="367401"/>
                  </a:cubicBezTo>
                  <a:lnTo>
                    <a:pt x="674828" y="424304"/>
                  </a:lnTo>
                  <a:cubicBezTo>
                    <a:pt x="674089" y="429477"/>
                    <a:pt x="669655" y="432433"/>
                    <a:pt x="665221" y="432433"/>
                  </a:cubicBezTo>
                  <a:lnTo>
                    <a:pt x="603883" y="427260"/>
                  </a:lnTo>
                  <a:cubicBezTo>
                    <a:pt x="597476" y="445979"/>
                    <a:pt x="589598" y="463715"/>
                    <a:pt x="580235" y="480469"/>
                  </a:cubicBezTo>
                  <a:lnTo>
                    <a:pt x="624576" y="522592"/>
                  </a:lnTo>
                  <a:cubicBezTo>
                    <a:pt x="628271" y="525548"/>
                    <a:pt x="628271" y="531460"/>
                    <a:pt x="625314" y="535155"/>
                  </a:cubicBezTo>
                  <a:lnTo>
                    <a:pt x="589103" y="579496"/>
                  </a:lnTo>
                  <a:cubicBezTo>
                    <a:pt x="586147" y="583191"/>
                    <a:pt x="580974" y="583930"/>
                    <a:pt x="576540" y="581713"/>
                  </a:cubicBezTo>
                  <a:lnTo>
                    <a:pt x="526288" y="546980"/>
                  </a:lnTo>
                  <a:cubicBezTo>
                    <a:pt x="511507" y="559787"/>
                    <a:pt x="495744" y="571123"/>
                    <a:pt x="478991" y="580974"/>
                  </a:cubicBezTo>
                  <a:lnTo>
                    <a:pt x="496727" y="639356"/>
                  </a:lnTo>
                  <a:cubicBezTo>
                    <a:pt x="497466" y="644529"/>
                    <a:pt x="495249" y="648963"/>
                    <a:pt x="490815" y="650441"/>
                  </a:cubicBezTo>
                  <a:lnTo>
                    <a:pt x="436867" y="671133"/>
                  </a:lnTo>
                  <a:cubicBezTo>
                    <a:pt x="432433" y="673350"/>
                    <a:pt x="427260" y="671133"/>
                    <a:pt x="425782" y="666699"/>
                  </a:cubicBezTo>
                  <a:lnTo>
                    <a:pt x="399178" y="611273"/>
                  </a:lnTo>
                  <a:cubicBezTo>
                    <a:pt x="379963" y="615212"/>
                    <a:pt x="360505" y="617185"/>
                    <a:pt x="340796" y="617185"/>
                  </a:cubicBezTo>
                  <a:lnTo>
                    <a:pt x="326755" y="677045"/>
                  </a:lnTo>
                  <a:cubicBezTo>
                    <a:pt x="326016" y="681479"/>
                    <a:pt x="321582" y="684435"/>
                    <a:pt x="316409" y="683696"/>
                  </a:cubicBezTo>
                  <a:lnTo>
                    <a:pt x="259505" y="674828"/>
                  </a:lnTo>
                  <a:cubicBezTo>
                    <a:pt x="255071" y="674089"/>
                    <a:pt x="251376" y="669655"/>
                    <a:pt x="252115" y="665221"/>
                  </a:cubicBezTo>
                  <a:lnTo>
                    <a:pt x="256549" y="603883"/>
                  </a:lnTo>
                  <a:cubicBezTo>
                    <a:pt x="238318" y="597476"/>
                    <a:pt x="220582" y="589347"/>
                    <a:pt x="203341" y="579496"/>
                  </a:cubicBezTo>
                  <a:lnTo>
                    <a:pt x="161217" y="624576"/>
                  </a:lnTo>
                  <a:cubicBezTo>
                    <a:pt x="158261" y="628271"/>
                    <a:pt x="153088" y="628271"/>
                    <a:pt x="149393" y="625315"/>
                  </a:cubicBezTo>
                  <a:lnTo>
                    <a:pt x="104313" y="589103"/>
                  </a:lnTo>
                  <a:cubicBezTo>
                    <a:pt x="100618" y="585408"/>
                    <a:pt x="99879" y="580235"/>
                    <a:pt x="102096" y="576540"/>
                  </a:cubicBezTo>
                  <a:lnTo>
                    <a:pt x="137569" y="525548"/>
                  </a:lnTo>
                  <a:cubicBezTo>
                    <a:pt x="124267" y="511263"/>
                    <a:pt x="112937" y="495744"/>
                    <a:pt x="103574" y="478991"/>
                  </a:cubicBezTo>
                  <a:lnTo>
                    <a:pt x="44454" y="495988"/>
                  </a:lnTo>
                  <a:cubicBezTo>
                    <a:pt x="40019" y="497466"/>
                    <a:pt x="34847" y="495249"/>
                    <a:pt x="33369" y="490815"/>
                  </a:cubicBezTo>
                  <a:lnTo>
                    <a:pt x="12676" y="436867"/>
                  </a:lnTo>
                  <a:cubicBezTo>
                    <a:pt x="11198" y="432433"/>
                    <a:pt x="12676" y="427260"/>
                    <a:pt x="17110" y="425043"/>
                  </a:cubicBezTo>
                  <a:lnTo>
                    <a:pt x="72536" y="399178"/>
                  </a:lnTo>
                  <a:cubicBezTo>
                    <a:pt x="68597" y="379964"/>
                    <a:pt x="66624" y="360749"/>
                    <a:pt x="66624" y="341535"/>
                  </a:cubicBezTo>
                  <a:lnTo>
                    <a:pt x="6764" y="326755"/>
                  </a:lnTo>
                  <a:cubicBezTo>
                    <a:pt x="2330" y="325277"/>
                    <a:pt x="-626" y="320843"/>
                    <a:pt x="113" y="316409"/>
                  </a:cubicBezTo>
                  <a:lnTo>
                    <a:pt x="8981" y="259505"/>
                  </a:lnTo>
                  <a:cubicBezTo>
                    <a:pt x="9720" y="254332"/>
                    <a:pt x="14154" y="251376"/>
                    <a:pt x="19327" y="251376"/>
                  </a:cubicBezTo>
                  <a:lnTo>
                    <a:pt x="80665" y="256549"/>
                  </a:lnTo>
                  <a:cubicBezTo>
                    <a:pt x="86577" y="238318"/>
                    <a:pt x="94462" y="220833"/>
                    <a:pt x="104313" y="204080"/>
                  </a:cubicBezTo>
                  <a:lnTo>
                    <a:pt x="59234" y="161217"/>
                  </a:lnTo>
                  <a:cubicBezTo>
                    <a:pt x="56278" y="158261"/>
                    <a:pt x="55539" y="152349"/>
                    <a:pt x="58495" y="148654"/>
                  </a:cubicBezTo>
                  <a:lnTo>
                    <a:pt x="95445" y="104313"/>
                  </a:lnTo>
                  <a:cubicBezTo>
                    <a:pt x="98401" y="100618"/>
                    <a:pt x="103574" y="99879"/>
                    <a:pt x="107269" y="102096"/>
                  </a:cubicBezTo>
                  <a:lnTo>
                    <a:pt x="157522" y="137569"/>
                  </a:lnTo>
                  <a:cubicBezTo>
                    <a:pt x="172302" y="124267"/>
                    <a:pt x="188065" y="112686"/>
                    <a:pt x="204819" y="102835"/>
                  </a:cubicBezTo>
                  <a:lnTo>
                    <a:pt x="187821" y="44454"/>
                  </a:lnTo>
                  <a:cubicBezTo>
                    <a:pt x="186344" y="39281"/>
                    <a:pt x="188560" y="34847"/>
                    <a:pt x="192994" y="33369"/>
                  </a:cubicBezTo>
                  <a:lnTo>
                    <a:pt x="246942" y="12676"/>
                  </a:lnTo>
                  <a:cubicBezTo>
                    <a:pt x="251376" y="10459"/>
                    <a:pt x="256549" y="12676"/>
                    <a:pt x="258766" y="17110"/>
                  </a:cubicBezTo>
                  <a:lnTo>
                    <a:pt x="284632" y="72536"/>
                  </a:lnTo>
                  <a:cubicBezTo>
                    <a:pt x="303846" y="68597"/>
                    <a:pt x="323304" y="66624"/>
                    <a:pt x="343013" y="66624"/>
                  </a:cubicBezTo>
                  <a:lnTo>
                    <a:pt x="357054" y="6764"/>
                  </a:lnTo>
                  <a:cubicBezTo>
                    <a:pt x="358532" y="2330"/>
                    <a:pt x="362966" y="-626"/>
                    <a:pt x="367401" y="113"/>
                  </a:cubicBezTo>
                  <a:lnTo>
                    <a:pt x="424304" y="8981"/>
                  </a:lnTo>
                  <a:cubicBezTo>
                    <a:pt x="429477" y="9720"/>
                    <a:pt x="432433" y="14154"/>
                    <a:pt x="432433" y="18588"/>
                  </a:cubicBezTo>
                  <a:lnTo>
                    <a:pt x="427260" y="79926"/>
                  </a:lnTo>
                  <a:cubicBezTo>
                    <a:pt x="445491" y="86333"/>
                    <a:pt x="463228" y="94211"/>
                    <a:pt x="480469" y="103574"/>
                  </a:cubicBezTo>
                  <a:lnTo>
                    <a:pt x="522592" y="59234"/>
                  </a:lnTo>
                  <a:cubicBezTo>
                    <a:pt x="526288" y="55539"/>
                    <a:pt x="531460" y="55539"/>
                    <a:pt x="535155" y="58495"/>
                  </a:cubicBezTo>
                  <a:lnTo>
                    <a:pt x="580235" y="94706"/>
                  </a:lnTo>
                  <a:cubicBezTo>
                    <a:pt x="583930" y="97662"/>
                    <a:pt x="584669" y="103574"/>
                    <a:pt x="581713" y="107269"/>
                  </a:cubicBezTo>
                  <a:lnTo>
                    <a:pt x="546980" y="157522"/>
                  </a:lnTo>
                  <a:cubicBezTo>
                    <a:pt x="559786" y="172302"/>
                    <a:pt x="571123" y="188065"/>
                    <a:pt x="580974" y="204819"/>
                  </a:cubicBezTo>
                  <a:close/>
                  <a:moveTo>
                    <a:pt x="323799" y="456820"/>
                  </a:moveTo>
                  <a:cubicBezTo>
                    <a:pt x="387354" y="467167"/>
                    <a:pt x="447213" y="424304"/>
                    <a:pt x="456820" y="360749"/>
                  </a:cubicBezTo>
                  <a:cubicBezTo>
                    <a:pt x="467167" y="297195"/>
                    <a:pt x="424304" y="238074"/>
                    <a:pt x="360749" y="227728"/>
                  </a:cubicBezTo>
                  <a:cubicBezTo>
                    <a:pt x="297195" y="217382"/>
                    <a:pt x="237335" y="260983"/>
                    <a:pt x="227728" y="323799"/>
                  </a:cubicBezTo>
                  <a:cubicBezTo>
                    <a:pt x="217382" y="387354"/>
                    <a:pt x="260244" y="447213"/>
                    <a:pt x="323799" y="456820"/>
                  </a:cubicBezTo>
                  <a:close/>
                </a:path>
              </a:pathLst>
            </a:custGeom>
            <a:solidFill>
              <a:srgbClr val="B7D9F9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FD8FD9E-6D1F-B1E5-61E3-C60F9F40425C}"/>
                </a:ext>
              </a:extLst>
            </p:cNvPr>
            <p:cNvSpPr/>
            <p:nvPr/>
          </p:nvSpPr>
          <p:spPr>
            <a:xfrm>
              <a:off x="7561459" y="5240039"/>
              <a:ext cx="652771" cy="652770"/>
            </a:xfrm>
            <a:custGeom>
              <a:avLst/>
              <a:gdLst>
                <a:gd name="connsiteX0" fmla="*/ 610534 w 652771"/>
                <a:gd name="connsiteY0" fmla="*/ 178953 h 652770"/>
                <a:gd name="connsiteX1" fmla="*/ 620880 w 652771"/>
                <a:gd name="connsiteY1" fmla="*/ 184126 h 652770"/>
                <a:gd name="connsiteX2" fmla="*/ 640834 w 652771"/>
                <a:gd name="connsiteY2" fmla="*/ 235857 h 652770"/>
                <a:gd name="connsiteX3" fmla="*/ 636399 w 652771"/>
                <a:gd name="connsiteY3" fmla="*/ 246942 h 652770"/>
                <a:gd name="connsiteX4" fmla="*/ 583191 w 652771"/>
                <a:gd name="connsiteY4" fmla="*/ 272068 h 652770"/>
                <a:gd name="connsiteX5" fmla="*/ 589104 w 652771"/>
                <a:gd name="connsiteY5" fmla="*/ 327494 h 652770"/>
                <a:gd name="connsiteX6" fmla="*/ 646007 w 652771"/>
                <a:gd name="connsiteY6" fmla="*/ 340796 h 652770"/>
                <a:gd name="connsiteX7" fmla="*/ 652658 w 652771"/>
                <a:gd name="connsiteY7" fmla="*/ 351142 h 652770"/>
                <a:gd name="connsiteX8" fmla="*/ 643789 w 652771"/>
                <a:gd name="connsiteY8" fmla="*/ 405090 h 652770"/>
                <a:gd name="connsiteX9" fmla="*/ 634183 w 652771"/>
                <a:gd name="connsiteY9" fmla="*/ 412480 h 652770"/>
                <a:gd name="connsiteX10" fmla="*/ 575801 w 652771"/>
                <a:gd name="connsiteY10" fmla="*/ 408046 h 652770"/>
                <a:gd name="connsiteX11" fmla="*/ 552892 w 652771"/>
                <a:gd name="connsiteY11" fmla="*/ 458299 h 652770"/>
                <a:gd name="connsiteX12" fmla="*/ 595754 w 652771"/>
                <a:gd name="connsiteY12" fmla="*/ 498944 h 652770"/>
                <a:gd name="connsiteX13" fmla="*/ 596494 w 652771"/>
                <a:gd name="connsiteY13" fmla="*/ 510768 h 652770"/>
                <a:gd name="connsiteX14" fmla="*/ 561760 w 652771"/>
                <a:gd name="connsiteY14" fmla="*/ 553630 h 652770"/>
                <a:gd name="connsiteX15" fmla="*/ 549936 w 652771"/>
                <a:gd name="connsiteY15" fmla="*/ 555109 h 652770"/>
                <a:gd name="connsiteX16" fmla="*/ 501900 w 652771"/>
                <a:gd name="connsiteY16" fmla="*/ 521853 h 652770"/>
                <a:gd name="connsiteX17" fmla="*/ 456821 w 652771"/>
                <a:gd name="connsiteY17" fmla="*/ 554370 h 652770"/>
                <a:gd name="connsiteX18" fmla="*/ 473817 w 652771"/>
                <a:gd name="connsiteY18" fmla="*/ 610534 h 652770"/>
                <a:gd name="connsiteX19" fmla="*/ 468645 w 652771"/>
                <a:gd name="connsiteY19" fmla="*/ 620881 h 652770"/>
                <a:gd name="connsiteX20" fmla="*/ 416914 w 652771"/>
                <a:gd name="connsiteY20" fmla="*/ 640834 h 652770"/>
                <a:gd name="connsiteX21" fmla="*/ 405829 w 652771"/>
                <a:gd name="connsiteY21" fmla="*/ 636400 h 652770"/>
                <a:gd name="connsiteX22" fmla="*/ 380703 w 652771"/>
                <a:gd name="connsiteY22" fmla="*/ 583191 h 652770"/>
                <a:gd name="connsiteX23" fmla="*/ 325277 w 652771"/>
                <a:gd name="connsiteY23" fmla="*/ 589103 h 652770"/>
                <a:gd name="connsiteX24" fmla="*/ 311975 w 652771"/>
                <a:gd name="connsiteY24" fmla="*/ 646007 h 652770"/>
                <a:gd name="connsiteX25" fmla="*/ 301629 w 652771"/>
                <a:gd name="connsiteY25" fmla="*/ 652658 h 652770"/>
                <a:gd name="connsiteX26" fmla="*/ 247681 w 652771"/>
                <a:gd name="connsiteY26" fmla="*/ 643790 h 652770"/>
                <a:gd name="connsiteX27" fmla="*/ 240291 w 652771"/>
                <a:gd name="connsiteY27" fmla="*/ 634921 h 652770"/>
                <a:gd name="connsiteX28" fmla="*/ 244725 w 652771"/>
                <a:gd name="connsiteY28" fmla="*/ 576540 h 652770"/>
                <a:gd name="connsiteX29" fmla="*/ 194473 w 652771"/>
                <a:gd name="connsiteY29" fmla="*/ 553630 h 652770"/>
                <a:gd name="connsiteX30" fmla="*/ 153827 w 652771"/>
                <a:gd name="connsiteY30" fmla="*/ 596493 h 652770"/>
                <a:gd name="connsiteX31" fmla="*/ 142003 w 652771"/>
                <a:gd name="connsiteY31" fmla="*/ 597232 h 652770"/>
                <a:gd name="connsiteX32" fmla="*/ 99140 w 652771"/>
                <a:gd name="connsiteY32" fmla="*/ 561760 h 652770"/>
                <a:gd name="connsiteX33" fmla="*/ 97663 w 652771"/>
                <a:gd name="connsiteY33" fmla="*/ 550675 h 652770"/>
                <a:gd name="connsiteX34" fmla="*/ 130918 w 652771"/>
                <a:gd name="connsiteY34" fmla="*/ 501900 h 652770"/>
                <a:gd name="connsiteX35" fmla="*/ 98402 w 652771"/>
                <a:gd name="connsiteY35" fmla="*/ 457559 h 652770"/>
                <a:gd name="connsiteX36" fmla="*/ 42237 w 652771"/>
                <a:gd name="connsiteY36" fmla="*/ 473818 h 652770"/>
                <a:gd name="connsiteX37" fmla="*/ 31891 w 652771"/>
                <a:gd name="connsiteY37" fmla="*/ 468644 h 652770"/>
                <a:gd name="connsiteX38" fmla="*/ 11937 w 652771"/>
                <a:gd name="connsiteY38" fmla="*/ 416914 h 652770"/>
                <a:gd name="connsiteX39" fmla="*/ 16372 w 652771"/>
                <a:gd name="connsiteY39" fmla="*/ 405829 h 652770"/>
                <a:gd name="connsiteX40" fmla="*/ 69580 w 652771"/>
                <a:gd name="connsiteY40" fmla="*/ 381442 h 652770"/>
                <a:gd name="connsiteX41" fmla="*/ 63668 w 652771"/>
                <a:gd name="connsiteY41" fmla="*/ 326016 h 652770"/>
                <a:gd name="connsiteX42" fmla="*/ 6764 w 652771"/>
                <a:gd name="connsiteY42" fmla="*/ 311975 h 652770"/>
                <a:gd name="connsiteX43" fmla="*/ 113 w 652771"/>
                <a:gd name="connsiteY43" fmla="*/ 302368 h 652770"/>
                <a:gd name="connsiteX44" fmla="*/ 8982 w 652771"/>
                <a:gd name="connsiteY44" fmla="*/ 247681 h 652770"/>
                <a:gd name="connsiteX45" fmla="*/ 17850 w 652771"/>
                <a:gd name="connsiteY45" fmla="*/ 240291 h 652770"/>
                <a:gd name="connsiteX46" fmla="*/ 76231 w 652771"/>
                <a:gd name="connsiteY46" fmla="*/ 245464 h 652770"/>
                <a:gd name="connsiteX47" fmla="*/ 99140 w 652771"/>
                <a:gd name="connsiteY47" fmla="*/ 194472 h 652770"/>
                <a:gd name="connsiteX48" fmla="*/ 56278 w 652771"/>
                <a:gd name="connsiteY48" fmla="*/ 153827 h 652770"/>
                <a:gd name="connsiteX49" fmla="*/ 55539 w 652771"/>
                <a:gd name="connsiteY49" fmla="*/ 142742 h 652770"/>
                <a:gd name="connsiteX50" fmla="*/ 91012 w 652771"/>
                <a:gd name="connsiteY50" fmla="*/ 99879 h 652770"/>
                <a:gd name="connsiteX51" fmla="*/ 102097 w 652771"/>
                <a:gd name="connsiteY51" fmla="*/ 97662 h 652770"/>
                <a:gd name="connsiteX52" fmla="*/ 150871 w 652771"/>
                <a:gd name="connsiteY52" fmla="*/ 131657 h 652770"/>
                <a:gd name="connsiteX53" fmla="*/ 195212 w 652771"/>
                <a:gd name="connsiteY53" fmla="*/ 99140 h 652770"/>
                <a:gd name="connsiteX54" fmla="*/ 178954 w 652771"/>
                <a:gd name="connsiteY54" fmla="*/ 42237 h 652770"/>
                <a:gd name="connsiteX55" fmla="*/ 184126 w 652771"/>
                <a:gd name="connsiteY55" fmla="*/ 31891 h 652770"/>
                <a:gd name="connsiteX56" fmla="*/ 235857 w 652771"/>
                <a:gd name="connsiteY56" fmla="*/ 11937 h 652770"/>
                <a:gd name="connsiteX57" fmla="*/ 246942 w 652771"/>
                <a:gd name="connsiteY57" fmla="*/ 16372 h 652770"/>
                <a:gd name="connsiteX58" fmla="*/ 271330 w 652771"/>
                <a:gd name="connsiteY58" fmla="*/ 69580 h 652770"/>
                <a:gd name="connsiteX59" fmla="*/ 326755 w 652771"/>
                <a:gd name="connsiteY59" fmla="*/ 63668 h 652770"/>
                <a:gd name="connsiteX60" fmla="*/ 340796 w 652771"/>
                <a:gd name="connsiteY60" fmla="*/ 6764 h 652770"/>
                <a:gd name="connsiteX61" fmla="*/ 350403 w 652771"/>
                <a:gd name="connsiteY61" fmla="*/ 113 h 652770"/>
                <a:gd name="connsiteX62" fmla="*/ 405090 w 652771"/>
                <a:gd name="connsiteY62" fmla="*/ 8981 h 652770"/>
                <a:gd name="connsiteX63" fmla="*/ 412480 w 652771"/>
                <a:gd name="connsiteY63" fmla="*/ 18588 h 652770"/>
                <a:gd name="connsiteX64" fmla="*/ 407307 w 652771"/>
                <a:gd name="connsiteY64" fmla="*/ 76970 h 652770"/>
                <a:gd name="connsiteX65" fmla="*/ 458298 w 652771"/>
                <a:gd name="connsiteY65" fmla="*/ 99140 h 652770"/>
                <a:gd name="connsiteX66" fmla="*/ 498944 w 652771"/>
                <a:gd name="connsiteY66" fmla="*/ 57017 h 652770"/>
                <a:gd name="connsiteX67" fmla="*/ 510768 w 652771"/>
                <a:gd name="connsiteY67" fmla="*/ 56278 h 652770"/>
                <a:gd name="connsiteX68" fmla="*/ 553631 w 652771"/>
                <a:gd name="connsiteY68" fmla="*/ 91011 h 652770"/>
                <a:gd name="connsiteX69" fmla="*/ 555108 w 652771"/>
                <a:gd name="connsiteY69" fmla="*/ 102835 h 652770"/>
                <a:gd name="connsiteX70" fmla="*/ 521853 w 652771"/>
                <a:gd name="connsiteY70" fmla="*/ 150871 h 652770"/>
                <a:gd name="connsiteX71" fmla="*/ 554370 w 652771"/>
                <a:gd name="connsiteY71" fmla="*/ 195951 h 652770"/>
                <a:gd name="connsiteX72" fmla="*/ 309019 w 652771"/>
                <a:gd name="connsiteY72" fmla="*/ 436128 h 652770"/>
                <a:gd name="connsiteX73" fmla="*/ 435389 w 652771"/>
                <a:gd name="connsiteY73" fmla="*/ 343752 h 652770"/>
                <a:gd name="connsiteX74" fmla="*/ 343752 w 652771"/>
                <a:gd name="connsiteY74" fmla="*/ 216643 h 652770"/>
                <a:gd name="connsiteX75" fmla="*/ 216643 w 652771"/>
                <a:gd name="connsiteY75" fmla="*/ 309019 h 652770"/>
                <a:gd name="connsiteX76" fmla="*/ 309019 w 652771"/>
                <a:gd name="connsiteY76" fmla="*/ 436128 h 652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52771" h="652770">
                  <a:moveTo>
                    <a:pt x="610534" y="178953"/>
                  </a:moveTo>
                  <a:cubicBezTo>
                    <a:pt x="614969" y="178214"/>
                    <a:pt x="619403" y="180431"/>
                    <a:pt x="620880" y="184126"/>
                  </a:cubicBezTo>
                  <a:lnTo>
                    <a:pt x="640834" y="235857"/>
                  </a:lnTo>
                  <a:cubicBezTo>
                    <a:pt x="642312" y="240291"/>
                    <a:pt x="640094" y="244725"/>
                    <a:pt x="636399" y="246942"/>
                  </a:cubicBezTo>
                  <a:lnTo>
                    <a:pt x="583191" y="272068"/>
                  </a:lnTo>
                  <a:cubicBezTo>
                    <a:pt x="587108" y="290300"/>
                    <a:pt x="589104" y="308775"/>
                    <a:pt x="589104" y="327494"/>
                  </a:cubicBezTo>
                  <a:lnTo>
                    <a:pt x="646007" y="340796"/>
                  </a:lnTo>
                  <a:cubicBezTo>
                    <a:pt x="650441" y="342274"/>
                    <a:pt x="653397" y="346708"/>
                    <a:pt x="652658" y="351142"/>
                  </a:cubicBezTo>
                  <a:lnTo>
                    <a:pt x="643789" y="405090"/>
                  </a:lnTo>
                  <a:cubicBezTo>
                    <a:pt x="643051" y="409524"/>
                    <a:pt x="639356" y="413219"/>
                    <a:pt x="634183" y="412480"/>
                  </a:cubicBezTo>
                  <a:lnTo>
                    <a:pt x="575801" y="408046"/>
                  </a:lnTo>
                  <a:cubicBezTo>
                    <a:pt x="569889" y="425782"/>
                    <a:pt x="562278" y="442536"/>
                    <a:pt x="552892" y="458299"/>
                  </a:cubicBezTo>
                  <a:lnTo>
                    <a:pt x="595754" y="498944"/>
                  </a:lnTo>
                  <a:cubicBezTo>
                    <a:pt x="599449" y="501900"/>
                    <a:pt x="599449" y="507073"/>
                    <a:pt x="596494" y="510768"/>
                  </a:cubicBezTo>
                  <a:lnTo>
                    <a:pt x="561760" y="553630"/>
                  </a:lnTo>
                  <a:cubicBezTo>
                    <a:pt x="558803" y="557326"/>
                    <a:pt x="553631" y="558065"/>
                    <a:pt x="549936" y="555109"/>
                  </a:cubicBezTo>
                  <a:lnTo>
                    <a:pt x="501900" y="521853"/>
                  </a:lnTo>
                  <a:cubicBezTo>
                    <a:pt x="488081" y="534172"/>
                    <a:pt x="473079" y="545006"/>
                    <a:pt x="456821" y="554370"/>
                  </a:cubicBezTo>
                  <a:lnTo>
                    <a:pt x="473817" y="610534"/>
                  </a:lnTo>
                  <a:cubicBezTo>
                    <a:pt x="474557" y="614969"/>
                    <a:pt x="472340" y="619402"/>
                    <a:pt x="468645" y="620881"/>
                  </a:cubicBezTo>
                  <a:lnTo>
                    <a:pt x="416914" y="640834"/>
                  </a:lnTo>
                  <a:cubicBezTo>
                    <a:pt x="412480" y="642311"/>
                    <a:pt x="408046" y="640834"/>
                    <a:pt x="405829" y="636400"/>
                  </a:cubicBezTo>
                  <a:lnTo>
                    <a:pt x="380703" y="583191"/>
                  </a:lnTo>
                  <a:cubicBezTo>
                    <a:pt x="362449" y="587130"/>
                    <a:pt x="343974" y="589103"/>
                    <a:pt x="325277" y="589103"/>
                  </a:cubicBezTo>
                  <a:lnTo>
                    <a:pt x="311975" y="646007"/>
                  </a:lnTo>
                  <a:cubicBezTo>
                    <a:pt x="310497" y="650441"/>
                    <a:pt x="306802" y="653397"/>
                    <a:pt x="301629" y="652658"/>
                  </a:cubicBezTo>
                  <a:lnTo>
                    <a:pt x="247681" y="643790"/>
                  </a:lnTo>
                  <a:cubicBezTo>
                    <a:pt x="243247" y="643051"/>
                    <a:pt x="239552" y="639356"/>
                    <a:pt x="240291" y="634921"/>
                  </a:cubicBezTo>
                  <a:lnTo>
                    <a:pt x="244725" y="576540"/>
                  </a:lnTo>
                  <a:cubicBezTo>
                    <a:pt x="226989" y="570628"/>
                    <a:pt x="210214" y="562994"/>
                    <a:pt x="194473" y="553630"/>
                  </a:cubicBezTo>
                  <a:lnTo>
                    <a:pt x="153827" y="596493"/>
                  </a:lnTo>
                  <a:cubicBezTo>
                    <a:pt x="150871" y="599449"/>
                    <a:pt x="145698" y="599449"/>
                    <a:pt x="142003" y="597232"/>
                  </a:cubicBezTo>
                  <a:lnTo>
                    <a:pt x="99140" y="561760"/>
                  </a:lnTo>
                  <a:cubicBezTo>
                    <a:pt x="95445" y="559543"/>
                    <a:pt x="94707" y="554370"/>
                    <a:pt x="97663" y="550675"/>
                  </a:cubicBezTo>
                  <a:lnTo>
                    <a:pt x="130918" y="501900"/>
                  </a:lnTo>
                  <a:cubicBezTo>
                    <a:pt x="118576" y="488103"/>
                    <a:pt x="107787" y="473322"/>
                    <a:pt x="98402" y="457559"/>
                  </a:cubicBezTo>
                  <a:lnTo>
                    <a:pt x="42237" y="473818"/>
                  </a:lnTo>
                  <a:cubicBezTo>
                    <a:pt x="37802" y="475296"/>
                    <a:pt x="33369" y="473079"/>
                    <a:pt x="31891" y="468644"/>
                  </a:cubicBezTo>
                  <a:lnTo>
                    <a:pt x="11937" y="416914"/>
                  </a:lnTo>
                  <a:cubicBezTo>
                    <a:pt x="10459" y="412480"/>
                    <a:pt x="11937" y="408046"/>
                    <a:pt x="16372" y="405829"/>
                  </a:cubicBezTo>
                  <a:lnTo>
                    <a:pt x="69580" y="381442"/>
                  </a:lnTo>
                  <a:cubicBezTo>
                    <a:pt x="65663" y="363210"/>
                    <a:pt x="63668" y="344735"/>
                    <a:pt x="63668" y="326016"/>
                  </a:cubicBezTo>
                  <a:lnTo>
                    <a:pt x="6764" y="311975"/>
                  </a:lnTo>
                  <a:cubicBezTo>
                    <a:pt x="2331" y="311236"/>
                    <a:pt x="-626" y="306802"/>
                    <a:pt x="113" y="302368"/>
                  </a:cubicBezTo>
                  <a:lnTo>
                    <a:pt x="8982" y="247681"/>
                  </a:lnTo>
                  <a:cubicBezTo>
                    <a:pt x="9721" y="243247"/>
                    <a:pt x="13416" y="240291"/>
                    <a:pt x="17850" y="240291"/>
                  </a:cubicBezTo>
                  <a:lnTo>
                    <a:pt x="76231" y="245464"/>
                  </a:lnTo>
                  <a:cubicBezTo>
                    <a:pt x="82143" y="227728"/>
                    <a:pt x="89755" y="210731"/>
                    <a:pt x="99140" y="194472"/>
                  </a:cubicBezTo>
                  <a:lnTo>
                    <a:pt x="56278" y="153827"/>
                  </a:lnTo>
                  <a:cubicBezTo>
                    <a:pt x="53322" y="150871"/>
                    <a:pt x="53322" y="145698"/>
                    <a:pt x="55539" y="142742"/>
                  </a:cubicBezTo>
                  <a:lnTo>
                    <a:pt x="91012" y="99879"/>
                  </a:lnTo>
                  <a:cubicBezTo>
                    <a:pt x="93228" y="96184"/>
                    <a:pt x="98402" y="95445"/>
                    <a:pt x="102097" y="97662"/>
                  </a:cubicBezTo>
                  <a:lnTo>
                    <a:pt x="150871" y="131657"/>
                  </a:lnTo>
                  <a:cubicBezTo>
                    <a:pt x="164690" y="118850"/>
                    <a:pt x="179471" y="108008"/>
                    <a:pt x="195212" y="99140"/>
                  </a:cubicBezTo>
                  <a:lnTo>
                    <a:pt x="178954" y="42237"/>
                  </a:lnTo>
                  <a:cubicBezTo>
                    <a:pt x="177475" y="37803"/>
                    <a:pt x="179693" y="33369"/>
                    <a:pt x="184126" y="31891"/>
                  </a:cubicBezTo>
                  <a:lnTo>
                    <a:pt x="235857" y="11937"/>
                  </a:lnTo>
                  <a:cubicBezTo>
                    <a:pt x="240291" y="10459"/>
                    <a:pt x="244725" y="12676"/>
                    <a:pt x="246942" y="16372"/>
                  </a:cubicBezTo>
                  <a:lnTo>
                    <a:pt x="271330" y="69580"/>
                  </a:lnTo>
                  <a:cubicBezTo>
                    <a:pt x="289583" y="65641"/>
                    <a:pt x="308058" y="63668"/>
                    <a:pt x="326755" y="63668"/>
                  </a:cubicBezTo>
                  <a:lnTo>
                    <a:pt x="340796" y="6764"/>
                  </a:lnTo>
                  <a:cubicBezTo>
                    <a:pt x="341536" y="2330"/>
                    <a:pt x="345970" y="-626"/>
                    <a:pt x="350403" y="113"/>
                  </a:cubicBezTo>
                  <a:lnTo>
                    <a:pt x="405090" y="8981"/>
                  </a:lnTo>
                  <a:cubicBezTo>
                    <a:pt x="409524" y="9720"/>
                    <a:pt x="412480" y="13415"/>
                    <a:pt x="412480" y="18588"/>
                  </a:cubicBezTo>
                  <a:lnTo>
                    <a:pt x="407307" y="76970"/>
                  </a:lnTo>
                  <a:cubicBezTo>
                    <a:pt x="425043" y="82387"/>
                    <a:pt x="442041" y="89777"/>
                    <a:pt x="458298" y="99140"/>
                  </a:cubicBezTo>
                  <a:lnTo>
                    <a:pt x="498944" y="57017"/>
                  </a:lnTo>
                  <a:cubicBezTo>
                    <a:pt x="501900" y="53322"/>
                    <a:pt x="507073" y="53322"/>
                    <a:pt x="510768" y="56278"/>
                  </a:cubicBezTo>
                  <a:lnTo>
                    <a:pt x="553631" y="91011"/>
                  </a:lnTo>
                  <a:cubicBezTo>
                    <a:pt x="556587" y="93967"/>
                    <a:pt x="557326" y="99140"/>
                    <a:pt x="555108" y="102835"/>
                  </a:cubicBezTo>
                  <a:lnTo>
                    <a:pt x="521853" y="150871"/>
                  </a:lnTo>
                  <a:cubicBezTo>
                    <a:pt x="534195" y="164668"/>
                    <a:pt x="544984" y="179692"/>
                    <a:pt x="554370" y="195951"/>
                  </a:cubicBezTo>
                  <a:close/>
                  <a:moveTo>
                    <a:pt x="309019" y="436128"/>
                  </a:moveTo>
                  <a:cubicBezTo>
                    <a:pt x="368879" y="445735"/>
                    <a:pt x="425782" y="404351"/>
                    <a:pt x="435389" y="343752"/>
                  </a:cubicBezTo>
                  <a:cubicBezTo>
                    <a:pt x="445736" y="283153"/>
                    <a:pt x="404351" y="226250"/>
                    <a:pt x="343752" y="216643"/>
                  </a:cubicBezTo>
                  <a:cubicBezTo>
                    <a:pt x="283154" y="207036"/>
                    <a:pt x="226250" y="248420"/>
                    <a:pt x="216643" y="309019"/>
                  </a:cubicBezTo>
                  <a:cubicBezTo>
                    <a:pt x="207036" y="368878"/>
                    <a:pt x="248420" y="425782"/>
                    <a:pt x="309019" y="436128"/>
                  </a:cubicBezTo>
                  <a:close/>
                </a:path>
              </a:pathLst>
            </a:custGeom>
            <a:solidFill>
              <a:srgbClr val="B7D9F9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3DB08A2-A36F-6B8E-7C18-324EFAB8722A}"/>
                </a:ext>
              </a:extLst>
            </p:cNvPr>
            <p:cNvSpPr/>
            <p:nvPr/>
          </p:nvSpPr>
          <p:spPr>
            <a:xfrm>
              <a:off x="8904977" y="2995670"/>
              <a:ext cx="640207" cy="640207"/>
            </a:xfrm>
            <a:custGeom>
              <a:avLst/>
              <a:gdLst>
                <a:gd name="connsiteX0" fmla="*/ 598710 w 640207"/>
                <a:gd name="connsiteY0" fmla="*/ 175997 h 640207"/>
                <a:gd name="connsiteX1" fmla="*/ 609056 w 640207"/>
                <a:gd name="connsiteY1" fmla="*/ 181170 h 640207"/>
                <a:gd name="connsiteX2" fmla="*/ 628270 w 640207"/>
                <a:gd name="connsiteY2" fmla="*/ 231423 h 640207"/>
                <a:gd name="connsiteX3" fmla="*/ 623837 w 640207"/>
                <a:gd name="connsiteY3" fmla="*/ 242508 h 640207"/>
                <a:gd name="connsiteX4" fmla="*/ 572106 w 640207"/>
                <a:gd name="connsiteY4" fmla="*/ 266895 h 640207"/>
                <a:gd name="connsiteX5" fmla="*/ 577279 w 640207"/>
                <a:gd name="connsiteY5" fmla="*/ 320843 h 640207"/>
                <a:gd name="connsiteX6" fmla="*/ 633443 w 640207"/>
                <a:gd name="connsiteY6" fmla="*/ 334145 h 640207"/>
                <a:gd name="connsiteX7" fmla="*/ 640094 w 640207"/>
                <a:gd name="connsiteY7" fmla="*/ 343752 h 640207"/>
                <a:gd name="connsiteX8" fmla="*/ 631227 w 640207"/>
                <a:gd name="connsiteY8" fmla="*/ 397700 h 640207"/>
                <a:gd name="connsiteX9" fmla="*/ 622358 w 640207"/>
                <a:gd name="connsiteY9" fmla="*/ 404351 h 640207"/>
                <a:gd name="connsiteX10" fmla="*/ 564716 w 640207"/>
                <a:gd name="connsiteY10" fmla="*/ 399917 h 640207"/>
                <a:gd name="connsiteX11" fmla="*/ 542546 w 640207"/>
                <a:gd name="connsiteY11" fmla="*/ 449430 h 640207"/>
                <a:gd name="connsiteX12" fmla="*/ 583930 w 640207"/>
                <a:gd name="connsiteY12" fmla="*/ 489337 h 640207"/>
                <a:gd name="connsiteX13" fmla="*/ 584669 w 640207"/>
                <a:gd name="connsiteY13" fmla="*/ 500422 h 640207"/>
                <a:gd name="connsiteX14" fmla="*/ 550675 w 640207"/>
                <a:gd name="connsiteY14" fmla="*/ 542546 h 640207"/>
                <a:gd name="connsiteX15" fmla="*/ 539589 w 640207"/>
                <a:gd name="connsiteY15" fmla="*/ 544024 h 640207"/>
                <a:gd name="connsiteX16" fmla="*/ 492293 w 640207"/>
                <a:gd name="connsiteY16" fmla="*/ 511507 h 640207"/>
                <a:gd name="connsiteX17" fmla="*/ 447952 w 640207"/>
                <a:gd name="connsiteY17" fmla="*/ 543285 h 640207"/>
                <a:gd name="connsiteX18" fmla="*/ 464210 w 640207"/>
                <a:gd name="connsiteY18" fmla="*/ 598710 h 640207"/>
                <a:gd name="connsiteX19" fmla="*/ 459037 w 640207"/>
                <a:gd name="connsiteY19" fmla="*/ 609056 h 640207"/>
                <a:gd name="connsiteX20" fmla="*/ 408784 w 640207"/>
                <a:gd name="connsiteY20" fmla="*/ 628271 h 640207"/>
                <a:gd name="connsiteX21" fmla="*/ 397699 w 640207"/>
                <a:gd name="connsiteY21" fmla="*/ 623836 h 640207"/>
                <a:gd name="connsiteX22" fmla="*/ 373313 w 640207"/>
                <a:gd name="connsiteY22" fmla="*/ 572106 h 640207"/>
                <a:gd name="connsiteX23" fmla="*/ 319365 w 640207"/>
                <a:gd name="connsiteY23" fmla="*/ 578018 h 640207"/>
                <a:gd name="connsiteX24" fmla="*/ 306063 w 640207"/>
                <a:gd name="connsiteY24" fmla="*/ 633444 h 640207"/>
                <a:gd name="connsiteX25" fmla="*/ 296455 w 640207"/>
                <a:gd name="connsiteY25" fmla="*/ 640095 h 640207"/>
                <a:gd name="connsiteX26" fmla="*/ 242507 w 640207"/>
                <a:gd name="connsiteY26" fmla="*/ 631227 h 640207"/>
                <a:gd name="connsiteX27" fmla="*/ 235857 w 640207"/>
                <a:gd name="connsiteY27" fmla="*/ 622359 h 640207"/>
                <a:gd name="connsiteX28" fmla="*/ 240291 w 640207"/>
                <a:gd name="connsiteY28" fmla="*/ 564716 h 640207"/>
                <a:gd name="connsiteX29" fmla="*/ 190777 w 640207"/>
                <a:gd name="connsiteY29" fmla="*/ 542546 h 640207"/>
                <a:gd name="connsiteX30" fmla="*/ 150871 w 640207"/>
                <a:gd name="connsiteY30" fmla="*/ 584669 h 640207"/>
                <a:gd name="connsiteX31" fmla="*/ 139786 w 640207"/>
                <a:gd name="connsiteY31" fmla="*/ 585408 h 640207"/>
                <a:gd name="connsiteX32" fmla="*/ 97662 w 640207"/>
                <a:gd name="connsiteY32" fmla="*/ 551414 h 640207"/>
                <a:gd name="connsiteX33" fmla="*/ 95445 w 640207"/>
                <a:gd name="connsiteY33" fmla="*/ 539590 h 640207"/>
                <a:gd name="connsiteX34" fmla="*/ 128701 w 640207"/>
                <a:gd name="connsiteY34" fmla="*/ 492293 h 640207"/>
                <a:gd name="connsiteX35" fmla="*/ 96923 w 640207"/>
                <a:gd name="connsiteY35" fmla="*/ 448692 h 640207"/>
                <a:gd name="connsiteX36" fmla="*/ 41497 w 640207"/>
                <a:gd name="connsiteY36" fmla="*/ 464950 h 640207"/>
                <a:gd name="connsiteX37" fmla="*/ 31151 w 640207"/>
                <a:gd name="connsiteY37" fmla="*/ 459777 h 640207"/>
                <a:gd name="connsiteX38" fmla="*/ 11937 w 640207"/>
                <a:gd name="connsiteY38" fmla="*/ 408785 h 640207"/>
                <a:gd name="connsiteX39" fmla="*/ 16371 w 640207"/>
                <a:gd name="connsiteY39" fmla="*/ 398439 h 640207"/>
                <a:gd name="connsiteX40" fmla="*/ 68102 w 640207"/>
                <a:gd name="connsiteY40" fmla="*/ 373313 h 640207"/>
                <a:gd name="connsiteX41" fmla="*/ 62190 w 640207"/>
                <a:gd name="connsiteY41" fmla="*/ 319365 h 640207"/>
                <a:gd name="connsiteX42" fmla="*/ 6764 w 640207"/>
                <a:gd name="connsiteY42" fmla="*/ 306063 h 640207"/>
                <a:gd name="connsiteX43" fmla="*/ 113 w 640207"/>
                <a:gd name="connsiteY43" fmla="*/ 296456 h 640207"/>
                <a:gd name="connsiteX44" fmla="*/ 8981 w 640207"/>
                <a:gd name="connsiteY44" fmla="*/ 243247 h 640207"/>
                <a:gd name="connsiteX45" fmla="*/ 17850 w 640207"/>
                <a:gd name="connsiteY45" fmla="*/ 235857 h 640207"/>
                <a:gd name="connsiteX46" fmla="*/ 75492 w 640207"/>
                <a:gd name="connsiteY46" fmla="*/ 240291 h 640207"/>
                <a:gd name="connsiteX47" fmla="*/ 97662 w 640207"/>
                <a:gd name="connsiteY47" fmla="*/ 190777 h 640207"/>
                <a:gd name="connsiteX48" fmla="*/ 55539 w 640207"/>
                <a:gd name="connsiteY48" fmla="*/ 150871 h 640207"/>
                <a:gd name="connsiteX49" fmla="*/ 54800 w 640207"/>
                <a:gd name="connsiteY49" fmla="*/ 139786 h 640207"/>
                <a:gd name="connsiteX50" fmla="*/ 88794 w 640207"/>
                <a:gd name="connsiteY50" fmla="*/ 97662 h 640207"/>
                <a:gd name="connsiteX51" fmla="*/ 100618 w 640207"/>
                <a:gd name="connsiteY51" fmla="*/ 96184 h 640207"/>
                <a:gd name="connsiteX52" fmla="*/ 147915 w 640207"/>
                <a:gd name="connsiteY52" fmla="*/ 128701 h 640207"/>
                <a:gd name="connsiteX53" fmla="*/ 191517 w 640207"/>
                <a:gd name="connsiteY53" fmla="*/ 96923 h 640207"/>
                <a:gd name="connsiteX54" fmla="*/ 175258 w 640207"/>
                <a:gd name="connsiteY54" fmla="*/ 41498 h 640207"/>
                <a:gd name="connsiteX55" fmla="*/ 180431 w 640207"/>
                <a:gd name="connsiteY55" fmla="*/ 31152 h 640207"/>
                <a:gd name="connsiteX56" fmla="*/ 231422 w 640207"/>
                <a:gd name="connsiteY56" fmla="*/ 11937 h 640207"/>
                <a:gd name="connsiteX57" fmla="*/ 241769 w 640207"/>
                <a:gd name="connsiteY57" fmla="*/ 16371 h 640207"/>
                <a:gd name="connsiteX58" fmla="*/ 266156 w 640207"/>
                <a:gd name="connsiteY58" fmla="*/ 68102 h 640207"/>
                <a:gd name="connsiteX59" fmla="*/ 320843 w 640207"/>
                <a:gd name="connsiteY59" fmla="*/ 62929 h 640207"/>
                <a:gd name="connsiteX60" fmla="*/ 334145 w 640207"/>
                <a:gd name="connsiteY60" fmla="*/ 6764 h 640207"/>
                <a:gd name="connsiteX61" fmla="*/ 343752 w 640207"/>
                <a:gd name="connsiteY61" fmla="*/ 113 h 640207"/>
                <a:gd name="connsiteX62" fmla="*/ 396960 w 640207"/>
                <a:gd name="connsiteY62" fmla="*/ 8981 h 640207"/>
                <a:gd name="connsiteX63" fmla="*/ 404351 w 640207"/>
                <a:gd name="connsiteY63" fmla="*/ 17849 h 640207"/>
                <a:gd name="connsiteX64" fmla="*/ 399917 w 640207"/>
                <a:gd name="connsiteY64" fmla="*/ 75492 h 640207"/>
                <a:gd name="connsiteX65" fmla="*/ 449430 w 640207"/>
                <a:gd name="connsiteY65" fmla="*/ 97662 h 640207"/>
                <a:gd name="connsiteX66" fmla="*/ 488598 w 640207"/>
                <a:gd name="connsiteY66" fmla="*/ 55539 h 640207"/>
                <a:gd name="connsiteX67" fmla="*/ 500422 w 640207"/>
                <a:gd name="connsiteY67" fmla="*/ 54800 h 640207"/>
                <a:gd name="connsiteX68" fmla="*/ 542546 w 640207"/>
                <a:gd name="connsiteY68" fmla="*/ 89533 h 640207"/>
                <a:gd name="connsiteX69" fmla="*/ 544023 w 640207"/>
                <a:gd name="connsiteY69" fmla="*/ 100618 h 640207"/>
                <a:gd name="connsiteX70" fmla="*/ 511507 w 640207"/>
                <a:gd name="connsiteY70" fmla="*/ 147915 h 640207"/>
                <a:gd name="connsiteX71" fmla="*/ 543285 w 640207"/>
                <a:gd name="connsiteY71" fmla="*/ 192255 h 640207"/>
                <a:gd name="connsiteX72" fmla="*/ 303107 w 640207"/>
                <a:gd name="connsiteY72" fmla="*/ 427999 h 640207"/>
                <a:gd name="connsiteX73" fmla="*/ 427999 w 640207"/>
                <a:gd name="connsiteY73" fmla="*/ 337840 h 640207"/>
                <a:gd name="connsiteX74" fmla="*/ 337101 w 640207"/>
                <a:gd name="connsiteY74" fmla="*/ 212948 h 640207"/>
                <a:gd name="connsiteX75" fmla="*/ 212947 w 640207"/>
                <a:gd name="connsiteY75" fmla="*/ 303107 h 640207"/>
                <a:gd name="connsiteX76" fmla="*/ 303107 w 640207"/>
                <a:gd name="connsiteY76" fmla="*/ 427999 h 640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40207" h="640207">
                  <a:moveTo>
                    <a:pt x="598710" y="175997"/>
                  </a:moveTo>
                  <a:cubicBezTo>
                    <a:pt x="602405" y="174519"/>
                    <a:pt x="607578" y="176736"/>
                    <a:pt x="609056" y="181170"/>
                  </a:cubicBezTo>
                  <a:lnTo>
                    <a:pt x="628270" y="231423"/>
                  </a:lnTo>
                  <a:cubicBezTo>
                    <a:pt x="629748" y="235857"/>
                    <a:pt x="627532" y="240291"/>
                    <a:pt x="623837" y="242508"/>
                  </a:cubicBezTo>
                  <a:lnTo>
                    <a:pt x="572106" y="266895"/>
                  </a:lnTo>
                  <a:cubicBezTo>
                    <a:pt x="575579" y="284632"/>
                    <a:pt x="577279" y="302612"/>
                    <a:pt x="577279" y="320843"/>
                  </a:cubicBezTo>
                  <a:lnTo>
                    <a:pt x="633443" y="334145"/>
                  </a:lnTo>
                  <a:cubicBezTo>
                    <a:pt x="637877" y="335623"/>
                    <a:pt x="640833" y="339318"/>
                    <a:pt x="640094" y="343752"/>
                  </a:cubicBezTo>
                  <a:lnTo>
                    <a:pt x="631227" y="397700"/>
                  </a:lnTo>
                  <a:cubicBezTo>
                    <a:pt x="630487" y="402134"/>
                    <a:pt x="626792" y="405090"/>
                    <a:pt x="622358" y="404351"/>
                  </a:cubicBezTo>
                  <a:lnTo>
                    <a:pt x="564716" y="399917"/>
                  </a:lnTo>
                  <a:cubicBezTo>
                    <a:pt x="558804" y="417158"/>
                    <a:pt x="551413" y="433667"/>
                    <a:pt x="542546" y="449430"/>
                  </a:cubicBezTo>
                  <a:lnTo>
                    <a:pt x="583930" y="489337"/>
                  </a:lnTo>
                  <a:cubicBezTo>
                    <a:pt x="587625" y="492293"/>
                    <a:pt x="587625" y="497466"/>
                    <a:pt x="584669" y="500422"/>
                  </a:cubicBezTo>
                  <a:lnTo>
                    <a:pt x="550675" y="542546"/>
                  </a:lnTo>
                  <a:cubicBezTo>
                    <a:pt x="548457" y="546241"/>
                    <a:pt x="543285" y="546980"/>
                    <a:pt x="539589" y="544024"/>
                  </a:cubicBezTo>
                  <a:lnTo>
                    <a:pt x="492293" y="511507"/>
                  </a:lnTo>
                  <a:cubicBezTo>
                    <a:pt x="478473" y="523826"/>
                    <a:pt x="463693" y="534416"/>
                    <a:pt x="447952" y="543285"/>
                  </a:cubicBezTo>
                  <a:lnTo>
                    <a:pt x="464210" y="598710"/>
                  </a:lnTo>
                  <a:cubicBezTo>
                    <a:pt x="465689" y="603144"/>
                    <a:pt x="463471" y="607578"/>
                    <a:pt x="459037" y="609056"/>
                  </a:cubicBezTo>
                  <a:lnTo>
                    <a:pt x="408784" y="628271"/>
                  </a:lnTo>
                  <a:cubicBezTo>
                    <a:pt x="404351" y="629749"/>
                    <a:pt x="399917" y="628271"/>
                    <a:pt x="397699" y="623836"/>
                  </a:cubicBezTo>
                  <a:lnTo>
                    <a:pt x="373313" y="572106"/>
                  </a:lnTo>
                  <a:cubicBezTo>
                    <a:pt x="355576" y="576045"/>
                    <a:pt x="337618" y="578018"/>
                    <a:pt x="319365" y="578018"/>
                  </a:cubicBezTo>
                  <a:lnTo>
                    <a:pt x="306063" y="633444"/>
                  </a:lnTo>
                  <a:cubicBezTo>
                    <a:pt x="304584" y="637878"/>
                    <a:pt x="300889" y="640834"/>
                    <a:pt x="296455" y="640095"/>
                  </a:cubicBezTo>
                  <a:lnTo>
                    <a:pt x="242507" y="631227"/>
                  </a:lnTo>
                  <a:cubicBezTo>
                    <a:pt x="238074" y="630487"/>
                    <a:pt x="235117" y="626792"/>
                    <a:pt x="235857" y="622359"/>
                  </a:cubicBezTo>
                  <a:lnTo>
                    <a:pt x="240291" y="564716"/>
                  </a:lnTo>
                  <a:cubicBezTo>
                    <a:pt x="223071" y="559299"/>
                    <a:pt x="206518" y="551909"/>
                    <a:pt x="190777" y="542546"/>
                  </a:cubicBezTo>
                  <a:lnTo>
                    <a:pt x="150871" y="584669"/>
                  </a:lnTo>
                  <a:cubicBezTo>
                    <a:pt x="147915" y="587625"/>
                    <a:pt x="142741" y="588364"/>
                    <a:pt x="139786" y="585408"/>
                  </a:cubicBezTo>
                  <a:lnTo>
                    <a:pt x="97662" y="551414"/>
                  </a:lnTo>
                  <a:cubicBezTo>
                    <a:pt x="93967" y="548458"/>
                    <a:pt x="93228" y="543285"/>
                    <a:pt x="95445" y="539590"/>
                  </a:cubicBezTo>
                  <a:lnTo>
                    <a:pt x="128701" y="492293"/>
                  </a:lnTo>
                  <a:cubicBezTo>
                    <a:pt x="116359" y="478991"/>
                    <a:pt x="105791" y="464455"/>
                    <a:pt x="96923" y="448692"/>
                  </a:cubicBezTo>
                  <a:lnTo>
                    <a:pt x="41497" y="464950"/>
                  </a:lnTo>
                  <a:cubicBezTo>
                    <a:pt x="37064" y="465689"/>
                    <a:pt x="32630" y="463472"/>
                    <a:pt x="31151" y="459777"/>
                  </a:cubicBezTo>
                  <a:lnTo>
                    <a:pt x="11937" y="408785"/>
                  </a:lnTo>
                  <a:cubicBezTo>
                    <a:pt x="10459" y="405090"/>
                    <a:pt x="11937" y="399917"/>
                    <a:pt x="16371" y="398439"/>
                  </a:cubicBezTo>
                  <a:lnTo>
                    <a:pt x="68102" y="373313"/>
                  </a:lnTo>
                  <a:cubicBezTo>
                    <a:pt x="64185" y="355576"/>
                    <a:pt x="62190" y="337596"/>
                    <a:pt x="62190" y="319365"/>
                  </a:cubicBezTo>
                  <a:lnTo>
                    <a:pt x="6764" y="306063"/>
                  </a:lnTo>
                  <a:cubicBezTo>
                    <a:pt x="2330" y="304585"/>
                    <a:pt x="-626" y="300890"/>
                    <a:pt x="113" y="296456"/>
                  </a:cubicBezTo>
                  <a:lnTo>
                    <a:pt x="8981" y="243247"/>
                  </a:lnTo>
                  <a:cubicBezTo>
                    <a:pt x="9720" y="238813"/>
                    <a:pt x="13415" y="235118"/>
                    <a:pt x="17850" y="235857"/>
                  </a:cubicBezTo>
                  <a:lnTo>
                    <a:pt x="75492" y="240291"/>
                  </a:lnTo>
                  <a:cubicBezTo>
                    <a:pt x="80886" y="223050"/>
                    <a:pt x="88276" y="206541"/>
                    <a:pt x="97662" y="190777"/>
                  </a:cubicBezTo>
                  <a:lnTo>
                    <a:pt x="55539" y="150871"/>
                  </a:lnTo>
                  <a:cubicBezTo>
                    <a:pt x="52583" y="147915"/>
                    <a:pt x="51844" y="142742"/>
                    <a:pt x="54800" y="139786"/>
                  </a:cubicBezTo>
                  <a:lnTo>
                    <a:pt x="88794" y="97662"/>
                  </a:lnTo>
                  <a:cubicBezTo>
                    <a:pt x="91750" y="93967"/>
                    <a:pt x="96923" y="93228"/>
                    <a:pt x="100618" y="96184"/>
                  </a:cubicBezTo>
                  <a:lnTo>
                    <a:pt x="147915" y="128701"/>
                  </a:lnTo>
                  <a:cubicBezTo>
                    <a:pt x="161216" y="116381"/>
                    <a:pt x="175776" y="105791"/>
                    <a:pt x="191517" y="96923"/>
                  </a:cubicBezTo>
                  <a:lnTo>
                    <a:pt x="175258" y="41498"/>
                  </a:lnTo>
                  <a:cubicBezTo>
                    <a:pt x="174519" y="37064"/>
                    <a:pt x="176736" y="32630"/>
                    <a:pt x="180431" y="31152"/>
                  </a:cubicBezTo>
                  <a:lnTo>
                    <a:pt x="231422" y="11937"/>
                  </a:lnTo>
                  <a:cubicBezTo>
                    <a:pt x="235117" y="10459"/>
                    <a:pt x="240291" y="11937"/>
                    <a:pt x="241769" y="16371"/>
                  </a:cubicBezTo>
                  <a:lnTo>
                    <a:pt x="266156" y="68102"/>
                  </a:lnTo>
                  <a:cubicBezTo>
                    <a:pt x="284410" y="64651"/>
                    <a:pt x="302589" y="62929"/>
                    <a:pt x="320843" y="62929"/>
                  </a:cubicBezTo>
                  <a:lnTo>
                    <a:pt x="334145" y="6764"/>
                  </a:lnTo>
                  <a:cubicBezTo>
                    <a:pt x="334884" y="2330"/>
                    <a:pt x="339318" y="-626"/>
                    <a:pt x="343752" y="113"/>
                  </a:cubicBezTo>
                  <a:lnTo>
                    <a:pt x="396960" y="8981"/>
                  </a:lnTo>
                  <a:cubicBezTo>
                    <a:pt x="401394" y="9720"/>
                    <a:pt x="405089" y="13415"/>
                    <a:pt x="404351" y="17849"/>
                  </a:cubicBezTo>
                  <a:lnTo>
                    <a:pt x="399917" y="75492"/>
                  </a:lnTo>
                  <a:cubicBezTo>
                    <a:pt x="417135" y="80909"/>
                    <a:pt x="433689" y="88299"/>
                    <a:pt x="449430" y="97662"/>
                  </a:cubicBezTo>
                  <a:lnTo>
                    <a:pt x="488598" y="55539"/>
                  </a:lnTo>
                  <a:cubicBezTo>
                    <a:pt x="492293" y="52583"/>
                    <a:pt x="496727" y="52583"/>
                    <a:pt x="500422" y="54800"/>
                  </a:cubicBezTo>
                  <a:lnTo>
                    <a:pt x="542546" y="89533"/>
                  </a:lnTo>
                  <a:cubicBezTo>
                    <a:pt x="546241" y="91750"/>
                    <a:pt x="546980" y="96923"/>
                    <a:pt x="544023" y="100618"/>
                  </a:cubicBezTo>
                  <a:lnTo>
                    <a:pt x="511507" y="147915"/>
                  </a:lnTo>
                  <a:cubicBezTo>
                    <a:pt x="523849" y="161712"/>
                    <a:pt x="534416" y="176492"/>
                    <a:pt x="543285" y="192255"/>
                  </a:cubicBezTo>
                  <a:close/>
                  <a:moveTo>
                    <a:pt x="303107" y="427999"/>
                  </a:moveTo>
                  <a:cubicBezTo>
                    <a:pt x="362227" y="436867"/>
                    <a:pt x="418392" y="396961"/>
                    <a:pt x="427999" y="337840"/>
                  </a:cubicBezTo>
                  <a:cubicBezTo>
                    <a:pt x="436867" y="277980"/>
                    <a:pt x="396960" y="222555"/>
                    <a:pt x="337101" y="212948"/>
                  </a:cubicBezTo>
                  <a:cubicBezTo>
                    <a:pt x="277980" y="203341"/>
                    <a:pt x="222555" y="243986"/>
                    <a:pt x="212947" y="303107"/>
                  </a:cubicBezTo>
                  <a:cubicBezTo>
                    <a:pt x="203341" y="362227"/>
                    <a:pt x="243986" y="418392"/>
                    <a:pt x="303107" y="427999"/>
                  </a:cubicBezTo>
                  <a:close/>
                </a:path>
              </a:pathLst>
            </a:custGeom>
            <a:solidFill>
              <a:srgbClr val="B7D9F9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20D5BB4-893C-A206-D69A-FD5BACF623F6}"/>
                </a:ext>
              </a:extLst>
            </p:cNvPr>
            <p:cNvSpPr/>
            <p:nvPr/>
          </p:nvSpPr>
          <p:spPr>
            <a:xfrm>
              <a:off x="6961498" y="1988370"/>
              <a:ext cx="426550" cy="426002"/>
            </a:xfrm>
            <a:custGeom>
              <a:avLst/>
              <a:gdLst>
                <a:gd name="connsiteX0" fmla="*/ 399065 w 426550"/>
                <a:gd name="connsiteY0" fmla="*/ 116908 h 426002"/>
                <a:gd name="connsiteX1" fmla="*/ 405716 w 426550"/>
                <a:gd name="connsiteY1" fmla="*/ 120603 h 426002"/>
                <a:gd name="connsiteX2" fmla="*/ 419018 w 426550"/>
                <a:gd name="connsiteY2" fmla="*/ 153859 h 426002"/>
                <a:gd name="connsiteX3" fmla="*/ 416061 w 426550"/>
                <a:gd name="connsiteY3" fmla="*/ 161249 h 426002"/>
                <a:gd name="connsiteX4" fmla="*/ 381328 w 426550"/>
                <a:gd name="connsiteY4" fmla="*/ 177507 h 426002"/>
                <a:gd name="connsiteX5" fmla="*/ 385023 w 426550"/>
                <a:gd name="connsiteY5" fmla="*/ 213719 h 426002"/>
                <a:gd name="connsiteX6" fmla="*/ 421974 w 426550"/>
                <a:gd name="connsiteY6" fmla="*/ 222587 h 426002"/>
                <a:gd name="connsiteX7" fmla="*/ 426408 w 426550"/>
                <a:gd name="connsiteY7" fmla="*/ 229238 h 426002"/>
                <a:gd name="connsiteX8" fmla="*/ 420496 w 426550"/>
                <a:gd name="connsiteY8" fmla="*/ 264710 h 426002"/>
                <a:gd name="connsiteX9" fmla="*/ 414584 w 426550"/>
                <a:gd name="connsiteY9" fmla="*/ 269144 h 426002"/>
                <a:gd name="connsiteX10" fmla="*/ 376156 w 426550"/>
                <a:gd name="connsiteY10" fmla="*/ 266188 h 426002"/>
                <a:gd name="connsiteX11" fmla="*/ 361375 w 426550"/>
                <a:gd name="connsiteY11" fmla="*/ 299443 h 426002"/>
                <a:gd name="connsiteX12" fmla="*/ 389457 w 426550"/>
                <a:gd name="connsiteY12" fmla="*/ 325309 h 426002"/>
                <a:gd name="connsiteX13" fmla="*/ 390196 w 426550"/>
                <a:gd name="connsiteY13" fmla="*/ 333438 h 426002"/>
                <a:gd name="connsiteX14" fmla="*/ 367287 w 426550"/>
                <a:gd name="connsiteY14" fmla="*/ 361520 h 426002"/>
                <a:gd name="connsiteX15" fmla="*/ 359897 w 426550"/>
                <a:gd name="connsiteY15" fmla="*/ 362259 h 426002"/>
                <a:gd name="connsiteX16" fmla="*/ 328120 w 426550"/>
                <a:gd name="connsiteY16" fmla="*/ 340828 h 426002"/>
                <a:gd name="connsiteX17" fmla="*/ 298560 w 426550"/>
                <a:gd name="connsiteY17" fmla="*/ 362259 h 426002"/>
                <a:gd name="connsiteX18" fmla="*/ 309645 w 426550"/>
                <a:gd name="connsiteY18" fmla="*/ 398471 h 426002"/>
                <a:gd name="connsiteX19" fmla="*/ 305950 w 426550"/>
                <a:gd name="connsiteY19" fmla="*/ 405861 h 426002"/>
                <a:gd name="connsiteX20" fmla="*/ 272694 w 426550"/>
                <a:gd name="connsiteY20" fmla="*/ 418424 h 426002"/>
                <a:gd name="connsiteX21" fmla="*/ 265304 w 426550"/>
                <a:gd name="connsiteY21" fmla="*/ 415468 h 426002"/>
                <a:gd name="connsiteX22" fmla="*/ 249046 w 426550"/>
                <a:gd name="connsiteY22" fmla="*/ 380734 h 426002"/>
                <a:gd name="connsiteX23" fmla="*/ 212834 w 426550"/>
                <a:gd name="connsiteY23" fmla="*/ 384429 h 426002"/>
                <a:gd name="connsiteX24" fmla="*/ 203966 w 426550"/>
                <a:gd name="connsiteY24" fmla="*/ 422119 h 426002"/>
                <a:gd name="connsiteX25" fmla="*/ 197315 w 426550"/>
                <a:gd name="connsiteY25" fmla="*/ 425814 h 426002"/>
                <a:gd name="connsiteX26" fmla="*/ 161843 w 426550"/>
                <a:gd name="connsiteY26" fmla="*/ 420641 h 426002"/>
                <a:gd name="connsiteX27" fmla="*/ 157408 w 426550"/>
                <a:gd name="connsiteY27" fmla="*/ 414729 h 426002"/>
                <a:gd name="connsiteX28" fmla="*/ 160365 w 426550"/>
                <a:gd name="connsiteY28" fmla="*/ 376300 h 426002"/>
                <a:gd name="connsiteX29" fmla="*/ 127109 w 426550"/>
                <a:gd name="connsiteY29" fmla="*/ 361520 h 426002"/>
                <a:gd name="connsiteX30" fmla="*/ 100505 w 426550"/>
                <a:gd name="connsiteY30" fmla="*/ 388864 h 426002"/>
                <a:gd name="connsiteX31" fmla="*/ 93115 w 426550"/>
                <a:gd name="connsiteY31" fmla="*/ 389602 h 426002"/>
                <a:gd name="connsiteX32" fmla="*/ 65032 w 426550"/>
                <a:gd name="connsiteY32" fmla="*/ 366693 h 426002"/>
                <a:gd name="connsiteX33" fmla="*/ 64293 w 426550"/>
                <a:gd name="connsiteY33" fmla="*/ 359303 h 426002"/>
                <a:gd name="connsiteX34" fmla="*/ 85725 w 426550"/>
                <a:gd name="connsiteY34" fmla="*/ 327526 h 426002"/>
                <a:gd name="connsiteX35" fmla="*/ 65032 w 426550"/>
                <a:gd name="connsiteY35" fmla="*/ 298705 h 426002"/>
                <a:gd name="connsiteX36" fmla="*/ 28082 w 426550"/>
                <a:gd name="connsiteY36" fmla="*/ 309051 h 426002"/>
                <a:gd name="connsiteX37" fmla="*/ 20692 w 426550"/>
                <a:gd name="connsiteY37" fmla="*/ 306095 h 426002"/>
                <a:gd name="connsiteX38" fmla="*/ 8129 w 426550"/>
                <a:gd name="connsiteY38" fmla="*/ 272100 h 426002"/>
                <a:gd name="connsiteX39" fmla="*/ 11085 w 426550"/>
                <a:gd name="connsiteY39" fmla="*/ 264710 h 426002"/>
                <a:gd name="connsiteX40" fmla="*/ 45818 w 426550"/>
                <a:gd name="connsiteY40" fmla="*/ 248452 h 426002"/>
                <a:gd name="connsiteX41" fmla="*/ 42123 w 426550"/>
                <a:gd name="connsiteY41" fmla="*/ 212979 h 426002"/>
                <a:gd name="connsiteX42" fmla="*/ 4434 w 426550"/>
                <a:gd name="connsiteY42" fmla="*/ 203372 h 426002"/>
                <a:gd name="connsiteX43" fmla="*/ 0 w 426550"/>
                <a:gd name="connsiteY43" fmla="*/ 197460 h 426002"/>
                <a:gd name="connsiteX44" fmla="*/ 5912 w 426550"/>
                <a:gd name="connsiteY44" fmla="*/ 161249 h 426002"/>
                <a:gd name="connsiteX45" fmla="*/ 11824 w 426550"/>
                <a:gd name="connsiteY45" fmla="*/ 156815 h 426002"/>
                <a:gd name="connsiteX46" fmla="*/ 50252 w 426550"/>
                <a:gd name="connsiteY46" fmla="*/ 159771 h 426002"/>
                <a:gd name="connsiteX47" fmla="*/ 65032 w 426550"/>
                <a:gd name="connsiteY47" fmla="*/ 127254 h 426002"/>
                <a:gd name="connsiteX48" fmla="*/ 36950 w 426550"/>
                <a:gd name="connsiteY48" fmla="*/ 100650 h 426002"/>
                <a:gd name="connsiteX49" fmla="*/ 36950 w 426550"/>
                <a:gd name="connsiteY49" fmla="*/ 92521 h 426002"/>
                <a:gd name="connsiteX50" fmla="*/ 59860 w 426550"/>
                <a:gd name="connsiteY50" fmla="*/ 64439 h 426002"/>
                <a:gd name="connsiteX51" fmla="*/ 67250 w 426550"/>
                <a:gd name="connsiteY51" fmla="*/ 63700 h 426002"/>
                <a:gd name="connsiteX52" fmla="*/ 98288 w 426550"/>
                <a:gd name="connsiteY52" fmla="*/ 85870 h 426002"/>
                <a:gd name="connsiteX53" fmla="*/ 127848 w 426550"/>
                <a:gd name="connsiteY53" fmla="*/ 64439 h 426002"/>
                <a:gd name="connsiteX54" fmla="*/ 117503 w 426550"/>
                <a:gd name="connsiteY54" fmla="*/ 27488 h 426002"/>
                <a:gd name="connsiteX55" fmla="*/ 120458 w 426550"/>
                <a:gd name="connsiteY55" fmla="*/ 20837 h 426002"/>
                <a:gd name="connsiteX56" fmla="*/ 154453 w 426550"/>
                <a:gd name="connsiteY56" fmla="*/ 7535 h 426002"/>
                <a:gd name="connsiteX57" fmla="*/ 161843 w 426550"/>
                <a:gd name="connsiteY57" fmla="*/ 10491 h 426002"/>
                <a:gd name="connsiteX58" fmla="*/ 178101 w 426550"/>
                <a:gd name="connsiteY58" fmla="*/ 45225 h 426002"/>
                <a:gd name="connsiteX59" fmla="*/ 213574 w 426550"/>
                <a:gd name="connsiteY59" fmla="*/ 41529 h 426002"/>
                <a:gd name="connsiteX60" fmla="*/ 223180 w 426550"/>
                <a:gd name="connsiteY60" fmla="*/ 3840 h 426002"/>
                <a:gd name="connsiteX61" fmla="*/ 229093 w 426550"/>
                <a:gd name="connsiteY61" fmla="*/ 145 h 426002"/>
                <a:gd name="connsiteX62" fmla="*/ 264565 w 426550"/>
                <a:gd name="connsiteY62" fmla="*/ 5318 h 426002"/>
                <a:gd name="connsiteX63" fmla="*/ 269738 w 426550"/>
                <a:gd name="connsiteY63" fmla="*/ 11969 h 426002"/>
                <a:gd name="connsiteX64" fmla="*/ 266782 w 426550"/>
                <a:gd name="connsiteY64" fmla="*/ 49658 h 426002"/>
                <a:gd name="connsiteX65" fmla="*/ 299299 w 426550"/>
                <a:gd name="connsiteY65" fmla="*/ 64439 h 426002"/>
                <a:gd name="connsiteX66" fmla="*/ 325903 w 426550"/>
                <a:gd name="connsiteY66" fmla="*/ 37095 h 426002"/>
                <a:gd name="connsiteX67" fmla="*/ 334032 w 426550"/>
                <a:gd name="connsiteY67" fmla="*/ 36356 h 426002"/>
                <a:gd name="connsiteX68" fmla="*/ 361375 w 426550"/>
                <a:gd name="connsiteY68" fmla="*/ 59266 h 426002"/>
                <a:gd name="connsiteX69" fmla="*/ 362853 w 426550"/>
                <a:gd name="connsiteY69" fmla="*/ 66656 h 426002"/>
                <a:gd name="connsiteX70" fmla="*/ 340683 w 426550"/>
                <a:gd name="connsiteY70" fmla="*/ 98433 h 426002"/>
                <a:gd name="connsiteX71" fmla="*/ 362114 w 426550"/>
                <a:gd name="connsiteY71" fmla="*/ 127993 h 426002"/>
                <a:gd name="connsiteX72" fmla="*/ 202489 w 426550"/>
                <a:gd name="connsiteY72" fmla="*/ 284663 h 426002"/>
                <a:gd name="connsiteX73" fmla="*/ 285257 w 426550"/>
                <a:gd name="connsiteY73" fmla="*/ 224065 h 426002"/>
                <a:gd name="connsiteX74" fmla="*/ 225398 w 426550"/>
                <a:gd name="connsiteY74" fmla="*/ 141296 h 426002"/>
                <a:gd name="connsiteX75" fmla="*/ 141889 w 426550"/>
                <a:gd name="connsiteY75" fmla="*/ 201155 h 426002"/>
                <a:gd name="connsiteX76" fmla="*/ 202489 w 426550"/>
                <a:gd name="connsiteY76" fmla="*/ 284663 h 42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26550" h="426002">
                  <a:moveTo>
                    <a:pt x="399065" y="116908"/>
                  </a:moveTo>
                  <a:cubicBezTo>
                    <a:pt x="402021" y="116169"/>
                    <a:pt x="404976" y="117647"/>
                    <a:pt x="405716" y="120603"/>
                  </a:cubicBezTo>
                  <a:lnTo>
                    <a:pt x="419018" y="153859"/>
                  </a:lnTo>
                  <a:cubicBezTo>
                    <a:pt x="419756" y="156815"/>
                    <a:pt x="418279" y="159771"/>
                    <a:pt x="416061" y="161249"/>
                  </a:cubicBezTo>
                  <a:lnTo>
                    <a:pt x="381328" y="177507"/>
                  </a:lnTo>
                  <a:cubicBezTo>
                    <a:pt x="383767" y="189331"/>
                    <a:pt x="385023" y="201399"/>
                    <a:pt x="385023" y="213719"/>
                  </a:cubicBezTo>
                  <a:lnTo>
                    <a:pt x="421974" y="222587"/>
                  </a:lnTo>
                  <a:cubicBezTo>
                    <a:pt x="424930" y="223326"/>
                    <a:pt x="427146" y="226282"/>
                    <a:pt x="426408" y="229238"/>
                  </a:cubicBezTo>
                  <a:lnTo>
                    <a:pt x="420496" y="264710"/>
                  </a:lnTo>
                  <a:cubicBezTo>
                    <a:pt x="420496" y="267666"/>
                    <a:pt x="417540" y="269883"/>
                    <a:pt x="414584" y="269144"/>
                  </a:cubicBezTo>
                  <a:lnTo>
                    <a:pt x="376156" y="266188"/>
                  </a:lnTo>
                  <a:cubicBezTo>
                    <a:pt x="372682" y="277517"/>
                    <a:pt x="367805" y="288602"/>
                    <a:pt x="361375" y="299443"/>
                  </a:cubicBezTo>
                  <a:lnTo>
                    <a:pt x="389457" y="325309"/>
                  </a:lnTo>
                  <a:cubicBezTo>
                    <a:pt x="391675" y="327526"/>
                    <a:pt x="391675" y="331221"/>
                    <a:pt x="390196" y="333438"/>
                  </a:cubicBezTo>
                  <a:lnTo>
                    <a:pt x="367287" y="361520"/>
                  </a:lnTo>
                  <a:cubicBezTo>
                    <a:pt x="365809" y="363737"/>
                    <a:pt x="362114" y="363737"/>
                    <a:pt x="359897" y="362259"/>
                  </a:cubicBezTo>
                  <a:lnTo>
                    <a:pt x="328120" y="340828"/>
                  </a:lnTo>
                  <a:cubicBezTo>
                    <a:pt x="319251" y="348713"/>
                    <a:pt x="309423" y="355852"/>
                    <a:pt x="298560" y="362259"/>
                  </a:cubicBezTo>
                  <a:lnTo>
                    <a:pt x="309645" y="398471"/>
                  </a:lnTo>
                  <a:cubicBezTo>
                    <a:pt x="310384" y="401427"/>
                    <a:pt x="308905" y="404383"/>
                    <a:pt x="305950" y="405861"/>
                  </a:cubicBezTo>
                  <a:lnTo>
                    <a:pt x="272694" y="418424"/>
                  </a:lnTo>
                  <a:cubicBezTo>
                    <a:pt x="269738" y="419163"/>
                    <a:pt x="266782" y="418424"/>
                    <a:pt x="265304" y="415468"/>
                  </a:cubicBezTo>
                  <a:lnTo>
                    <a:pt x="249046" y="380734"/>
                  </a:lnTo>
                  <a:cubicBezTo>
                    <a:pt x="237222" y="383195"/>
                    <a:pt x="225176" y="384429"/>
                    <a:pt x="212834" y="384429"/>
                  </a:cubicBezTo>
                  <a:lnTo>
                    <a:pt x="203966" y="422119"/>
                  </a:lnTo>
                  <a:cubicBezTo>
                    <a:pt x="203227" y="425075"/>
                    <a:pt x="200271" y="426553"/>
                    <a:pt x="197315" y="425814"/>
                  </a:cubicBezTo>
                  <a:lnTo>
                    <a:pt x="161843" y="420641"/>
                  </a:lnTo>
                  <a:cubicBezTo>
                    <a:pt x="158887" y="419902"/>
                    <a:pt x="156669" y="417685"/>
                    <a:pt x="157408" y="414729"/>
                  </a:cubicBezTo>
                  <a:lnTo>
                    <a:pt x="160365" y="376300"/>
                  </a:lnTo>
                  <a:cubicBezTo>
                    <a:pt x="148541" y="372361"/>
                    <a:pt x="137455" y="367432"/>
                    <a:pt x="127109" y="361520"/>
                  </a:cubicBezTo>
                  <a:lnTo>
                    <a:pt x="100505" y="388864"/>
                  </a:lnTo>
                  <a:cubicBezTo>
                    <a:pt x="99027" y="391081"/>
                    <a:pt x="95332" y="391820"/>
                    <a:pt x="93115" y="389602"/>
                  </a:cubicBezTo>
                  <a:lnTo>
                    <a:pt x="65032" y="366693"/>
                  </a:lnTo>
                  <a:cubicBezTo>
                    <a:pt x="62816" y="365215"/>
                    <a:pt x="62077" y="361520"/>
                    <a:pt x="64293" y="359303"/>
                  </a:cubicBezTo>
                  <a:lnTo>
                    <a:pt x="85725" y="327526"/>
                  </a:lnTo>
                  <a:cubicBezTo>
                    <a:pt x="77818" y="318658"/>
                    <a:pt x="70945" y="309051"/>
                    <a:pt x="65032" y="298705"/>
                  </a:cubicBezTo>
                  <a:lnTo>
                    <a:pt x="28082" y="309051"/>
                  </a:lnTo>
                  <a:cubicBezTo>
                    <a:pt x="25126" y="309790"/>
                    <a:pt x="22170" y="308312"/>
                    <a:pt x="20692" y="306095"/>
                  </a:cubicBezTo>
                  <a:lnTo>
                    <a:pt x="8129" y="272100"/>
                  </a:lnTo>
                  <a:cubicBezTo>
                    <a:pt x="7390" y="269144"/>
                    <a:pt x="8129" y="266188"/>
                    <a:pt x="11085" y="264710"/>
                  </a:cubicBezTo>
                  <a:lnTo>
                    <a:pt x="45818" y="248452"/>
                  </a:lnTo>
                  <a:cubicBezTo>
                    <a:pt x="43380" y="236628"/>
                    <a:pt x="42123" y="224804"/>
                    <a:pt x="42123" y="212979"/>
                  </a:cubicBezTo>
                  <a:lnTo>
                    <a:pt x="4434" y="203372"/>
                  </a:lnTo>
                  <a:cubicBezTo>
                    <a:pt x="1478" y="202633"/>
                    <a:pt x="0" y="200416"/>
                    <a:pt x="0" y="197460"/>
                  </a:cubicBezTo>
                  <a:lnTo>
                    <a:pt x="5912" y="161249"/>
                  </a:lnTo>
                  <a:cubicBezTo>
                    <a:pt x="6651" y="158293"/>
                    <a:pt x="8868" y="156815"/>
                    <a:pt x="11824" y="156815"/>
                  </a:cubicBezTo>
                  <a:lnTo>
                    <a:pt x="50252" y="159771"/>
                  </a:lnTo>
                  <a:cubicBezTo>
                    <a:pt x="54169" y="148442"/>
                    <a:pt x="59121" y="137601"/>
                    <a:pt x="65032" y="127254"/>
                  </a:cubicBezTo>
                  <a:lnTo>
                    <a:pt x="36950" y="100650"/>
                  </a:lnTo>
                  <a:cubicBezTo>
                    <a:pt x="35472" y="98433"/>
                    <a:pt x="34733" y="94738"/>
                    <a:pt x="36950" y="92521"/>
                  </a:cubicBezTo>
                  <a:lnTo>
                    <a:pt x="59860" y="64439"/>
                  </a:lnTo>
                  <a:cubicBezTo>
                    <a:pt x="61337" y="62222"/>
                    <a:pt x="65032" y="62222"/>
                    <a:pt x="67250" y="63700"/>
                  </a:cubicBezTo>
                  <a:lnTo>
                    <a:pt x="98288" y="85870"/>
                  </a:lnTo>
                  <a:cubicBezTo>
                    <a:pt x="107673" y="77497"/>
                    <a:pt x="117503" y="70351"/>
                    <a:pt x="127848" y="64439"/>
                  </a:cubicBezTo>
                  <a:lnTo>
                    <a:pt x="117503" y="27488"/>
                  </a:lnTo>
                  <a:cubicBezTo>
                    <a:pt x="116024" y="24532"/>
                    <a:pt x="117503" y="21576"/>
                    <a:pt x="120458" y="20837"/>
                  </a:cubicBezTo>
                  <a:lnTo>
                    <a:pt x="154453" y="7535"/>
                  </a:lnTo>
                  <a:cubicBezTo>
                    <a:pt x="157408" y="6796"/>
                    <a:pt x="160365" y="7535"/>
                    <a:pt x="161843" y="10491"/>
                  </a:cubicBezTo>
                  <a:lnTo>
                    <a:pt x="178101" y="45225"/>
                  </a:lnTo>
                  <a:cubicBezTo>
                    <a:pt x="189925" y="42764"/>
                    <a:pt x="201749" y="41529"/>
                    <a:pt x="213574" y="41529"/>
                  </a:cubicBezTo>
                  <a:lnTo>
                    <a:pt x="223180" y="3840"/>
                  </a:lnTo>
                  <a:cubicBezTo>
                    <a:pt x="223919" y="1623"/>
                    <a:pt x="226136" y="-594"/>
                    <a:pt x="229093" y="145"/>
                  </a:cubicBezTo>
                  <a:lnTo>
                    <a:pt x="264565" y="5318"/>
                  </a:lnTo>
                  <a:cubicBezTo>
                    <a:pt x="267521" y="6057"/>
                    <a:pt x="269738" y="9013"/>
                    <a:pt x="269738" y="11969"/>
                  </a:cubicBezTo>
                  <a:lnTo>
                    <a:pt x="266782" y="49658"/>
                  </a:lnTo>
                  <a:cubicBezTo>
                    <a:pt x="278089" y="53597"/>
                    <a:pt x="288952" y="58527"/>
                    <a:pt x="299299" y="64439"/>
                  </a:cubicBezTo>
                  <a:lnTo>
                    <a:pt x="325903" y="37095"/>
                  </a:lnTo>
                  <a:cubicBezTo>
                    <a:pt x="328120" y="34878"/>
                    <a:pt x="331075" y="34878"/>
                    <a:pt x="334032" y="36356"/>
                  </a:cubicBezTo>
                  <a:lnTo>
                    <a:pt x="361375" y="59266"/>
                  </a:lnTo>
                  <a:cubicBezTo>
                    <a:pt x="364331" y="60744"/>
                    <a:pt x="364331" y="64439"/>
                    <a:pt x="362853" y="66656"/>
                  </a:cubicBezTo>
                  <a:lnTo>
                    <a:pt x="340683" y="98433"/>
                  </a:lnTo>
                  <a:cubicBezTo>
                    <a:pt x="349034" y="107301"/>
                    <a:pt x="356202" y="117152"/>
                    <a:pt x="362114" y="127993"/>
                  </a:cubicBezTo>
                  <a:close/>
                  <a:moveTo>
                    <a:pt x="202489" y="284663"/>
                  </a:moveTo>
                  <a:cubicBezTo>
                    <a:pt x="241655" y="290575"/>
                    <a:pt x="278606" y="263971"/>
                    <a:pt x="285257" y="224065"/>
                  </a:cubicBezTo>
                  <a:cubicBezTo>
                    <a:pt x="291170" y="184897"/>
                    <a:pt x="264565" y="147947"/>
                    <a:pt x="225398" y="141296"/>
                  </a:cubicBezTo>
                  <a:cubicBezTo>
                    <a:pt x="185491" y="135384"/>
                    <a:pt x="148541" y="161988"/>
                    <a:pt x="141889" y="201155"/>
                  </a:cubicBezTo>
                  <a:cubicBezTo>
                    <a:pt x="135978" y="241062"/>
                    <a:pt x="162582" y="278012"/>
                    <a:pt x="202489" y="284663"/>
                  </a:cubicBezTo>
                  <a:close/>
                </a:path>
              </a:pathLst>
            </a:custGeom>
            <a:solidFill>
              <a:srgbClr val="B7D9F9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B1B1023-6D65-091D-E49A-51AA674F0EB7}"/>
                </a:ext>
              </a:extLst>
            </p:cNvPr>
            <p:cNvSpPr/>
            <p:nvPr/>
          </p:nvSpPr>
          <p:spPr>
            <a:xfrm>
              <a:off x="3538410" y="6079666"/>
              <a:ext cx="6374688" cy="118980"/>
            </a:xfrm>
            <a:custGeom>
              <a:avLst/>
              <a:gdLst>
                <a:gd name="connsiteX0" fmla="*/ 3187344 w 6374688"/>
                <a:gd name="connsiteY0" fmla="*/ 0 h 118980"/>
                <a:gd name="connsiteX1" fmla="*/ 6374689 w 6374688"/>
                <a:gd name="connsiteY1" fmla="*/ 59860 h 118980"/>
                <a:gd name="connsiteX2" fmla="*/ 3187344 w 6374688"/>
                <a:gd name="connsiteY2" fmla="*/ 118981 h 118980"/>
                <a:gd name="connsiteX3" fmla="*/ 0 w 6374688"/>
                <a:gd name="connsiteY3" fmla="*/ 59860 h 118980"/>
                <a:gd name="connsiteX4" fmla="*/ 3187344 w 6374688"/>
                <a:gd name="connsiteY4" fmla="*/ 0 h 118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4688" h="118980">
                  <a:moveTo>
                    <a:pt x="3187344" y="0"/>
                  </a:moveTo>
                  <a:cubicBezTo>
                    <a:pt x="4947662" y="0"/>
                    <a:pt x="6374689" y="26605"/>
                    <a:pt x="6374689" y="59860"/>
                  </a:cubicBezTo>
                  <a:cubicBezTo>
                    <a:pt x="6374689" y="92376"/>
                    <a:pt x="4947662" y="118981"/>
                    <a:pt x="3187344" y="118981"/>
                  </a:cubicBezTo>
                  <a:cubicBezTo>
                    <a:pt x="1427026" y="118981"/>
                    <a:pt x="0" y="92376"/>
                    <a:pt x="0" y="59860"/>
                  </a:cubicBezTo>
                  <a:cubicBezTo>
                    <a:pt x="0" y="26605"/>
                    <a:pt x="1427026" y="0"/>
                    <a:pt x="3187344" y="0"/>
                  </a:cubicBezTo>
                  <a:close/>
                </a:path>
              </a:pathLst>
            </a:custGeom>
            <a:solidFill>
              <a:srgbClr val="B7D9F9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4052273-2FBB-2D2D-F71B-68307E04F5B1}"/>
                </a:ext>
              </a:extLst>
            </p:cNvPr>
            <p:cNvSpPr/>
            <p:nvPr/>
          </p:nvSpPr>
          <p:spPr>
            <a:xfrm>
              <a:off x="8063360" y="3446579"/>
              <a:ext cx="1613994" cy="2709944"/>
            </a:xfrm>
            <a:custGeom>
              <a:avLst/>
              <a:gdLst>
                <a:gd name="connsiteX0" fmla="*/ 92376 w 1613994"/>
                <a:gd name="connsiteY0" fmla="*/ 0 h 2709944"/>
                <a:gd name="connsiteX1" fmla="*/ 1522358 w 1613994"/>
                <a:gd name="connsiteY1" fmla="*/ 0 h 2709944"/>
                <a:gd name="connsiteX2" fmla="*/ 1613995 w 1613994"/>
                <a:gd name="connsiteY2" fmla="*/ 92376 h 2709944"/>
                <a:gd name="connsiteX3" fmla="*/ 1613995 w 1613994"/>
                <a:gd name="connsiteY3" fmla="*/ 2618308 h 2709944"/>
                <a:gd name="connsiteX4" fmla="*/ 1522358 w 1613994"/>
                <a:gd name="connsiteY4" fmla="*/ 2709945 h 2709944"/>
                <a:gd name="connsiteX5" fmla="*/ 92376 w 1613994"/>
                <a:gd name="connsiteY5" fmla="*/ 2709945 h 2709944"/>
                <a:gd name="connsiteX6" fmla="*/ 0 w 1613994"/>
                <a:gd name="connsiteY6" fmla="*/ 2618308 h 2709944"/>
                <a:gd name="connsiteX7" fmla="*/ 0 w 1613994"/>
                <a:gd name="connsiteY7" fmla="*/ 92376 h 2709944"/>
                <a:gd name="connsiteX8" fmla="*/ 92376 w 1613994"/>
                <a:gd name="connsiteY8" fmla="*/ 0 h 270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3994" h="2709944">
                  <a:moveTo>
                    <a:pt x="92376" y="0"/>
                  </a:moveTo>
                  <a:lnTo>
                    <a:pt x="1522358" y="0"/>
                  </a:lnTo>
                  <a:cubicBezTo>
                    <a:pt x="1572611" y="0"/>
                    <a:pt x="1613995" y="41385"/>
                    <a:pt x="1613995" y="92376"/>
                  </a:cubicBezTo>
                  <a:lnTo>
                    <a:pt x="1613995" y="2618308"/>
                  </a:lnTo>
                  <a:cubicBezTo>
                    <a:pt x="1613995" y="2669299"/>
                    <a:pt x="1572611" y="2709945"/>
                    <a:pt x="1522358" y="2709945"/>
                  </a:cubicBezTo>
                  <a:lnTo>
                    <a:pt x="92376" y="2709945"/>
                  </a:lnTo>
                  <a:cubicBezTo>
                    <a:pt x="41384" y="2709945"/>
                    <a:pt x="0" y="2669299"/>
                    <a:pt x="0" y="2618308"/>
                  </a:cubicBezTo>
                  <a:lnTo>
                    <a:pt x="0" y="92376"/>
                  </a:lnTo>
                  <a:cubicBezTo>
                    <a:pt x="0" y="41385"/>
                    <a:pt x="41384" y="0"/>
                    <a:pt x="92376" y="0"/>
                  </a:cubicBezTo>
                  <a:close/>
                </a:path>
              </a:pathLst>
            </a:custGeom>
            <a:solidFill>
              <a:srgbClr val="844BF0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AE64BB-ACFD-4AE2-8ED6-6EDC3ED0834C}"/>
                </a:ext>
              </a:extLst>
            </p:cNvPr>
            <p:cNvSpPr/>
            <p:nvPr/>
          </p:nvSpPr>
          <p:spPr>
            <a:xfrm>
              <a:off x="8135043" y="3581078"/>
              <a:ext cx="1470627" cy="2399561"/>
            </a:xfrm>
            <a:custGeom>
              <a:avLst/>
              <a:gdLst>
                <a:gd name="connsiteX0" fmla="*/ 82031 w 1470627"/>
                <a:gd name="connsiteY0" fmla="*/ 0 h 2399561"/>
                <a:gd name="connsiteX1" fmla="*/ 1388597 w 1470627"/>
                <a:gd name="connsiteY1" fmla="*/ 0 h 2399561"/>
                <a:gd name="connsiteX2" fmla="*/ 1470627 w 1470627"/>
                <a:gd name="connsiteY2" fmla="*/ 82030 h 2399561"/>
                <a:gd name="connsiteX3" fmla="*/ 1470627 w 1470627"/>
                <a:gd name="connsiteY3" fmla="*/ 2317531 h 2399561"/>
                <a:gd name="connsiteX4" fmla="*/ 1388597 w 1470627"/>
                <a:gd name="connsiteY4" fmla="*/ 2399561 h 2399561"/>
                <a:gd name="connsiteX5" fmla="*/ 82031 w 1470627"/>
                <a:gd name="connsiteY5" fmla="*/ 2399561 h 2399561"/>
                <a:gd name="connsiteX6" fmla="*/ 0 w 1470627"/>
                <a:gd name="connsiteY6" fmla="*/ 2317531 h 2399561"/>
                <a:gd name="connsiteX7" fmla="*/ 0 w 1470627"/>
                <a:gd name="connsiteY7" fmla="*/ 82030 h 2399561"/>
                <a:gd name="connsiteX8" fmla="*/ 82031 w 1470627"/>
                <a:gd name="connsiteY8" fmla="*/ 0 h 2399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70627" h="2399561">
                  <a:moveTo>
                    <a:pt x="82031" y="0"/>
                  </a:moveTo>
                  <a:lnTo>
                    <a:pt x="1388597" y="0"/>
                  </a:lnTo>
                  <a:cubicBezTo>
                    <a:pt x="1433677" y="0"/>
                    <a:pt x="1470627" y="36950"/>
                    <a:pt x="1470627" y="82030"/>
                  </a:cubicBezTo>
                  <a:lnTo>
                    <a:pt x="1470627" y="2317531"/>
                  </a:lnTo>
                  <a:cubicBezTo>
                    <a:pt x="1470627" y="2362611"/>
                    <a:pt x="1433677" y="2399561"/>
                    <a:pt x="1388597" y="2399561"/>
                  </a:cubicBezTo>
                  <a:lnTo>
                    <a:pt x="82031" y="2399561"/>
                  </a:lnTo>
                  <a:cubicBezTo>
                    <a:pt x="36950" y="2399561"/>
                    <a:pt x="0" y="2362611"/>
                    <a:pt x="0" y="2317531"/>
                  </a:cubicBezTo>
                  <a:lnTo>
                    <a:pt x="0" y="82030"/>
                  </a:lnTo>
                  <a:cubicBezTo>
                    <a:pt x="0" y="36950"/>
                    <a:pt x="36950" y="0"/>
                    <a:pt x="82031" y="0"/>
                  </a:cubicBezTo>
                  <a:close/>
                </a:path>
              </a:pathLst>
            </a:custGeom>
            <a:solidFill>
              <a:srgbClr val="2B2468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F36BC9E-6F54-1EF8-B330-A13833CF158C}"/>
                </a:ext>
              </a:extLst>
            </p:cNvPr>
            <p:cNvSpPr/>
            <p:nvPr/>
          </p:nvSpPr>
          <p:spPr>
            <a:xfrm>
              <a:off x="8151302" y="3597336"/>
              <a:ext cx="1438110" cy="2367044"/>
            </a:xfrm>
            <a:custGeom>
              <a:avLst/>
              <a:gdLst>
                <a:gd name="connsiteX0" fmla="*/ 65772 w 1438110"/>
                <a:gd name="connsiteY0" fmla="*/ 0 h 2367044"/>
                <a:gd name="connsiteX1" fmla="*/ 1372339 w 1438110"/>
                <a:gd name="connsiteY1" fmla="*/ 0 h 2367044"/>
                <a:gd name="connsiteX2" fmla="*/ 1438111 w 1438110"/>
                <a:gd name="connsiteY2" fmla="*/ 65772 h 2367044"/>
                <a:gd name="connsiteX3" fmla="*/ 1438111 w 1438110"/>
                <a:gd name="connsiteY3" fmla="*/ 2301273 h 2367044"/>
                <a:gd name="connsiteX4" fmla="*/ 1372339 w 1438110"/>
                <a:gd name="connsiteY4" fmla="*/ 2367045 h 2367044"/>
                <a:gd name="connsiteX5" fmla="*/ 65772 w 1438110"/>
                <a:gd name="connsiteY5" fmla="*/ 2367045 h 2367044"/>
                <a:gd name="connsiteX6" fmla="*/ 0 w 1438110"/>
                <a:gd name="connsiteY6" fmla="*/ 2301273 h 2367044"/>
                <a:gd name="connsiteX7" fmla="*/ 0 w 1438110"/>
                <a:gd name="connsiteY7" fmla="*/ 65772 h 2367044"/>
                <a:gd name="connsiteX8" fmla="*/ 65772 w 1438110"/>
                <a:gd name="connsiteY8" fmla="*/ 0 h 2367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38110" h="2367044">
                  <a:moveTo>
                    <a:pt x="65772" y="0"/>
                  </a:moveTo>
                  <a:lnTo>
                    <a:pt x="1372339" y="0"/>
                  </a:lnTo>
                  <a:cubicBezTo>
                    <a:pt x="1408550" y="0"/>
                    <a:pt x="1438111" y="29560"/>
                    <a:pt x="1438111" y="65772"/>
                  </a:cubicBezTo>
                  <a:lnTo>
                    <a:pt x="1438111" y="2301273"/>
                  </a:lnTo>
                  <a:cubicBezTo>
                    <a:pt x="1438111" y="2337485"/>
                    <a:pt x="1408550" y="2367045"/>
                    <a:pt x="1372339" y="2367045"/>
                  </a:cubicBezTo>
                  <a:lnTo>
                    <a:pt x="65772" y="2367045"/>
                  </a:lnTo>
                  <a:cubicBezTo>
                    <a:pt x="29560" y="2367045"/>
                    <a:pt x="0" y="2337485"/>
                    <a:pt x="0" y="2301273"/>
                  </a:cubicBezTo>
                  <a:lnTo>
                    <a:pt x="0" y="65772"/>
                  </a:lnTo>
                  <a:cubicBezTo>
                    <a:pt x="0" y="29560"/>
                    <a:pt x="29560" y="0"/>
                    <a:pt x="65772" y="0"/>
                  </a:cubicBezTo>
                  <a:close/>
                </a:path>
              </a:pathLst>
            </a:custGeom>
            <a:solidFill>
              <a:srgbClr val="4512B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52AEC25-4D3D-F905-B40F-36628C4E0DC8}"/>
                </a:ext>
              </a:extLst>
            </p:cNvPr>
            <p:cNvSpPr/>
            <p:nvPr/>
          </p:nvSpPr>
          <p:spPr>
            <a:xfrm>
              <a:off x="8206727" y="5810667"/>
              <a:ext cx="1327259" cy="69466"/>
            </a:xfrm>
            <a:custGeom>
              <a:avLst/>
              <a:gdLst>
                <a:gd name="connsiteX0" fmla="*/ 24387 w 1327259"/>
                <a:gd name="connsiteY0" fmla="*/ 0 h 69466"/>
                <a:gd name="connsiteX1" fmla="*/ 1302872 w 1327259"/>
                <a:gd name="connsiteY1" fmla="*/ 0 h 69466"/>
                <a:gd name="connsiteX2" fmla="*/ 1327259 w 1327259"/>
                <a:gd name="connsiteY2" fmla="*/ 24387 h 69466"/>
                <a:gd name="connsiteX3" fmla="*/ 1327259 w 1327259"/>
                <a:gd name="connsiteY3" fmla="*/ 45079 h 69466"/>
                <a:gd name="connsiteX4" fmla="*/ 1302872 w 1327259"/>
                <a:gd name="connsiteY4" fmla="*/ 69467 h 69466"/>
                <a:gd name="connsiteX5" fmla="*/ 24387 w 1327259"/>
                <a:gd name="connsiteY5" fmla="*/ 69467 h 69466"/>
                <a:gd name="connsiteX6" fmla="*/ 0 w 1327259"/>
                <a:gd name="connsiteY6" fmla="*/ 45079 h 69466"/>
                <a:gd name="connsiteX7" fmla="*/ 0 w 1327259"/>
                <a:gd name="connsiteY7" fmla="*/ 24387 h 69466"/>
                <a:gd name="connsiteX8" fmla="*/ 24387 w 1327259"/>
                <a:gd name="connsiteY8" fmla="*/ 0 h 69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27259" h="69466">
                  <a:moveTo>
                    <a:pt x="24387" y="0"/>
                  </a:moveTo>
                  <a:lnTo>
                    <a:pt x="1302872" y="0"/>
                  </a:lnTo>
                  <a:cubicBezTo>
                    <a:pt x="1316174" y="0"/>
                    <a:pt x="1327259" y="11085"/>
                    <a:pt x="1327259" y="24387"/>
                  </a:cubicBezTo>
                  <a:lnTo>
                    <a:pt x="1327259" y="45079"/>
                  </a:lnTo>
                  <a:cubicBezTo>
                    <a:pt x="1327259" y="58381"/>
                    <a:pt x="1316174" y="69467"/>
                    <a:pt x="1302872" y="69467"/>
                  </a:cubicBezTo>
                  <a:lnTo>
                    <a:pt x="24387" y="69467"/>
                  </a:lnTo>
                  <a:cubicBezTo>
                    <a:pt x="11085" y="69467"/>
                    <a:pt x="0" y="58381"/>
                    <a:pt x="0" y="45079"/>
                  </a:cubicBezTo>
                  <a:lnTo>
                    <a:pt x="0" y="24387"/>
                  </a:lnTo>
                  <a:cubicBezTo>
                    <a:pt x="0" y="11085"/>
                    <a:pt x="11085" y="0"/>
                    <a:pt x="24387" y="0"/>
                  </a:cubicBezTo>
                  <a:close/>
                </a:path>
              </a:pathLst>
            </a:custGeom>
            <a:solidFill>
              <a:srgbClr val="9564F2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EE86AA1-37D7-4916-DDBD-B9368EE627C4}"/>
                </a:ext>
              </a:extLst>
            </p:cNvPr>
            <p:cNvSpPr/>
            <p:nvPr/>
          </p:nvSpPr>
          <p:spPr>
            <a:xfrm>
              <a:off x="8206727" y="3681583"/>
              <a:ext cx="1327259" cy="69466"/>
            </a:xfrm>
            <a:custGeom>
              <a:avLst/>
              <a:gdLst>
                <a:gd name="connsiteX0" fmla="*/ 24387 w 1327259"/>
                <a:gd name="connsiteY0" fmla="*/ 0 h 69466"/>
                <a:gd name="connsiteX1" fmla="*/ 1302872 w 1327259"/>
                <a:gd name="connsiteY1" fmla="*/ 0 h 69466"/>
                <a:gd name="connsiteX2" fmla="*/ 1327259 w 1327259"/>
                <a:gd name="connsiteY2" fmla="*/ 24387 h 69466"/>
                <a:gd name="connsiteX3" fmla="*/ 1327259 w 1327259"/>
                <a:gd name="connsiteY3" fmla="*/ 45080 h 69466"/>
                <a:gd name="connsiteX4" fmla="*/ 1302872 w 1327259"/>
                <a:gd name="connsiteY4" fmla="*/ 69467 h 69466"/>
                <a:gd name="connsiteX5" fmla="*/ 24387 w 1327259"/>
                <a:gd name="connsiteY5" fmla="*/ 69467 h 69466"/>
                <a:gd name="connsiteX6" fmla="*/ 0 w 1327259"/>
                <a:gd name="connsiteY6" fmla="*/ 45080 h 69466"/>
                <a:gd name="connsiteX7" fmla="*/ 0 w 1327259"/>
                <a:gd name="connsiteY7" fmla="*/ 24387 h 69466"/>
                <a:gd name="connsiteX8" fmla="*/ 24387 w 1327259"/>
                <a:gd name="connsiteY8" fmla="*/ 0 h 69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27259" h="69466">
                  <a:moveTo>
                    <a:pt x="24387" y="0"/>
                  </a:moveTo>
                  <a:lnTo>
                    <a:pt x="1302872" y="0"/>
                  </a:lnTo>
                  <a:cubicBezTo>
                    <a:pt x="1316174" y="0"/>
                    <a:pt x="1327259" y="11085"/>
                    <a:pt x="1327259" y="24387"/>
                  </a:cubicBezTo>
                  <a:lnTo>
                    <a:pt x="1327259" y="45080"/>
                  </a:lnTo>
                  <a:cubicBezTo>
                    <a:pt x="1327259" y="58382"/>
                    <a:pt x="1316174" y="69467"/>
                    <a:pt x="1302872" y="69467"/>
                  </a:cubicBezTo>
                  <a:lnTo>
                    <a:pt x="24387" y="69467"/>
                  </a:lnTo>
                  <a:cubicBezTo>
                    <a:pt x="11085" y="69467"/>
                    <a:pt x="0" y="58382"/>
                    <a:pt x="0" y="45080"/>
                  </a:cubicBezTo>
                  <a:lnTo>
                    <a:pt x="0" y="24387"/>
                  </a:lnTo>
                  <a:cubicBezTo>
                    <a:pt x="0" y="11085"/>
                    <a:pt x="11085" y="0"/>
                    <a:pt x="24387" y="0"/>
                  </a:cubicBezTo>
                  <a:close/>
                </a:path>
              </a:pathLst>
            </a:custGeom>
            <a:solidFill>
              <a:srgbClr val="9564F2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3CAD454-A6B5-B281-A4C7-9B73E48922EC}"/>
                </a:ext>
              </a:extLst>
            </p:cNvPr>
            <p:cNvSpPr/>
            <p:nvPr/>
          </p:nvSpPr>
          <p:spPr>
            <a:xfrm>
              <a:off x="8330142" y="4249142"/>
              <a:ext cx="118980" cy="118980"/>
            </a:xfrm>
            <a:custGeom>
              <a:avLst/>
              <a:gdLst>
                <a:gd name="connsiteX0" fmla="*/ 8129 w 118980"/>
                <a:gd name="connsiteY0" fmla="*/ 0 h 118980"/>
                <a:gd name="connsiteX1" fmla="*/ 110851 w 118980"/>
                <a:gd name="connsiteY1" fmla="*/ 0 h 118980"/>
                <a:gd name="connsiteX2" fmla="*/ 118980 w 118980"/>
                <a:gd name="connsiteY2" fmla="*/ 7390 h 118980"/>
                <a:gd name="connsiteX3" fmla="*/ 118980 w 118980"/>
                <a:gd name="connsiteY3" fmla="*/ 110851 h 118980"/>
                <a:gd name="connsiteX4" fmla="*/ 110851 w 118980"/>
                <a:gd name="connsiteY4" fmla="*/ 118980 h 118980"/>
                <a:gd name="connsiteX5" fmla="*/ 8129 w 118980"/>
                <a:gd name="connsiteY5" fmla="*/ 118980 h 118980"/>
                <a:gd name="connsiteX6" fmla="*/ 0 w 118980"/>
                <a:gd name="connsiteY6" fmla="*/ 110851 h 118980"/>
                <a:gd name="connsiteX7" fmla="*/ 0 w 118980"/>
                <a:gd name="connsiteY7" fmla="*/ 7390 h 118980"/>
                <a:gd name="connsiteX8" fmla="*/ 8129 w 118980"/>
                <a:gd name="connsiteY8" fmla="*/ 0 h 118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980" h="118980">
                  <a:moveTo>
                    <a:pt x="8129" y="0"/>
                  </a:moveTo>
                  <a:lnTo>
                    <a:pt x="110851" y="0"/>
                  </a:lnTo>
                  <a:cubicBezTo>
                    <a:pt x="115285" y="0"/>
                    <a:pt x="118980" y="2956"/>
                    <a:pt x="118980" y="7390"/>
                  </a:cubicBezTo>
                  <a:lnTo>
                    <a:pt x="118980" y="110851"/>
                  </a:lnTo>
                  <a:cubicBezTo>
                    <a:pt x="118980" y="115285"/>
                    <a:pt x="115285" y="118980"/>
                    <a:pt x="110851" y="118980"/>
                  </a:cubicBezTo>
                  <a:lnTo>
                    <a:pt x="8129" y="118980"/>
                  </a:lnTo>
                  <a:cubicBezTo>
                    <a:pt x="3695" y="118980"/>
                    <a:pt x="0" y="115285"/>
                    <a:pt x="0" y="110851"/>
                  </a:cubicBezTo>
                  <a:lnTo>
                    <a:pt x="0" y="7390"/>
                  </a:lnTo>
                  <a:cubicBezTo>
                    <a:pt x="0" y="2956"/>
                    <a:pt x="3695" y="0"/>
                    <a:pt x="8129" y="0"/>
                  </a:cubicBezTo>
                  <a:close/>
                </a:path>
              </a:pathLst>
            </a:custGeom>
            <a:solidFill>
              <a:srgbClr val="C7AEF9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339CFE8-F9F0-C34E-A217-FF3DF521F605}"/>
                </a:ext>
              </a:extLst>
            </p:cNvPr>
            <p:cNvSpPr/>
            <p:nvPr/>
          </p:nvSpPr>
          <p:spPr>
            <a:xfrm>
              <a:off x="8518589" y="4249142"/>
              <a:ext cx="118980" cy="118980"/>
            </a:xfrm>
            <a:custGeom>
              <a:avLst/>
              <a:gdLst>
                <a:gd name="connsiteX0" fmla="*/ 8129 w 118980"/>
                <a:gd name="connsiteY0" fmla="*/ 0 h 118980"/>
                <a:gd name="connsiteX1" fmla="*/ 110851 w 118980"/>
                <a:gd name="connsiteY1" fmla="*/ 0 h 118980"/>
                <a:gd name="connsiteX2" fmla="*/ 118980 w 118980"/>
                <a:gd name="connsiteY2" fmla="*/ 7390 h 118980"/>
                <a:gd name="connsiteX3" fmla="*/ 118980 w 118980"/>
                <a:gd name="connsiteY3" fmla="*/ 110851 h 118980"/>
                <a:gd name="connsiteX4" fmla="*/ 110851 w 118980"/>
                <a:gd name="connsiteY4" fmla="*/ 118980 h 118980"/>
                <a:gd name="connsiteX5" fmla="*/ 8129 w 118980"/>
                <a:gd name="connsiteY5" fmla="*/ 118980 h 118980"/>
                <a:gd name="connsiteX6" fmla="*/ 0 w 118980"/>
                <a:gd name="connsiteY6" fmla="*/ 110851 h 118980"/>
                <a:gd name="connsiteX7" fmla="*/ 0 w 118980"/>
                <a:gd name="connsiteY7" fmla="*/ 7390 h 118980"/>
                <a:gd name="connsiteX8" fmla="*/ 8129 w 118980"/>
                <a:gd name="connsiteY8" fmla="*/ 0 h 118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980" h="118980">
                  <a:moveTo>
                    <a:pt x="8129" y="0"/>
                  </a:moveTo>
                  <a:lnTo>
                    <a:pt x="110851" y="0"/>
                  </a:lnTo>
                  <a:cubicBezTo>
                    <a:pt x="115285" y="0"/>
                    <a:pt x="118980" y="2956"/>
                    <a:pt x="118980" y="7390"/>
                  </a:cubicBezTo>
                  <a:lnTo>
                    <a:pt x="118980" y="110851"/>
                  </a:lnTo>
                  <a:cubicBezTo>
                    <a:pt x="118980" y="115285"/>
                    <a:pt x="115285" y="118980"/>
                    <a:pt x="110851" y="118980"/>
                  </a:cubicBezTo>
                  <a:lnTo>
                    <a:pt x="8129" y="118980"/>
                  </a:lnTo>
                  <a:cubicBezTo>
                    <a:pt x="3695" y="118980"/>
                    <a:pt x="0" y="115285"/>
                    <a:pt x="0" y="110851"/>
                  </a:cubicBezTo>
                  <a:lnTo>
                    <a:pt x="0" y="7390"/>
                  </a:lnTo>
                  <a:cubicBezTo>
                    <a:pt x="0" y="2956"/>
                    <a:pt x="3695" y="0"/>
                    <a:pt x="8129" y="0"/>
                  </a:cubicBezTo>
                  <a:close/>
                </a:path>
              </a:pathLst>
            </a:custGeom>
            <a:solidFill>
              <a:srgbClr val="C7AEF9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1AA8933-1CD9-655D-4A04-EFF2567B2224}"/>
                </a:ext>
              </a:extLst>
            </p:cNvPr>
            <p:cNvSpPr/>
            <p:nvPr/>
          </p:nvSpPr>
          <p:spPr>
            <a:xfrm>
              <a:off x="8330142" y="4721369"/>
              <a:ext cx="118980" cy="118980"/>
            </a:xfrm>
            <a:custGeom>
              <a:avLst/>
              <a:gdLst>
                <a:gd name="connsiteX0" fmla="*/ 8129 w 118980"/>
                <a:gd name="connsiteY0" fmla="*/ 0 h 118980"/>
                <a:gd name="connsiteX1" fmla="*/ 110851 w 118980"/>
                <a:gd name="connsiteY1" fmla="*/ 0 h 118980"/>
                <a:gd name="connsiteX2" fmla="*/ 118980 w 118980"/>
                <a:gd name="connsiteY2" fmla="*/ 8129 h 118980"/>
                <a:gd name="connsiteX3" fmla="*/ 118980 w 118980"/>
                <a:gd name="connsiteY3" fmla="*/ 110851 h 118980"/>
                <a:gd name="connsiteX4" fmla="*/ 110851 w 118980"/>
                <a:gd name="connsiteY4" fmla="*/ 118980 h 118980"/>
                <a:gd name="connsiteX5" fmla="*/ 8129 w 118980"/>
                <a:gd name="connsiteY5" fmla="*/ 118980 h 118980"/>
                <a:gd name="connsiteX6" fmla="*/ 0 w 118980"/>
                <a:gd name="connsiteY6" fmla="*/ 110851 h 118980"/>
                <a:gd name="connsiteX7" fmla="*/ 0 w 118980"/>
                <a:gd name="connsiteY7" fmla="*/ 8129 h 118980"/>
                <a:gd name="connsiteX8" fmla="*/ 8129 w 118980"/>
                <a:gd name="connsiteY8" fmla="*/ 0 h 118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980" h="118980">
                  <a:moveTo>
                    <a:pt x="8129" y="0"/>
                  </a:moveTo>
                  <a:lnTo>
                    <a:pt x="110851" y="0"/>
                  </a:lnTo>
                  <a:cubicBezTo>
                    <a:pt x="115285" y="0"/>
                    <a:pt x="118980" y="3695"/>
                    <a:pt x="118980" y="8129"/>
                  </a:cubicBezTo>
                  <a:lnTo>
                    <a:pt x="118980" y="110851"/>
                  </a:lnTo>
                  <a:cubicBezTo>
                    <a:pt x="118980" y="115285"/>
                    <a:pt x="115285" y="118980"/>
                    <a:pt x="110851" y="118980"/>
                  </a:cubicBezTo>
                  <a:lnTo>
                    <a:pt x="8129" y="118980"/>
                  </a:lnTo>
                  <a:cubicBezTo>
                    <a:pt x="3695" y="118980"/>
                    <a:pt x="0" y="115285"/>
                    <a:pt x="0" y="110851"/>
                  </a:cubicBezTo>
                  <a:lnTo>
                    <a:pt x="0" y="8129"/>
                  </a:lnTo>
                  <a:cubicBezTo>
                    <a:pt x="0" y="3695"/>
                    <a:pt x="3695" y="0"/>
                    <a:pt x="8129" y="0"/>
                  </a:cubicBezTo>
                  <a:close/>
                </a:path>
              </a:pathLst>
            </a:custGeom>
            <a:solidFill>
              <a:srgbClr val="C7AEF9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E0464CD-E1E1-B61A-5DA9-17CC1CD33F98}"/>
                </a:ext>
              </a:extLst>
            </p:cNvPr>
            <p:cNvSpPr/>
            <p:nvPr/>
          </p:nvSpPr>
          <p:spPr>
            <a:xfrm>
              <a:off x="8518589" y="4721369"/>
              <a:ext cx="118980" cy="118980"/>
            </a:xfrm>
            <a:custGeom>
              <a:avLst/>
              <a:gdLst>
                <a:gd name="connsiteX0" fmla="*/ 8129 w 118980"/>
                <a:gd name="connsiteY0" fmla="*/ 0 h 118980"/>
                <a:gd name="connsiteX1" fmla="*/ 110851 w 118980"/>
                <a:gd name="connsiteY1" fmla="*/ 0 h 118980"/>
                <a:gd name="connsiteX2" fmla="*/ 118980 w 118980"/>
                <a:gd name="connsiteY2" fmla="*/ 8129 h 118980"/>
                <a:gd name="connsiteX3" fmla="*/ 118980 w 118980"/>
                <a:gd name="connsiteY3" fmla="*/ 110851 h 118980"/>
                <a:gd name="connsiteX4" fmla="*/ 110851 w 118980"/>
                <a:gd name="connsiteY4" fmla="*/ 118980 h 118980"/>
                <a:gd name="connsiteX5" fmla="*/ 8129 w 118980"/>
                <a:gd name="connsiteY5" fmla="*/ 118980 h 118980"/>
                <a:gd name="connsiteX6" fmla="*/ 0 w 118980"/>
                <a:gd name="connsiteY6" fmla="*/ 110851 h 118980"/>
                <a:gd name="connsiteX7" fmla="*/ 0 w 118980"/>
                <a:gd name="connsiteY7" fmla="*/ 8129 h 118980"/>
                <a:gd name="connsiteX8" fmla="*/ 8129 w 118980"/>
                <a:gd name="connsiteY8" fmla="*/ 0 h 118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980" h="118980">
                  <a:moveTo>
                    <a:pt x="8129" y="0"/>
                  </a:moveTo>
                  <a:lnTo>
                    <a:pt x="110851" y="0"/>
                  </a:lnTo>
                  <a:cubicBezTo>
                    <a:pt x="115285" y="0"/>
                    <a:pt x="118980" y="3695"/>
                    <a:pt x="118980" y="8129"/>
                  </a:cubicBezTo>
                  <a:lnTo>
                    <a:pt x="118980" y="110851"/>
                  </a:lnTo>
                  <a:cubicBezTo>
                    <a:pt x="118980" y="115285"/>
                    <a:pt x="115285" y="118980"/>
                    <a:pt x="110851" y="118980"/>
                  </a:cubicBezTo>
                  <a:lnTo>
                    <a:pt x="8129" y="118980"/>
                  </a:lnTo>
                  <a:cubicBezTo>
                    <a:pt x="3695" y="118980"/>
                    <a:pt x="0" y="115285"/>
                    <a:pt x="0" y="110851"/>
                  </a:cubicBezTo>
                  <a:lnTo>
                    <a:pt x="0" y="8129"/>
                  </a:lnTo>
                  <a:cubicBezTo>
                    <a:pt x="0" y="3695"/>
                    <a:pt x="3695" y="0"/>
                    <a:pt x="8129" y="0"/>
                  </a:cubicBezTo>
                  <a:close/>
                </a:path>
              </a:pathLst>
            </a:custGeom>
            <a:solidFill>
              <a:srgbClr val="C7AEF9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C7FE644-27C4-5A66-563D-145F48BCA35E}"/>
                </a:ext>
              </a:extLst>
            </p:cNvPr>
            <p:cNvSpPr/>
            <p:nvPr/>
          </p:nvSpPr>
          <p:spPr>
            <a:xfrm>
              <a:off x="8330142" y="5193595"/>
              <a:ext cx="118980" cy="118980"/>
            </a:xfrm>
            <a:custGeom>
              <a:avLst/>
              <a:gdLst>
                <a:gd name="connsiteX0" fmla="*/ 8129 w 118980"/>
                <a:gd name="connsiteY0" fmla="*/ 0 h 118980"/>
                <a:gd name="connsiteX1" fmla="*/ 110851 w 118980"/>
                <a:gd name="connsiteY1" fmla="*/ 0 h 118980"/>
                <a:gd name="connsiteX2" fmla="*/ 118980 w 118980"/>
                <a:gd name="connsiteY2" fmla="*/ 8129 h 118980"/>
                <a:gd name="connsiteX3" fmla="*/ 118980 w 118980"/>
                <a:gd name="connsiteY3" fmla="*/ 111590 h 118980"/>
                <a:gd name="connsiteX4" fmla="*/ 110851 w 118980"/>
                <a:gd name="connsiteY4" fmla="*/ 118980 h 118980"/>
                <a:gd name="connsiteX5" fmla="*/ 8129 w 118980"/>
                <a:gd name="connsiteY5" fmla="*/ 118980 h 118980"/>
                <a:gd name="connsiteX6" fmla="*/ 0 w 118980"/>
                <a:gd name="connsiteY6" fmla="*/ 111590 h 118980"/>
                <a:gd name="connsiteX7" fmla="*/ 0 w 118980"/>
                <a:gd name="connsiteY7" fmla="*/ 8129 h 118980"/>
                <a:gd name="connsiteX8" fmla="*/ 8129 w 118980"/>
                <a:gd name="connsiteY8" fmla="*/ 0 h 118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980" h="118980">
                  <a:moveTo>
                    <a:pt x="8129" y="0"/>
                  </a:moveTo>
                  <a:lnTo>
                    <a:pt x="110851" y="0"/>
                  </a:lnTo>
                  <a:cubicBezTo>
                    <a:pt x="115285" y="0"/>
                    <a:pt x="118980" y="3695"/>
                    <a:pt x="118980" y="8129"/>
                  </a:cubicBezTo>
                  <a:lnTo>
                    <a:pt x="118980" y="111590"/>
                  </a:lnTo>
                  <a:cubicBezTo>
                    <a:pt x="118980" y="116024"/>
                    <a:pt x="115285" y="118980"/>
                    <a:pt x="110851" y="118980"/>
                  </a:cubicBezTo>
                  <a:lnTo>
                    <a:pt x="8129" y="118980"/>
                  </a:lnTo>
                  <a:cubicBezTo>
                    <a:pt x="3695" y="118980"/>
                    <a:pt x="0" y="116024"/>
                    <a:pt x="0" y="111590"/>
                  </a:cubicBezTo>
                  <a:lnTo>
                    <a:pt x="0" y="8129"/>
                  </a:lnTo>
                  <a:cubicBezTo>
                    <a:pt x="0" y="3695"/>
                    <a:pt x="3695" y="0"/>
                    <a:pt x="8129" y="0"/>
                  </a:cubicBezTo>
                  <a:close/>
                </a:path>
              </a:pathLst>
            </a:custGeom>
            <a:solidFill>
              <a:srgbClr val="C7AEF9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E55DB7C-59F1-55F9-6A84-3357C4F9F0C4}"/>
                </a:ext>
              </a:extLst>
            </p:cNvPr>
            <p:cNvSpPr/>
            <p:nvPr/>
          </p:nvSpPr>
          <p:spPr>
            <a:xfrm>
              <a:off x="8518589" y="5193595"/>
              <a:ext cx="118980" cy="118980"/>
            </a:xfrm>
            <a:custGeom>
              <a:avLst/>
              <a:gdLst>
                <a:gd name="connsiteX0" fmla="*/ 8129 w 118980"/>
                <a:gd name="connsiteY0" fmla="*/ 0 h 118980"/>
                <a:gd name="connsiteX1" fmla="*/ 110851 w 118980"/>
                <a:gd name="connsiteY1" fmla="*/ 0 h 118980"/>
                <a:gd name="connsiteX2" fmla="*/ 118980 w 118980"/>
                <a:gd name="connsiteY2" fmla="*/ 8129 h 118980"/>
                <a:gd name="connsiteX3" fmla="*/ 118980 w 118980"/>
                <a:gd name="connsiteY3" fmla="*/ 111590 h 118980"/>
                <a:gd name="connsiteX4" fmla="*/ 110851 w 118980"/>
                <a:gd name="connsiteY4" fmla="*/ 118980 h 118980"/>
                <a:gd name="connsiteX5" fmla="*/ 8129 w 118980"/>
                <a:gd name="connsiteY5" fmla="*/ 118980 h 118980"/>
                <a:gd name="connsiteX6" fmla="*/ 0 w 118980"/>
                <a:gd name="connsiteY6" fmla="*/ 111590 h 118980"/>
                <a:gd name="connsiteX7" fmla="*/ 0 w 118980"/>
                <a:gd name="connsiteY7" fmla="*/ 8129 h 118980"/>
                <a:gd name="connsiteX8" fmla="*/ 8129 w 118980"/>
                <a:gd name="connsiteY8" fmla="*/ 0 h 118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980" h="118980">
                  <a:moveTo>
                    <a:pt x="8129" y="0"/>
                  </a:moveTo>
                  <a:lnTo>
                    <a:pt x="110851" y="0"/>
                  </a:lnTo>
                  <a:cubicBezTo>
                    <a:pt x="115285" y="0"/>
                    <a:pt x="118980" y="3695"/>
                    <a:pt x="118980" y="8129"/>
                  </a:cubicBezTo>
                  <a:lnTo>
                    <a:pt x="118980" y="111590"/>
                  </a:lnTo>
                  <a:cubicBezTo>
                    <a:pt x="118980" y="116024"/>
                    <a:pt x="115285" y="118980"/>
                    <a:pt x="110851" y="118980"/>
                  </a:cubicBezTo>
                  <a:lnTo>
                    <a:pt x="8129" y="118980"/>
                  </a:lnTo>
                  <a:cubicBezTo>
                    <a:pt x="3695" y="118980"/>
                    <a:pt x="0" y="116024"/>
                    <a:pt x="0" y="111590"/>
                  </a:cubicBezTo>
                  <a:lnTo>
                    <a:pt x="0" y="8129"/>
                  </a:lnTo>
                  <a:cubicBezTo>
                    <a:pt x="0" y="3695"/>
                    <a:pt x="3695" y="0"/>
                    <a:pt x="8129" y="0"/>
                  </a:cubicBezTo>
                  <a:close/>
                </a:path>
              </a:pathLst>
            </a:custGeom>
            <a:solidFill>
              <a:srgbClr val="C7AEF9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05A00EB-E50B-01FA-2D77-8D43E4FB22E5}"/>
                </a:ext>
              </a:extLst>
            </p:cNvPr>
            <p:cNvSpPr/>
            <p:nvPr/>
          </p:nvSpPr>
          <p:spPr>
            <a:xfrm>
              <a:off x="9430608" y="4270682"/>
              <a:ext cx="75767" cy="75740"/>
            </a:xfrm>
            <a:custGeom>
              <a:avLst/>
              <a:gdLst>
                <a:gd name="connsiteX0" fmla="*/ 5091 w 75767"/>
                <a:gd name="connsiteY0" fmla="*/ 19105 h 75740"/>
                <a:gd name="connsiteX1" fmla="*/ 56821 w 75767"/>
                <a:gd name="connsiteY1" fmla="*/ 5064 h 75740"/>
                <a:gd name="connsiteX2" fmla="*/ 70863 w 75767"/>
                <a:gd name="connsiteY2" fmla="*/ 56795 h 75740"/>
                <a:gd name="connsiteX3" fmla="*/ 18393 w 75767"/>
                <a:gd name="connsiteY3" fmla="*/ 70836 h 75740"/>
                <a:gd name="connsiteX4" fmla="*/ 5091 w 75767"/>
                <a:gd name="connsiteY4" fmla="*/ 19105 h 75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67" h="75740">
                  <a:moveTo>
                    <a:pt x="5091" y="19105"/>
                  </a:moveTo>
                  <a:cubicBezTo>
                    <a:pt x="15437" y="630"/>
                    <a:pt x="38346" y="-5282"/>
                    <a:pt x="56821" y="5064"/>
                  </a:cubicBezTo>
                  <a:cubicBezTo>
                    <a:pt x="74558" y="15410"/>
                    <a:pt x="81209" y="38319"/>
                    <a:pt x="70863" y="56795"/>
                  </a:cubicBezTo>
                  <a:cubicBezTo>
                    <a:pt x="59777" y="74531"/>
                    <a:pt x="36868" y="81182"/>
                    <a:pt x="18393" y="70836"/>
                  </a:cubicBezTo>
                  <a:cubicBezTo>
                    <a:pt x="657" y="60490"/>
                    <a:pt x="-5255" y="36841"/>
                    <a:pt x="5091" y="19105"/>
                  </a:cubicBezTo>
                  <a:close/>
                </a:path>
              </a:pathLst>
            </a:custGeom>
            <a:solidFill>
              <a:srgbClr val="FB394B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395A53A-34ED-5F56-58E0-0C8FB5DA888B}"/>
                </a:ext>
              </a:extLst>
            </p:cNvPr>
            <p:cNvSpPr/>
            <p:nvPr/>
          </p:nvSpPr>
          <p:spPr>
            <a:xfrm>
              <a:off x="9170504" y="4270682"/>
              <a:ext cx="75740" cy="75740"/>
            </a:xfrm>
            <a:custGeom>
              <a:avLst/>
              <a:gdLst>
                <a:gd name="connsiteX0" fmla="*/ 5064 w 75740"/>
                <a:gd name="connsiteY0" fmla="*/ 19105 h 75740"/>
                <a:gd name="connsiteX1" fmla="*/ 56795 w 75740"/>
                <a:gd name="connsiteY1" fmla="*/ 5064 h 75740"/>
                <a:gd name="connsiteX2" fmla="*/ 70836 w 75740"/>
                <a:gd name="connsiteY2" fmla="*/ 56795 h 75740"/>
                <a:gd name="connsiteX3" fmla="*/ 19105 w 75740"/>
                <a:gd name="connsiteY3" fmla="*/ 70836 h 75740"/>
                <a:gd name="connsiteX4" fmla="*/ 5064 w 75740"/>
                <a:gd name="connsiteY4" fmla="*/ 19105 h 75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40" h="75740">
                  <a:moveTo>
                    <a:pt x="5064" y="19105"/>
                  </a:moveTo>
                  <a:cubicBezTo>
                    <a:pt x="15410" y="630"/>
                    <a:pt x="38319" y="-5282"/>
                    <a:pt x="56795" y="5064"/>
                  </a:cubicBezTo>
                  <a:cubicBezTo>
                    <a:pt x="74531" y="15410"/>
                    <a:pt x="81182" y="38319"/>
                    <a:pt x="70836" y="56795"/>
                  </a:cubicBezTo>
                  <a:cubicBezTo>
                    <a:pt x="60490" y="74531"/>
                    <a:pt x="36842" y="81182"/>
                    <a:pt x="19105" y="70836"/>
                  </a:cubicBezTo>
                  <a:cubicBezTo>
                    <a:pt x="630" y="60490"/>
                    <a:pt x="-5282" y="36841"/>
                    <a:pt x="5064" y="19105"/>
                  </a:cubicBezTo>
                  <a:close/>
                </a:path>
              </a:pathLst>
            </a:custGeom>
            <a:solidFill>
              <a:srgbClr val="FFA000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3010BB-AB6E-AD9C-D50E-FF0D52DCF93B}"/>
                </a:ext>
              </a:extLst>
            </p:cNvPr>
            <p:cNvSpPr/>
            <p:nvPr/>
          </p:nvSpPr>
          <p:spPr>
            <a:xfrm>
              <a:off x="9300569" y="4270682"/>
              <a:ext cx="75740" cy="75740"/>
            </a:xfrm>
            <a:custGeom>
              <a:avLst/>
              <a:gdLst>
                <a:gd name="connsiteX0" fmla="*/ 5064 w 75740"/>
                <a:gd name="connsiteY0" fmla="*/ 19105 h 75740"/>
                <a:gd name="connsiteX1" fmla="*/ 56795 w 75740"/>
                <a:gd name="connsiteY1" fmla="*/ 5064 h 75740"/>
                <a:gd name="connsiteX2" fmla="*/ 70836 w 75740"/>
                <a:gd name="connsiteY2" fmla="*/ 56795 h 75740"/>
                <a:gd name="connsiteX3" fmla="*/ 19105 w 75740"/>
                <a:gd name="connsiteY3" fmla="*/ 70836 h 75740"/>
                <a:gd name="connsiteX4" fmla="*/ 5064 w 75740"/>
                <a:gd name="connsiteY4" fmla="*/ 19105 h 75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40" h="75740">
                  <a:moveTo>
                    <a:pt x="5064" y="19105"/>
                  </a:moveTo>
                  <a:cubicBezTo>
                    <a:pt x="15410" y="630"/>
                    <a:pt x="38319" y="-5282"/>
                    <a:pt x="56795" y="5064"/>
                  </a:cubicBezTo>
                  <a:cubicBezTo>
                    <a:pt x="74531" y="15410"/>
                    <a:pt x="81182" y="38319"/>
                    <a:pt x="70836" y="56795"/>
                  </a:cubicBezTo>
                  <a:cubicBezTo>
                    <a:pt x="59751" y="74531"/>
                    <a:pt x="36842" y="81182"/>
                    <a:pt x="19105" y="70836"/>
                  </a:cubicBezTo>
                  <a:cubicBezTo>
                    <a:pt x="630" y="60490"/>
                    <a:pt x="-5282" y="36841"/>
                    <a:pt x="5064" y="19105"/>
                  </a:cubicBezTo>
                  <a:close/>
                </a:path>
              </a:pathLst>
            </a:custGeom>
            <a:solidFill>
              <a:srgbClr val="3EA5EC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F993A10-7584-BE22-35C1-7E2F2C137FA4}"/>
                </a:ext>
              </a:extLst>
            </p:cNvPr>
            <p:cNvSpPr/>
            <p:nvPr/>
          </p:nvSpPr>
          <p:spPr>
            <a:xfrm>
              <a:off x="9430608" y="4742909"/>
              <a:ext cx="75767" cy="75899"/>
            </a:xfrm>
            <a:custGeom>
              <a:avLst/>
              <a:gdLst>
                <a:gd name="connsiteX0" fmla="*/ 5091 w 75767"/>
                <a:gd name="connsiteY0" fmla="*/ 19105 h 75899"/>
                <a:gd name="connsiteX1" fmla="*/ 56821 w 75767"/>
                <a:gd name="connsiteY1" fmla="*/ 5064 h 75899"/>
                <a:gd name="connsiteX2" fmla="*/ 70863 w 75767"/>
                <a:gd name="connsiteY2" fmla="*/ 56794 h 75899"/>
                <a:gd name="connsiteX3" fmla="*/ 18393 w 75767"/>
                <a:gd name="connsiteY3" fmla="*/ 70836 h 75899"/>
                <a:gd name="connsiteX4" fmla="*/ 5091 w 75767"/>
                <a:gd name="connsiteY4" fmla="*/ 19105 h 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67" h="75899">
                  <a:moveTo>
                    <a:pt x="5091" y="19105"/>
                  </a:moveTo>
                  <a:cubicBezTo>
                    <a:pt x="15437" y="630"/>
                    <a:pt x="38346" y="-5282"/>
                    <a:pt x="56821" y="5064"/>
                  </a:cubicBezTo>
                  <a:cubicBezTo>
                    <a:pt x="74558" y="15410"/>
                    <a:pt x="81209" y="39058"/>
                    <a:pt x="70863" y="56794"/>
                  </a:cubicBezTo>
                  <a:cubicBezTo>
                    <a:pt x="59777" y="75270"/>
                    <a:pt x="36868" y="81182"/>
                    <a:pt x="18393" y="70836"/>
                  </a:cubicBezTo>
                  <a:cubicBezTo>
                    <a:pt x="657" y="60489"/>
                    <a:pt x="-5255" y="36841"/>
                    <a:pt x="5091" y="19105"/>
                  </a:cubicBezTo>
                  <a:close/>
                </a:path>
              </a:pathLst>
            </a:custGeom>
            <a:solidFill>
              <a:srgbClr val="FB394B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3B4D151-5BF4-9719-E60A-F080904F25A7}"/>
                </a:ext>
              </a:extLst>
            </p:cNvPr>
            <p:cNvSpPr/>
            <p:nvPr/>
          </p:nvSpPr>
          <p:spPr>
            <a:xfrm>
              <a:off x="9170504" y="4742909"/>
              <a:ext cx="75740" cy="75899"/>
            </a:xfrm>
            <a:custGeom>
              <a:avLst/>
              <a:gdLst>
                <a:gd name="connsiteX0" fmla="*/ 5064 w 75740"/>
                <a:gd name="connsiteY0" fmla="*/ 19105 h 75899"/>
                <a:gd name="connsiteX1" fmla="*/ 56795 w 75740"/>
                <a:gd name="connsiteY1" fmla="*/ 5064 h 75899"/>
                <a:gd name="connsiteX2" fmla="*/ 70836 w 75740"/>
                <a:gd name="connsiteY2" fmla="*/ 56794 h 75899"/>
                <a:gd name="connsiteX3" fmla="*/ 19105 w 75740"/>
                <a:gd name="connsiteY3" fmla="*/ 70836 h 75899"/>
                <a:gd name="connsiteX4" fmla="*/ 5064 w 75740"/>
                <a:gd name="connsiteY4" fmla="*/ 19105 h 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40" h="75899">
                  <a:moveTo>
                    <a:pt x="5064" y="19105"/>
                  </a:moveTo>
                  <a:cubicBezTo>
                    <a:pt x="15410" y="630"/>
                    <a:pt x="38319" y="-5282"/>
                    <a:pt x="56795" y="5064"/>
                  </a:cubicBezTo>
                  <a:cubicBezTo>
                    <a:pt x="74531" y="15410"/>
                    <a:pt x="81182" y="39058"/>
                    <a:pt x="70836" y="56794"/>
                  </a:cubicBezTo>
                  <a:cubicBezTo>
                    <a:pt x="60490" y="75270"/>
                    <a:pt x="36842" y="81182"/>
                    <a:pt x="19105" y="70836"/>
                  </a:cubicBezTo>
                  <a:cubicBezTo>
                    <a:pt x="630" y="60489"/>
                    <a:pt x="-5282" y="36841"/>
                    <a:pt x="5064" y="19105"/>
                  </a:cubicBezTo>
                  <a:close/>
                </a:path>
              </a:pathLst>
            </a:custGeom>
            <a:solidFill>
              <a:srgbClr val="FFA000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53074BC-5DED-7508-0E09-521D1C898AD2}"/>
                </a:ext>
              </a:extLst>
            </p:cNvPr>
            <p:cNvSpPr/>
            <p:nvPr/>
          </p:nvSpPr>
          <p:spPr>
            <a:xfrm>
              <a:off x="9300569" y="4742909"/>
              <a:ext cx="75740" cy="75899"/>
            </a:xfrm>
            <a:custGeom>
              <a:avLst/>
              <a:gdLst>
                <a:gd name="connsiteX0" fmla="*/ 5064 w 75740"/>
                <a:gd name="connsiteY0" fmla="*/ 19105 h 75899"/>
                <a:gd name="connsiteX1" fmla="*/ 56795 w 75740"/>
                <a:gd name="connsiteY1" fmla="*/ 5064 h 75899"/>
                <a:gd name="connsiteX2" fmla="*/ 70836 w 75740"/>
                <a:gd name="connsiteY2" fmla="*/ 56794 h 75899"/>
                <a:gd name="connsiteX3" fmla="*/ 19105 w 75740"/>
                <a:gd name="connsiteY3" fmla="*/ 70836 h 75899"/>
                <a:gd name="connsiteX4" fmla="*/ 5064 w 75740"/>
                <a:gd name="connsiteY4" fmla="*/ 19105 h 7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40" h="75899">
                  <a:moveTo>
                    <a:pt x="5064" y="19105"/>
                  </a:moveTo>
                  <a:cubicBezTo>
                    <a:pt x="15410" y="630"/>
                    <a:pt x="38319" y="-5282"/>
                    <a:pt x="56795" y="5064"/>
                  </a:cubicBezTo>
                  <a:cubicBezTo>
                    <a:pt x="74531" y="15410"/>
                    <a:pt x="81182" y="39058"/>
                    <a:pt x="70836" y="56794"/>
                  </a:cubicBezTo>
                  <a:cubicBezTo>
                    <a:pt x="59751" y="75270"/>
                    <a:pt x="36842" y="81182"/>
                    <a:pt x="19105" y="70836"/>
                  </a:cubicBezTo>
                  <a:cubicBezTo>
                    <a:pt x="630" y="60489"/>
                    <a:pt x="-5282" y="36841"/>
                    <a:pt x="5064" y="19105"/>
                  </a:cubicBezTo>
                  <a:close/>
                </a:path>
              </a:pathLst>
            </a:custGeom>
            <a:solidFill>
              <a:srgbClr val="3EA5EC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068B32C-10D9-2482-6F8E-303384EB3ABE}"/>
                </a:ext>
              </a:extLst>
            </p:cNvPr>
            <p:cNvSpPr/>
            <p:nvPr/>
          </p:nvSpPr>
          <p:spPr>
            <a:xfrm>
              <a:off x="9430608" y="5215295"/>
              <a:ext cx="75767" cy="75740"/>
            </a:xfrm>
            <a:custGeom>
              <a:avLst/>
              <a:gdLst>
                <a:gd name="connsiteX0" fmla="*/ 5091 w 75767"/>
                <a:gd name="connsiteY0" fmla="*/ 18946 h 75740"/>
                <a:gd name="connsiteX1" fmla="*/ 56821 w 75767"/>
                <a:gd name="connsiteY1" fmla="*/ 4905 h 75740"/>
                <a:gd name="connsiteX2" fmla="*/ 70863 w 75767"/>
                <a:gd name="connsiteY2" fmla="*/ 56635 h 75740"/>
                <a:gd name="connsiteX3" fmla="*/ 18393 w 75767"/>
                <a:gd name="connsiteY3" fmla="*/ 70677 h 75740"/>
                <a:gd name="connsiteX4" fmla="*/ 5091 w 75767"/>
                <a:gd name="connsiteY4" fmla="*/ 18946 h 75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67" h="75740">
                  <a:moveTo>
                    <a:pt x="5091" y="18946"/>
                  </a:moveTo>
                  <a:cubicBezTo>
                    <a:pt x="15437" y="1210"/>
                    <a:pt x="38346" y="-5441"/>
                    <a:pt x="56821" y="4905"/>
                  </a:cubicBezTo>
                  <a:cubicBezTo>
                    <a:pt x="74558" y="15990"/>
                    <a:pt x="81209" y="38899"/>
                    <a:pt x="70863" y="56635"/>
                  </a:cubicBezTo>
                  <a:cubicBezTo>
                    <a:pt x="59777" y="75111"/>
                    <a:pt x="36868" y="81023"/>
                    <a:pt x="18393" y="70677"/>
                  </a:cubicBezTo>
                  <a:cubicBezTo>
                    <a:pt x="657" y="60330"/>
                    <a:pt x="-5255" y="37421"/>
                    <a:pt x="5091" y="18946"/>
                  </a:cubicBezTo>
                  <a:close/>
                </a:path>
              </a:pathLst>
            </a:custGeom>
            <a:solidFill>
              <a:srgbClr val="FB394B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30BF369-A838-12DD-4F1C-6397FBD95109}"/>
                </a:ext>
              </a:extLst>
            </p:cNvPr>
            <p:cNvSpPr/>
            <p:nvPr/>
          </p:nvSpPr>
          <p:spPr>
            <a:xfrm>
              <a:off x="9170504" y="5215295"/>
              <a:ext cx="75740" cy="75740"/>
            </a:xfrm>
            <a:custGeom>
              <a:avLst/>
              <a:gdLst>
                <a:gd name="connsiteX0" fmla="*/ 5064 w 75740"/>
                <a:gd name="connsiteY0" fmla="*/ 18946 h 75740"/>
                <a:gd name="connsiteX1" fmla="*/ 56795 w 75740"/>
                <a:gd name="connsiteY1" fmla="*/ 4905 h 75740"/>
                <a:gd name="connsiteX2" fmla="*/ 70836 w 75740"/>
                <a:gd name="connsiteY2" fmla="*/ 56635 h 75740"/>
                <a:gd name="connsiteX3" fmla="*/ 19105 w 75740"/>
                <a:gd name="connsiteY3" fmla="*/ 70677 h 75740"/>
                <a:gd name="connsiteX4" fmla="*/ 5064 w 75740"/>
                <a:gd name="connsiteY4" fmla="*/ 18946 h 75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40" h="75740">
                  <a:moveTo>
                    <a:pt x="5064" y="18946"/>
                  </a:moveTo>
                  <a:cubicBezTo>
                    <a:pt x="15410" y="1210"/>
                    <a:pt x="38319" y="-5441"/>
                    <a:pt x="56795" y="4905"/>
                  </a:cubicBezTo>
                  <a:cubicBezTo>
                    <a:pt x="74531" y="15990"/>
                    <a:pt x="81182" y="38899"/>
                    <a:pt x="70836" y="56635"/>
                  </a:cubicBezTo>
                  <a:cubicBezTo>
                    <a:pt x="60490" y="75111"/>
                    <a:pt x="36842" y="81023"/>
                    <a:pt x="19105" y="70677"/>
                  </a:cubicBezTo>
                  <a:cubicBezTo>
                    <a:pt x="630" y="60330"/>
                    <a:pt x="-5282" y="37421"/>
                    <a:pt x="5064" y="18946"/>
                  </a:cubicBezTo>
                  <a:close/>
                </a:path>
              </a:pathLst>
            </a:custGeom>
            <a:solidFill>
              <a:srgbClr val="FFA000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65D4A6D-D151-5AE7-E5A7-1DA13B29A97D}"/>
                </a:ext>
              </a:extLst>
            </p:cNvPr>
            <p:cNvSpPr/>
            <p:nvPr/>
          </p:nvSpPr>
          <p:spPr>
            <a:xfrm>
              <a:off x="9300569" y="5215295"/>
              <a:ext cx="75740" cy="75740"/>
            </a:xfrm>
            <a:custGeom>
              <a:avLst/>
              <a:gdLst>
                <a:gd name="connsiteX0" fmla="*/ 5064 w 75740"/>
                <a:gd name="connsiteY0" fmla="*/ 18946 h 75740"/>
                <a:gd name="connsiteX1" fmla="*/ 56795 w 75740"/>
                <a:gd name="connsiteY1" fmla="*/ 4905 h 75740"/>
                <a:gd name="connsiteX2" fmla="*/ 70836 w 75740"/>
                <a:gd name="connsiteY2" fmla="*/ 56635 h 75740"/>
                <a:gd name="connsiteX3" fmla="*/ 19105 w 75740"/>
                <a:gd name="connsiteY3" fmla="*/ 70677 h 75740"/>
                <a:gd name="connsiteX4" fmla="*/ 5064 w 75740"/>
                <a:gd name="connsiteY4" fmla="*/ 18946 h 75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740" h="75740">
                  <a:moveTo>
                    <a:pt x="5064" y="18946"/>
                  </a:moveTo>
                  <a:cubicBezTo>
                    <a:pt x="15410" y="1210"/>
                    <a:pt x="38319" y="-5441"/>
                    <a:pt x="56795" y="4905"/>
                  </a:cubicBezTo>
                  <a:cubicBezTo>
                    <a:pt x="74531" y="15990"/>
                    <a:pt x="81182" y="38899"/>
                    <a:pt x="70836" y="56635"/>
                  </a:cubicBezTo>
                  <a:cubicBezTo>
                    <a:pt x="59751" y="75111"/>
                    <a:pt x="36842" y="81023"/>
                    <a:pt x="19105" y="70677"/>
                  </a:cubicBezTo>
                  <a:cubicBezTo>
                    <a:pt x="630" y="60330"/>
                    <a:pt x="-5282" y="37421"/>
                    <a:pt x="5064" y="18946"/>
                  </a:cubicBezTo>
                  <a:close/>
                </a:path>
              </a:pathLst>
            </a:custGeom>
            <a:solidFill>
              <a:srgbClr val="3EA5EC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FA98E61-4A25-7BAD-722F-EE2F39422021}"/>
                </a:ext>
              </a:extLst>
            </p:cNvPr>
            <p:cNvSpPr/>
            <p:nvPr/>
          </p:nvSpPr>
          <p:spPr>
            <a:xfrm>
              <a:off x="8234809" y="4892819"/>
              <a:ext cx="1267399" cy="249045"/>
            </a:xfrm>
            <a:custGeom>
              <a:avLst/>
              <a:gdLst>
                <a:gd name="connsiteX0" fmla="*/ 16259 w 1267399"/>
                <a:gd name="connsiteY0" fmla="*/ 0 h 249045"/>
                <a:gd name="connsiteX1" fmla="*/ 1251142 w 1267399"/>
                <a:gd name="connsiteY1" fmla="*/ 0 h 249045"/>
                <a:gd name="connsiteX2" fmla="*/ 1267400 w 1267399"/>
                <a:gd name="connsiteY2" fmla="*/ 16258 h 249045"/>
                <a:gd name="connsiteX3" fmla="*/ 1267400 w 1267399"/>
                <a:gd name="connsiteY3" fmla="*/ 232048 h 249045"/>
                <a:gd name="connsiteX4" fmla="*/ 1251142 w 1267399"/>
                <a:gd name="connsiteY4" fmla="*/ 249046 h 249045"/>
                <a:gd name="connsiteX5" fmla="*/ 16259 w 1267399"/>
                <a:gd name="connsiteY5" fmla="*/ 249046 h 249045"/>
                <a:gd name="connsiteX6" fmla="*/ 0 w 1267399"/>
                <a:gd name="connsiteY6" fmla="*/ 232048 h 249045"/>
                <a:gd name="connsiteX7" fmla="*/ 0 w 1267399"/>
                <a:gd name="connsiteY7" fmla="*/ 16258 h 249045"/>
                <a:gd name="connsiteX8" fmla="*/ 16259 w 1267399"/>
                <a:gd name="connsiteY8" fmla="*/ 0 h 24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67399" h="249045">
                  <a:moveTo>
                    <a:pt x="16259" y="0"/>
                  </a:moveTo>
                  <a:lnTo>
                    <a:pt x="1251142" y="0"/>
                  </a:lnTo>
                  <a:cubicBezTo>
                    <a:pt x="1260010" y="0"/>
                    <a:pt x="1267400" y="7390"/>
                    <a:pt x="1267400" y="16258"/>
                  </a:cubicBezTo>
                  <a:lnTo>
                    <a:pt x="1267400" y="232048"/>
                  </a:lnTo>
                  <a:cubicBezTo>
                    <a:pt x="1267400" y="241656"/>
                    <a:pt x="1260010" y="249046"/>
                    <a:pt x="1251142" y="249046"/>
                  </a:cubicBezTo>
                  <a:lnTo>
                    <a:pt x="16259" y="249046"/>
                  </a:lnTo>
                  <a:cubicBezTo>
                    <a:pt x="7390" y="249046"/>
                    <a:pt x="0" y="241656"/>
                    <a:pt x="0" y="232048"/>
                  </a:cubicBezTo>
                  <a:lnTo>
                    <a:pt x="0" y="16258"/>
                  </a:lnTo>
                  <a:cubicBezTo>
                    <a:pt x="0" y="7390"/>
                    <a:pt x="7390" y="0"/>
                    <a:pt x="16259" y="0"/>
                  </a:cubicBezTo>
                  <a:close/>
                </a:path>
              </a:pathLst>
            </a:custGeom>
            <a:solidFill>
              <a:srgbClr val="9564F2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13B9D79-369A-B3D6-92F1-6C4D4769025B}"/>
                </a:ext>
              </a:extLst>
            </p:cNvPr>
            <p:cNvSpPr/>
            <p:nvPr/>
          </p:nvSpPr>
          <p:spPr>
            <a:xfrm>
              <a:off x="8319795" y="4926074"/>
              <a:ext cx="35472" cy="182535"/>
            </a:xfrm>
            <a:custGeom>
              <a:avLst/>
              <a:gdLst>
                <a:gd name="connsiteX0" fmla="*/ 2217 w 35472"/>
                <a:gd name="connsiteY0" fmla="*/ 0 h 182535"/>
                <a:gd name="connsiteX1" fmla="*/ 33255 w 35472"/>
                <a:gd name="connsiteY1" fmla="*/ 0 h 182535"/>
                <a:gd name="connsiteX2" fmla="*/ 35473 w 35472"/>
                <a:gd name="connsiteY2" fmla="*/ 2217 h 182535"/>
                <a:gd name="connsiteX3" fmla="*/ 35473 w 35472"/>
                <a:gd name="connsiteY3" fmla="*/ 179579 h 182535"/>
                <a:gd name="connsiteX4" fmla="*/ 33255 w 35472"/>
                <a:gd name="connsiteY4" fmla="*/ 182535 h 182535"/>
                <a:gd name="connsiteX5" fmla="*/ 2217 w 35472"/>
                <a:gd name="connsiteY5" fmla="*/ 182535 h 182535"/>
                <a:gd name="connsiteX6" fmla="*/ 0 w 35472"/>
                <a:gd name="connsiteY6" fmla="*/ 179579 h 182535"/>
                <a:gd name="connsiteX7" fmla="*/ 0 w 35472"/>
                <a:gd name="connsiteY7" fmla="*/ 2217 h 182535"/>
                <a:gd name="connsiteX8" fmla="*/ 2217 w 35472"/>
                <a:gd name="connsiteY8" fmla="*/ 0 h 182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72" h="182535">
                  <a:moveTo>
                    <a:pt x="2217" y="0"/>
                  </a:moveTo>
                  <a:lnTo>
                    <a:pt x="33255" y="0"/>
                  </a:lnTo>
                  <a:cubicBezTo>
                    <a:pt x="34734" y="0"/>
                    <a:pt x="35473" y="739"/>
                    <a:pt x="35473" y="2217"/>
                  </a:cubicBezTo>
                  <a:lnTo>
                    <a:pt x="35473" y="179579"/>
                  </a:lnTo>
                  <a:cubicBezTo>
                    <a:pt x="35473" y="181057"/>
                    <a:pt x="34734" y="182535"/>
                    <a:pt x="33255" y="182535"/>
                  </a:cubicBezTo>
                  <a:lnTo>
                    <a:pt x="2217" y="182535"/>
                  </a:lnTo>
                  <a:cubicBezTo>
                    <a:pt x="740" y="182535"/>
                    <a:pt x="0" y="181057"/>
                    <a:pt x="0" y="179579"/>
                  </a:cubicBezTo>
                  <a:lnTo>
                    <a:pt x="0" y="2217"/>
                  </a:lnTo>
                  <a:cubicBezTo>
                    <a:pt x="0" y="739"/>
                    <a:pt x="740" y="0"/>
                    <a:pt x="2217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8969C8C-4F56-B4AE-CFCD-2B2B64781578}"/>
                </a:ext>
              </a:extLst>
            </p:cNvPr>
            <p:cNvSpPr/>
            <p:nvPr/>
          </p:nvSpPr>
          <p:spPr>
            <a:xfrm>
              <a:off x="8390741" y="4926074"/>
              <a:ext cx="35471" cy="182535"/>
            </a:xfrm>
            <a:custGeom>
              <a:avLst/>
              <a:gdLst>
                <a:gd name="connsiteX0" fmla="*/ 2216 w 35471"/>
                <a:gd name="connsiteY0" fmla="*/ 0 h 182535"/>
                <a:gd name="connsiteX1" fmla="*/ 33255 w 35471"/>
                <a:gd name="connsiteY1" fmla="*/ 0 h 182535"/>
                <a:gd name="connsiteX2" fmla="*/ 35472 w 35471"/>
                <a:gd name="connsiteY2" fmla="*/ 2217 h 182535"/>
                <a:gd name="connsiteX3" fmla="*/ 35472 w 35471"/>
                <a:gd name="connsiteY3" fmla="*/ 179579 h 182535"/>
                <a:gd name="connsiteX4" fmla="*/ 33255 w 35471"/>
                <a:gd name="connsiteY4" fmla="*/ 182535 h 182535"/>
                <a:gd name="connsiteX5" fmla="*/ 2216 w 35471"/>
                <a:gd name="connsiteY5" fmla="*/ 182535 h 182535"/>
                <a:gd name="connsiteX6" fmla="*/ 0 w 35471"/>
                <a:gd name="connsiteY6" fmla="*/ 179579 h 182535"/>
                <a:gd name="connsiteX7" fmla="*/ 0 w 35471"/>
                <a:gd name="connsiteY7" fmla="*/ 2217 h 182535"/>
                <a:gd name="connsiteX8" fmla="*/ 2216 w 35471"/>
                <a:gd name="connsiteY8" fmla="*/ 0 h 182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71" h="182535">
                  <a:moveTo>
                    <a:pt x="2216" y="0"/>
                  </a:moveTo>
                  <a:lnTo>
                    <a:pt x="33255" y="0"/>
                  </a:lnTo>
                  <a:cubicBezTo>
                    <a:pt x="34733" y="0"/>
                    <a:pt x="35472" y="739"/>
                    <a:pt x="35472" y="2217"/>
                  </a:cubicBezTo>
                  <a:lnTo>
                    <a:pt x="35472" y="179579"/>
                  </a:lnTo>
                  <a:cubicBezTo>
                    <a:pt x="35472" y="181057"/>
                    <a:pt x="34733" y="182535"/>
                    <a:pt x="33255" y="182535"/>
                  </a:cubicBezTo>
                  <a:lnTo>
                    <a:pt x="2216" y="182535"/>
                  </a:lnTo>
                  <a:cubicBezTo>
                    <a:pt x="739" y="182535"/>
                    <a:pt x="0" y="181057"/>
                    <a:pt x="0" y="179579"/>
                  </a:cubicBezTo>
                  <a:lnTo>
                    <a:pt x="0" y="2217"/>
                  </a:lnTo>
                  <a:cubicBezTo>
                    <a:pt x="0" y="739"/>
                    <a:pt x="739" y="0"/>
                    <a:pt x="2216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C79DA09-33B3-301E-B96F-86CCF0F1147C}"/>
                </a:ext>
              </a:extLst>
            </p:cNvPr>
            <p:cNvSpPr/>
            <p:nvPr/>
          </p:nvSpPr>
          <p:spPr>
            <a:xfrm>
              <a:off x="8461685" y="4926074"/>
              <a:ext cx="35471" cy="182535"/>
            </a:xfrm>
            <a:custGeom>
              <a:avLst/>
              <a:gdLst>
                <a:gd name="connsiteX0" fmla="*/ 2216 w 35471"/>
                <a:gd name="connsiteY0" fmla="*/ 0 h 182535"/>
                <a:gd name="connsiteX1" fmla="*/ 33255 w 35471"/>
                <a:gd name="connsiteY1" fmla="*/ 0 h 182535"/>
                <a:gd name="connsiteX2" fmla="*/ 35472 w 35471"/>
                <a:gd name="connsiteY2" fmla="*/ 2217 h 182535"/>
                <a:gd name="connsiteX3" fmla="*/ 35472 w 35471"/>
                <a:gd name="connsiteY3" fmla="*/ 179579 h 182535"/>
                <a:gd name="connsiteX4" fmla="*/ 33255 w 35471"/>
                <a:gd name="connsiteY4" fmla="*/ 182535 h 182535"/>
                <a:gd name="connsiteX5" fmla="*/ 2216 w 35471"/>
                <a:gd name="connsiteY5" fmla="*/ 182535 h 182535"/>
                <a:gd name="connsiteX6" fmla="*/ 0 w 35471"/>
                <a:gd name="connsiteY6" fmla="*/ 179579 h 182535"/>
                <a:gd name="connsiteX7" fmla="*/ 0 w 35471"/>
                <a:gd name="connsiteY7" fmla="*/ 2217 h 182535"/>
                <a:gd name="connsiteX8" fmla="*/ 2216 w 35471"/>
                <a:gd name="connsiteY8" fmla="*/ 0 h 182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71" h="182535">
                  <a:moveTo>
                    <a:pt x="2216" y="0"/>
                  </a:moveTo>
                  <a:lnTo>
                    <a:pt x="33255" y="0"/>
                  </a:lnTo>
                  <a:cubicBezTo>
                    <a:pt x="34733" y="0"/>
                    <a:pt x="35472" y="739"/>
                    <a:pt x="35472" y="2217"/>
                  </a:cubicBezTo>
                  <a:lnTo>
                    <a:pt x="35472" y="179579"/>
                  </a:lnTo>
                  <a:cubicBezTo>
                    <a:pt x="35472" y="181057"/>
                    <a:pt x="34733" y="182535"/>
                    <a:pt x="33255" y="182535"/>
                  </a:cubicBezTo>
                  <a:lnTo>
                    <a:pt x="2216" y="182535"/>
                  </a:lnTo>
                  <a:cubicBezTo>
                    <a:pt x="739" y="182535"/>
                    <a:pt x="0" y="181057"/>
                    <a:pt x="0" y="179579"/>
                  </a:cubicBezTo>
                  <a:lnTo>
                    <a:pt x="0" y="2217"/>
                  </a:lnTo>
                  <a:cubicBezTo>
                    <a:pt x="0" y="739"/>
                    <a:pt x="739" y="0"/>
                    <a:pt x="2216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4441980-BF8B-327B-96F1-204AED6A8C60}"/>
                </a:ext>
              </a:extLst>
            </p:cNvPr>
            <p:cNvSpPr/>
            <p:nvPr/>
          </p:nvSpPr>
          <p:spPr>
            <a:xfrm>
              <a:off x="8532630" y="4926074"/>
              <a:ext cx="35472" cy="182535"/>
            </a:xfrm>
            <a:custGeom>
              <a:avLst/>
              <a:gdLst>
                <a:gd name="connsiteX0" fmla="*/ 2217 w 35472"/>
                <a:gd name="connsiteY0" fmla="*/ 0 h 182535"/>
                <a:gd name="connsiteX1" fmla="*/ 33255 w 35472"/>
                <a:gd name="connsiteY1" fmla="*/ 0 h 182535"/>
                <a:gd name="connsiteX2" fmla="*/ 35473 w 35472"/>
                <a:gd name="connsiteY2" fmla="*/ 2217 h 182535"/>
                <a:gd name="connsiteX3" fmla="*/ 35473 w 35472"/>
                <a:gd name="connsiteY3" fmla="*/ 179579 h 182535"/>
                <a:gd name="connsiteX4" fmla="*/ 33255 w 35472"/>
                <a:gd name="connsiteY4" fmla="*/ 182535 h 182535"/>
                <a:gd name="connsiteX5" fmla="*/ 2217 w 35472"/>
                <a:gd name="connsiteY5" fmla="*/ 182535 h 182535"/>
                <a:gd name="connsiteX6" fmla="*/ 0 w 35472"/>
                <a:gd name="connsiteY6" fmla="*/ 179579 h 182535"/>
                <a:gd name="connsiteX7" fmla="*/ 0 w 35472"/>
                <a:gd name="connsiteY7" fmla="*/ 2217 h 182535"/>
                <a:gd name="connsiteX8" fmla="*/ 2217 w 35472"/>
                <a:gd name="connsiteY8" fmla="*/ 0 h 182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72" h="182535">
                  <a:moveTo>
                    <a:pt x="2217" y="0"/>
                  </a:moveTo>
                  <a:lnTo>
                    <a:pt x="33255" y="0"/>
                  </a:lnTo>
                  <a:cubicBezTo>
                    <a:pt x="33994" y="0"/>
                    <a:pt x="35473" y="739"/>
                    <a:pt x="35473" y="2217"/>
                  </a:cubicBezTo>
                  <a:lnTo>
                    <a:pt x="35473" y="179579"/>
                  </a:lnTo>
                  <a:cubicBezTo>
                    <a:pt x="35473" y="181057"/>
                    <a:pt x="33994" y="182535"/>
                    <a:pt x="33255" y="182535"/>
                  </a:cubicBezTo>
                  <a:lnTo>
                    <a:pt x="2217" y="182535"/>
                  </a:lnTo>
                  <a:cubicBezTo>
                    <a:pt x="739" y="182535"/>
                    <a:pt x="0" y="181057"/>
                    <a:pt x="0" y="179579"/>
                  </a:cubicBezTo>
                  <a:lnTo>
                    <a:pt x="0" y="2217"/>
                  </a:lnTo>
                  <a:cubicBezTo>
                    <a:pt x="0" y="739"/>
                    <a:pt x="739" y="0"/>
                    <a:pt x="2217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0085C3B-0182-BA70-F3A8-ED10625E845C}"/>
                </a:ext>
              </a:extLst>
            </p:cNvPr>
            <p:cNvSpPr/>
            <p:nvPr/>
          </p:nvSpPr>
          <p:spPr>
            <a:xfrm>
              <a:off x="8603575" y="4926074"/>
              <a:ext cx="35472" cy="182535"/>
            </a:xfrm>
            <a:custGeom>
              <a:avLst/>
              <a:gdLst>
                <a:gd name="connsiteX0" fmla="*/ 2217 w 35472"/>
                <a:gd name="connsiteY0" fmla="*/ 0 h 182535"/>
                <a:gd name="connsiteX1" fmla="*/ 33255 w 35472"/>
                <a:gd name="connsiteY1" fmla="*/ 0 h 182535"/>
                <a:gd name="connsiteX2" fmla="*/ 35473 w 35472"/>
                <a:gd name="connsiteY2" fmla="*/ 2217 h 182535"/>
                <a:gd name="connsiteX3" fmla="*/ 35473 w 35472"/>
                <a:gd name="connsiteY3" fmla="*/ 179579 h 182535"/>
                <a:gd name="connsiteX4" fmla="*/ 33255 w 35472"/>
                <a:gd name="connsiteY4" fmla="*/ 182535 h 182535"/>
                <a:gd name="connsiteX5" fmla="*/ 2217 w 35472"/>
                <a:gd name="connsiteY5" fmla="*/ 182535 h 182535"/>
                <a:gd name="connsiteX6" fmla="*/ 0 w 35472"/>
                <a:gd name="connsiteY6" fmla="*/ 179579 h 182535"/>
                <a:gd name="connsiteX7" fmla="*/ 0 w 35472"/>
                <a:gd name="connsiteY7" fmla="*/ 2217 h 182535"/>
                <a:gd name="connsiteX8" fmla="*/ 2217 w 35472"/>
                <a:gd name="connsiteY8" fmla="*/ 0 h 182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72" h="182535">
                  <a:moveTo>
                    <a:pt x="2217" y="0"/>
                  </a:moveTo>
                  <a:lnTo>
                    <a:pt x="33255" y="0"/>
                  </a:lnTo>
                  <a:cubicBezTo>
                    <a:pt x="33994" y="0"/>
                    <a:pt x="35473" y="739"/>
                    <a:pt x="35473" y="2217"/>
                  </a:cubicBezTo>
                  <a:lnTo>
                    <a:pt x="35473" y="179579"/>
                  </a:lnTo>
                  <a:cubicBezTo>
                    <a:pt x="35473" y="181057"/>
                    <a:pt x="33994" y="182535"/>
                    <a:pt x="33255" y="182535"/>
                  </a:cubicBezTo>
                  <a:lnTo>
                    <a:pt x="2217" y="182535"/>
                  </a:lnTo>
                  <a:cubicBezTo>
                    <a:pt x="739" y="182535"/>
                    <a:pt x="0" y="181057"/>
                    <a:pt x="0" y="179579"/>
                  </a:cubicBezTo>
                  <a:lnTo>
                    <a:pt x="0" y="2217"/>
                  </a:lnTo>
                  <a:cubicBezTo>
                    <a:pt x="0" y="739"/>
                    <a:pt x="739" y="0"/>
                    <a:pt x="2217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FADB9C3-E958-A66F-F13A-2F9C6BDC769E}"/>
                </a:ext>
              </a:extLst>
            </p:cNvPr>
            <p:cNvSpPr/>
            <p:nvPr/>
          </p:nvSpPr>
          <p:spPr>
            <a:xfrm>
              <a:off x="8673781" y="4926074"/>
              <a:ext cx="36211" cy="182535"/>
            </a:xfrm>
            <a:custGeom>
              <a:avLst/>
              <a:gdLst>
                <a:gd name="connsiteX0" fmla="*/ 2956 w 36211"/>
                <a:gd name="connsiteY0" fmla="*/ 0 h 182535"/>
                <a:gd name="connsiteX1" fmla="*/ 33255 w 36211"/>
                <a:gd name="connsiteY1" fmla="*/ 0 h 182535"/>
                <a:gd name="connsiteX2" fmla="*/ 36212 w 36211"/>
                <a:gd name="connsiteY2" fmla="*/ 2217 h 182535"/>
                <a:gd name="connsiteX3" fmla="*/ 36212 w 36211"/>
                <a:gd name="connsiteY3" fmla="*/ 179579 h 182535"/>
                <a:gd name="connsiteX4" fmla="*/ 33255 w 36211"/>
                <a:gd name="connsiteY4" fmla="*/ 182535 h 182535"/>
                <a:gd name="connsiteX5" fmla="*/ 2956 w 36211"/>
                <a:gd name="connsiteY5" fmla="*/ 182535 h 182535"/>
                <a:gd name="connsiteX6" fmla="*/ 0 w 36211"/>
                <a:gd name="connsiteY6" fmla="*/ 179579 h 182535"/>
                <a:gd name="connsiteX7" fmla="*/ 0 w 36211"/>
                <a:gd name="connsiteY7" fmla="*/ 2217 h 182535"/>
                <a:gd name="connsiteX8" fmla="*/ 2956 w 36211"/>
                <a:gd name="connsiteY8" fmla="*/ 0 h 182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211" h="182535">
                  <a:moveTo>
                    <a:pt x="2956" y="0"/>
                  </a:moveTo>
                  <a:lnTo>
                    <a:pt x="33255" y="0"/>
                  </a:lnTo>
                  <a:cubicBezTo>
                    <a:pt x="34734" y="0"/>
                    <a:pt x="36212" y="739"/>
                    <a:pt x="36212" y="2217"/>
                  </a:cubicBezTo>
                  <a:lnTo>
                    <a:pt x="36212" y="179579"/>
                  </a:lnTo>
                  <a:cubicBezTo>
                    <a:pt x="36212" y="181057"/>
                    <a:pt x="34734" y="182535"/>
                    <a:pt x="33255" y="182535"/>
                  </a:cubicBezTo>
                  <a:lnTo>
                    <a:pt x="2956" y="182535"/>
                  </a:lnTo>
                  <a:cubicBezTo>
                    <a:pt x="1479" y="182535"/>
                    <a:pt x="0" y="181057"/>
                    <a:pt x="0" y="179579"/>
                  </a:cubicBezTo>
                  <a:lnTo>
                    <a:pt x="0" y="2217"/>
                  </a:lnTo>
                  <a:cubicBezTo>
                    <a:pt x="0" y="739"/>
                    <a:pt x="1479" y="0"/>
                    <a:pt x="2956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CC9BFC9-D13A-1A13-9C77-E17A7CAC91C4}"/>
                </a:ext>
              </a:extLst>
            </p:cNvPr>
            <p:cNvSpPr/>
            <p:nvPr/>
          </p:nvSpPr>
          <p:spPr>
            <a:xfrm>
              <a:off x="8744725" y="4926074"/>
              <a:ext cx="36211" cy="182535"/>
            </a:xfrm>
            <a:custGeom>
              <a:avLst/>
              <a:gdLst>
                <a:gd name="connsiteX0" fmla="*/ 2956 w 36211"/>
                <a:gd name="connsiteY0" fmla="*/ 0 h 182535"/>
                <a:gd name="connsiteX1" fmla="*/ 33255 w 36211"/>
                <a:gd name="connsiteY1" fmla="*/ 0 h 182535"/>
                <a:gd name="connsiteX2" fmla="*/ 36212 w 36211"/>
                <a:gd name="connsiteY2" fmla="*/ 2217 h 182535"/>
                <a:gd name="connsiteX3" fmla="*/ 36212 w 36211"/>
                <a:gd name="connsiteY3" fmla="*/ 179579 h 182535"/>
                <a:gd name="connsiteX4" fmla="*/ 33255 w 36211"/>
                <a:gd name="connsiteY4" fmla="*/ 182535 h 182535"/>
                <a:gd name="connsiteX5" fmla="*/ 2956 w 36211"/>
                <a:gd name="connsiteY5" fmla="*/ 182535 h 182535"/>
                <a:gd name="connsiteX6" fmla="*/ 0 w 36211"/>
                <a:gd name="connsiteY6" fmla="*/ 179579 h 182535"/>
                <a:gd name="connsiteX7" fmla="*/ 0 w 36211"/>
                <a:gd name="connsiteY7" fmla="*/ 2217 h 182535"/>
                <a:gd name="connsiteX8" fmla="*/ 2956 w 36211"/>
                <a:gd name="connsiteY8" fmla="*/ 0 h 182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211" h="182535">
                  <a:moveTo>
                    <a:pt x="2956" y="0"/>
                  </a:moveTo>
                  <a:lnTo>
                    <a:pt x="33255" y="0"/>
                  </a:lnTo>
                  <a:cubicBezTo>
                    <a:pt x="34734" y="0"/>
                    <a:pt x="36212" y="739"/>
                    <a:pt x="36212" y="2217"/>
                  </a:cubicBezTo>
                  <a:lnTo>
                    <a:pt x="36212" y="179579"/>
                  </a:lnTo>
                  <a:cubicBezTo>
                    <a:pt x="36212" y="181057"/>
                    <a:pt x="34734" y="182535"/>
                    <a:pt x="33255" y="182535"/>
                  </a:cubicBezTo>
                  <a:lnTo>
                    <a:pt x="2956" y="182535"/>
                  </a:lnTo>
                  <a:cubicBezTo>
                    <a:pt x="1479" y="182535"/>
                    <a:pt x="0" y="181057"/>
                    <a:pt x="0" y="179579"/>
                  </a:cubicBezTo>
                  <a:lnTo>
                    <a:pt x="0" y="2217"/>
                  </a:lnTo>
                  <a:cubicBezTo>
                    <a:pt x="0" y="739"/>
                    <a:pt x="1479" y="0"/>
                    <a:pt x="2956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DE4EA69-B45E-4297-496A-819988E4B642}"/>
                </a:ext>
              </a:extLst>
            </p:cNvPr>
            <p:cNvSpPr/>
            <p:nvPr/>
          </p:nvSpPr>
          <p:spPr>
            <a:xfrm>
              <a:off x="8815671" y="4926074"/>
              <a:ext cx="601552" cy="182535"/>
            </a:xfrm>
            <a:custGeom>
              <a:avLst/>
              <a:gdLst>
                <a:gd name="connsiteX0" fmla="*/ 12563 w 601552"/>
                <a:gd name="connsiteY0" fmla="*/ 0 h 182535"/>
                <a:gd name="connsiteX1" fmla="*/ 589728 w 601552"/>
                <a:gd name="connsiteY1" fmla="*/ 0 h 182535"/>
                <a:gd name="connsiteX2" fmla="*/ 601552 w 601552"/>
                <a:gd name="connsiteY2" fmla="*/ 11824 h 182535"/>
                <a:gd name="connsiteX3" fmla="*/ 601552 w 601552"/>
                <a:gd name="connsiteY3" fmla="*/ 169972 h 182535"/>
                <a:gd name="connsiteX4" fmla="*/ 589728 w 601552"/>
                <a:gd name="connsiteY4" fmla="*/ 182535 h 182535"/>
                <a:gd name="connsiteX5" fmla="*/ 12563 w 601552"/>
                <a:gd name="connsiteY5" fmla="*/ 182535 h 182535"/>
                <a:gd name="connsiteX6" fmla="*/ 0 w 601552"/>
                <a:gd name="connsiteY6" fmla="*/ 169972 h 182535"/>
                <a:gd name="connsiteX7" fmla="*/ 0 w 601552"/>
                <a:gd name="connsiteY7" fmla="*/ 11824 h 182535"/>
                <a:gd name="connsiteX8" fmla="*/ 12563 w 601552"/>
                <a:gd name="connsiteY8" fmla="*/ 0 h 182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1552" h="182535">
                  <a:moveTo>
                    <a:pt x="12563" y="0"/>
                  </a:moveTo>
                  <a:lnTo>
                    <a:pt x="589728" y="0"/>
                  </a:lnTo>
                  <a:cubicBezTo>
                    <a:pt x="596380" y="0"/>
                    <a:pt x="601552" y="5173"/>
                    <a:pt x="601552" y="11824"/>
                  </a:cubicBezTo>
                  <a:lnTo>
                    <a:pt x="601552" y="169972"/>
                  </a:lnTo>
                  <a:cubicBezTo>
                    <a:pt x="601552" y="176623"/>
                    <a:pt x="596380" y="182535"/>
                    <a:pt x="589728" y="182535"/>
                  </a:cubicBezTo>
                  <a:lnTo>
                    <a:pt x="12563" y="182535"/>
                  </a:lnTo>
                  <a:cubicBezTo>
                    <a:pt x="5912" y="182535"/>
                    <a:pt x="0" y="176623"/>
                    <a:pt x="0" y="169972"/>
                  </a:cubicBezTo>
                  <a:lnTo>
                    <a:pt x="0" y="11824"/>
                  </a:lnTo>
                  <a:cubicBezTo>
                    <a:pt x="0" y="5173"/>
                    <a:pt x="5912" y="0"/>
                    <a:pt x="12563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75E52BB-BCA5-40BD-20B0-77088EB60FCA}"/>
                </a:ext>
              </a:extLst>
            </p:cNvPr>
            <p:cNvSpPr/>
            <p:nvPr/>
          </p:nvSpPr>
          <p:spPr>
            <a:xfrm>
              <a:off x="8234809" y="5365045"/>
              <a:ext cx="1267399" cy="249045"/>
            </a:xfrm>
            <a:custGeom>
              <a:avLst/>
              <a:gdLst>
                <a:gd name="connsiteX0" fmla="*/ 16259 w 1267399"/>
                <a:gd name="connsiteY0" fmla="*/ 0 h 249045"/>
                <a:gd name="connsiteX1" fmla="*/ 1251142 w 1267399"/>
                <a:gd name="connsiteY1" fmla="*/ 0 h 249045"/>
                <a:gd name="connsiteX2" fmla="*/ 1267400 w 1267399"/>
                <a:gd name="connsiteY2" fmla="*/ 16258 h 249045"/>
                <a:gd name="connsiteX3" fmla="*/ 1267400 w 1267399"/>
                <a:gd name="connsiteY3" fmla="*/ 232049 h 249045"/>
                <a:gd name="connsiteX4" fmla="*/ 1251142 w 1267399"/>
                <a:gd name="connsiteY4" fmla="*/ 249046 h 249045"/>
                <a:gd name="connsiteX5" fmla="*/ 16259 w 1267399"/>
                <a:gd name="connsiteY5" fmla="*/ 249046 h 249045"/>
                <a:gd name="connsiteX6" fmla="*/ 0 w 1267399"/>
                <a:gd name="connsiteY6" fmla="*/ 232049 h 249045"/>
                <a:gd name="connsiteX7" fmla="*/ 0 w 1267399"/>
                <a:gd name="connsiteY7" fmla="*/ 16258 h 249045"/>
                <a:gd name="connsiteX8" fmla="*/ 16259 w 1267399"/>
                <a:gd name="connsiteY8" fmla="*/ 0 h 24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67399" h="249045">
                  <a:moveTo>
                    <a:pt x="16259" y="0"/>
                  </a:moveTo>
                  <a:lnTo>
                    <a:pt x="1251142" y="0"/>
                  </a:lnTo>
                  <a:cubicBezTo>
                    <a:pt x="1260010" y="0"/>
                    <a:pt x="1267400" y="7390"/>
                    <a:pt x="1267400" y="16258"/>
                  </a:cubicBezTo>
                  <a:lnTo>
                    <a:pt x="1267400" y="232049"/>
                  </a:lnTo>
                  <a:cubicBezTo>
                    <a:pt x="1267400" y="241656"/>
                    <a:pt x="1260010" y="249046"/>
                    <a:pt x="1251142" y="249046"/>
                  </a:cubicBezTo>
                  <a:lnTo>
                    <a:pt x="16259" y="249046"/>
                  </a:lnTo>
                  <a:cubicBezTo>
                    <a:pt x="7390" y="249046"/>
                    <a:pt x="0" y="241656"/>
                    <a:pt x="0" y="232049"/>
                  </a:cubicBezTo>
                  <a:lnTo>
                    <a:pt x="0" y="16258"/>
                  </a:lnTo>
                  <a:cubicBezTo>
                    <a:pt x="0" y="7390"/>
                    <a:pt x="7390" y="0"/>
                    <a:pt x="16259" y="0"/>
                  </a:cubicBezTo>
                  <a:close/>
                </a:path>
              </a:pathLst>
            </a:custGeom>
            <a:solidFill>
              <a:srgbClr val="9564F2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CB314F5-4B72-2644-818D-156984E9F35C}"/>
                </a:ext>
              </a:extLst>
            </p:cNvPr>
            <p:cNvSpPr/>
            <p:nvPr/>
          </p:nvSpPr>
          <p:spPr>
            <a:xfrm>
              <a:off x="8319795" y="5398300"/>
              <a:ext cx="35472" cy="182535"/>
            </a:xfrm>
            <a:custGeom>
              <a:avLst/>
              <a:gdLst>
                <a:gd name="connsiteX0" fmla="*/ 2217 w 35472"/>
                <a:gd name="connsiteY0" fmla="*/ 0 h 182535"/>
                <a:gd name="connsiteX1" fmla="*/ 33255 w 35472"/>
                <a:gd name="connsiteY1" fmla="*/ 0 h 182535"/>
                <a:gd name="connsiteX2" fmla="*/ 35473 w 35472"/>
                <a:gd name="connsiteY2" fmla="*/ 2217 h 182535"/>
                <a:gd name="connsiteX3" fmla="*/ 35473 w 35472"/>
                <a:gd name="connsiteY3" fmla="*/ 180318 h 182535"/>
                <a:gd name="connsiteX4" fmla="*/ 33255 w 35472"/>
                <a:gd name="connsiteY4" fmla="*/ 182535 h 182535"/>
                <a:gd name="connsiteX5" fmla="*/ 2217 w 35472"/>
                <a:gd name="connsiteY5" fmla="*/ 182535 h 182535"/>
                <a:gd name="connsiteX6" fmla="*/ 0 w 35472"/>
                <a:gd name="connsiteY6" fmla="*/ 180318 h 182535"/>
                <a:gd name="connsiteX7" fmla="*/ 0 w 35472"/>
                <a:gd name="connsiteY7" fmla="*/ 2217 h 182535"/>
                <a:gd name="connsiteX8" fmla="*/ 2217 w 35472"/>
                <a:gd name="connsiteY8" fmla="*/ 0 h 182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72" h="182535">
                  <a:moveTo>
                    <a:pt x="2217" y="0"/>
                  </a:moveTo>
                  <a:lnTo>
                    <a:pt x="33255" y="0"/>
                  </a:lnTo>
                  <a:cubicBezTo>
                    <a:pt x="34734" y="0"/>
                    <a:pt x="35473" y="1478"/>
                    <a:pt x="35473" y="2217"/>
                  </a:cubicBezTo>
                  <a:lnTo>
                    <a:pt x="35473" y="180318"/>
                  </a:lnTo>
                  <a:cubicBezTo>
                    <a:pt x="35473" y="181057"/>
                    <a:pt x="34734" y="182535"/>
                    <a:pt x="33255" y="182535"/>
                  </a:cubicBezTo>
                  <a:lnTo>
                    <a:pt x="2217" y="182535"/>
                  </a:lnTo>
                  <a:cubicBezTo>
                    <a:pt x="740" y="182535"/>
                    <a:pt x="0" y="181057"/>
                    <a:pt x="0" y="180318"/>
                  </a:cubicBezTo>
                  <a:lnTo>
                    <a:pt x="0" y="2217"/>
                  </a:lnTo>
                  <a:cubicBezTo>
                    <a:pt x="0" y="1478"/>
                    <a:pt x="740" y="0"/>
                    <a:pt x="2217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46B6CC5-1B74-125B-5A58-11E5BB0F619B}"/>
                </a:ext>
              </a:extLst>
            </p:cNvPr>
            <p:cNvSpPr/>
            <p:nvPr/>
          </p:nvSpPr>
          <p:spPr>
            <a:xfrm>
              <a:off x="8390741" y="5398300"/>
              <a:ext cx="35471" cy="182535"/>
            </a:xfrm>
            <a:custGeom>
              <a:avLst/>
              <a:gdLst>
                <a:gd name="connsiteX0" fmla="*/ 2216 w 35471"/>
                <a:gd name="connsiteY0" fmla="*/ 0 h 182535"/>
                <a:gd name="connsiteX1" fmla="*/ 33255 w 35471"/>
                <a:gd name="connsiteY1" fmla="*/ 0 h 182535"/>
                <a:gd name="connsiteX2" fmla="*/ 35472 w 35471"/>
                <a:gd name="connsiteY2" fmla="*/ 2217 h 182535"/>
                <a:gd name="connsiteX3" fmla="*/ 35472 w 35471"/>
                <a:gd name="connsiteY3" fmla="*/ 180318 h 182535"/>
                <a:gd name="connsiteX4" fmla="*/ 33255 w 35471"/>
                <a:gd name="connsiteY4" fmla="*/ 182535 h 182535"/>
                <a:gd name="connsiteX5" fmla="*/ 2216 w 35471"/>
                <a:gd name="connsiteY5" fmla="*/ 182535 h 182535"/>
                <a:gd name="connsiteX6" fmla="*/ 0 w 35471"/>
                <a:gd name="connsiteY6" fmla="*/ 180318 h 182535"/>
                <a:gd name="connsiteX7" fmla="*/ 0 w 35471"/>
                <a:gd name="connsiteY7" fmla="*/ 2217 h 182535"/>
                <a:gd name="connsiteX8" fmla="*/ 2216 w 35471"/>
                <a:gd name="connsiteY8" fmla="*/ 0 h 182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71" h="182535">
                  <a:moveTo>
                    <a:pt x="2216" y="0"/>
                  </a:moveTo>
                  <a:lnTo>
                    <a:pt x="33255" y="0"/>
                  </a:lnTo>
                  <a:cubicBezTo>
                    <a:pt x="34733" y="0"/>
                    <a:pt x="35472" y="1478"/>
                    <a:pt x="35472" y="2217"/>
                  </a:cubicBezTo>
                  <a:lnTo>
                    <a:pt x="35472" y="180318"/>
                  </a:lnTo>
                  <a:cubicBezTo>
                    <a:pt x="35472" y="181057"/>
                    <a:pt x="34733" y="182535"/>
                    <a:pt x="33255" y="182535"/>
                  </a:cubicBezTo>
                  <a:lnTo>
                    <a:pt x="2216" y="182535"/>
                  </a:lnTo>
                  <a:cubicBezTo>
                    <a:pt x="739" y="182535"/>
                    <a:pt x="0" y="181057"/>
                    <a:pt x="0" y="180318"/>
                  </a:cubicBezTo>
                  <a:lnTo>
                    <a:pt x="0" y="2217"/>
                  </a:lnTo>
                  <a:cubicBezTo>
                    <a:pt x="0" y="1478"/>
                    <a:pt x="739" y="0"/>
                    <a:pt x="2216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92D7DB31-99CF-E21D-5818-030C04A584D2}"/>
                </a:ext>
              </a:extLst>
            </p:cNvPr>
            <p:cNvSpPr/>
            <p:nvPr/>
          </p:nvSpPr>
          <p:spPr>
            <a:xfrm>
              <a:off x="8461685" y="5398300"/>
              <a:ext cx="35471" cy="182535"/>
            </a:xfrm>
            <a:custGeom>
              <a:avLst/>
              <a:gdLst>
                <a:gd name="connsiteX0" fmla="*/ 2216 w 35471"/>
                <a:gd name="connsiteY0" fmla="*/ 0 h 182535"/>
                <a:gd name="connsiteX1" fmla="*/ 33255 w 35471"/>
                <a:gd name="connsiteY1" fmla="*/ 0 h 182535"/>
                <a:gd name="connsiteX2" fmla="*/ 35472 w 35471"/>
                <a:gd name="connsiteY2" fmla="*/ 2217 h 182535"/>
                <a:gd name="connsiteX3" fmla="*/ 35472 w 35471"/>
                <a:gd name="connsiteY3" fmla="*/ 180318 h 182535"/>
                <a:gd name="connsiteX4" fmla="*/ 33255 w 35471"/>
                <a:gd name="connsiteY4" fmla="*/ 182535 h 182535"/>
                <a:gd name="connsiteX5" fmla="*/ 2216 w 35471"/>
                <a:gd name="connsiteY5" fmla="*/ 182535 h 182535"/>
                <a:gd name="connsiteX6" fmla="*/ 0 w 35471"/>
                <a:gd name="connsiteY6" fmla="*/ 180318 h 182535"/>
                <a:gd name="connsiteX7" fmla="*/ 0 w 35471"/>
                <a:gd name="connsiteY7" fmla="*/ 2217 h 182535"/>
                <a:gd name="connsiteX8" fmla="*/ 2216 w 35471"/>
                <a:gd name="connsiteY8" fmla="*/ 0 h 182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71" h="182535">
                  <a:moveTo>
                    <a:pt x="2216" y="0"/>
                  </a:moveTo>
                  <a:lnTo>
                    <a:pt x="33255" y="0"/>
                  </a:lnTo>
                  <a:cubicBezTo>
                    <a:pt x="34733" y="0"/>
                    <a:pt x="35472" y="1478"/>
                    <a:pt x="35472" y="2217"/>
                  </a:cubicBezTo>
                  <a:lnTo>
                    <a:pt x="35472" y="180318"/>
                  </a:lnTo>
                  <a:cubicBezTo>
                    <a:pt x="35472" y="181057"/>
                    <a:pt x="34733" y="182535"/>
                    <a:pt x="33255" y="182535"/>
                  </a:cubicBezTo>
                  <a:lnTo>
                    <a:pt x="2216" y="182535"/>
                  </a:lnTo>
                  <a:cubicBezTo>
                    <a:pt x="739" y="182535"/>
                    <a:pt x="0" y="181057"/>
                    <a:pt x="0" y="180318"/>
                  </a:cubicBezTo>
                  <a:lnTo>
                    <a:pt x="0" y="2217"/>
                  </a:lnTo>
                  <a:cubicBezTo>
                    <a:pt x="0" y="1478"/>
                    <a:pt x="739" y="0"/>
                    <a:pt x="2216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2D914AE-1151-0A41-D93E-4C58B85DE4FD}"/>
                </a:ext>
              </a:extLst>
            </p:cNvPr>
            <p:cNvSpPr/>
            <p:nvPr/>
          </p:nvSpPr>
          <p:spPr>
            <a:xfrm>
              <a:off x="8532630" y="5398300"/>
              <a:ext cx="35472" cy="182535"/>
            </a:xfrm>
            <a:custGeom>
              <a:avLst/>
              <a:gdLst>
                <a:gd name="connsiteX0" fmla="*/ 2217 w 35472"/>
                <a:gd name="connsiteY0" fmla="*/ 0 h 182535"/>
                <a:gd name="connsiteX1" fmla="*/ 33255 w 35472"/>
                <a:gd name="connsiteY1" fmla="*/ 0 h 182535"/>
                <a:gd name="connsiteX2" fmla="*/ 35473 w 35472"/>
                <a:gd name="connsiteY2" fmla="*/ 2217 h 182535"/>
                <a:gd name="connsiteX3" fmla="*/ 35473 w 35472"/>
                <a:gd name="connsiteY3" fmla="*/ 180318 h 182535"/>
                <a:gd name="connsiteX4" fmla="*/ 33255 w 35472"/>
                <a:gd name="connsiteY4" fmla="*/ 182535 h 182535"/>
                <a:gd name="connsiteX5" fmla="*/ 2217 w 35472"/>
                <a:gd name="connsiteY5" fmla="*/ 182535 h 182535"/>
                <a:gd name="connsiteX6" fmla="*/ 0 w 35472"/>
                <a:gd name="connsiteY6" fmla="*/ 180318 h 182535"/>
                <a:gd name="connsiteX7" fmla="*/ 0 w 35472"/>
                <a:gd name="connsiteY7" fmla="*/ 2217 h 182535"/>
                <a:gd name="connsiteX8" fmla="*/ 2217 w 35472"/>
                <a:gd name="connsiteY8" fmla="*/ 0 h 182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72" h="182535">
                  <a:moveTo>
                    <a:pt x="2217" y="0"/>
                  </a:moveTo>
                  <a:lnTo>
                    <a:pt x="33255" y="0"/>
                  </a:lnTo>
                  <a:cubicBezTo>
                    <a:pt x="33994" y="0"/>
                    <a:pt x="35473" y="1478"/>
                    <a:pt x="35473" y="2217"/>
                  </a:cubicBezTo>
                  <a:lnTo>
                    <a:pt x="35473" y="180318"/>
                  </a:lnTo>
                  <a:cubicBezTo>
                    <a:pt x="35473" y="181057"/>
                    <a:pt x="33994" y="182535"/>
                    <a:pt x="33255" y="182535"/>
                  </a:cubicBezTo>
                  <a:lnTo>
                    <a:pt x="2217" y="182535"/>
                  </a:lnTo>
                  <a:cubicBezTo>
                    <a:pt x="739" y="182535"/>
                    <a:pt x="0" y="181057"/>
                    <a:pt x="0" y="180318"/>
                  </a:cubicBezTo>
                  <a:lnTo>
                    <a:pt x="0" y="2217"/>
                  </a:lnTo>
                  <a:cubicBezTo>
                    <a:pt x="0" y="1478"/>
                    <a:pt x="739" y="0"/>
                    <a:pt x="2217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E97D2F3-5A7A-6108-1297-9D86904D457F}"/>
                </a:ext>
              </a:extLst>
            </p:cNvPr>
            <p:cNvSpPr/>
            <p:nvPr/>
          </p:nvSpPr>
          <p:spPr>
            <a:xfrm>
              <a:off x="8603575" y="5398300"/>
              <a:ext cx="35472" cy="182535"/>
            </a:xfrm>
            <a:custGeom>
              <a:avLst/>
              <a:gdLst>
                <a:gd name="connsiteX0" fmla="*/ 2217 w 35472"/>
                <a:gd name="connsiteY0" fmla="*/ 0 h 182535"/>
                <a:gd name="connsiteX1" fmla="*/ 33255 w 35472"/>
                <a:gd name="connsiteY1" fmla="*/ 0 h 182535"/>
                <a:gd name="connsiteX2" fmla="*/ 35473 w 35472"/>
                <a:gd name="connsiteY2" fmla="*/ 2217 h 182535"/>
                <a:gd name="connsiteX3" fmla="*/ 35473 w 35472"/>
                <a:gd name="connsiteY3" fmla="*/ 180318 h 182535"/>
                <a:gd name="connsiteX4" fmla="*/ 33255 w 35472"/>
                <a:gd name="connsiteY4" fmla="*/ 182535 h 182535"/>
                <a:gd name="connsiteX5" fmla="*/ 2217 w 35472"/>
                <a:gd name="connsiteY5" fmla="*/ 182535 h 182535"/>
                <a:gd name="connsiteX6" fmla="*/ 0 w 35472"/>
                <a:gd name="connsiteY6" fmla="*/ 180318 h 182535"/>
                <a:gd name="connsiteX7" fmla="*/ 0 w 35472"/>
                <a:gd name="connsiteY7" fmla="*/ 2217 h 182535"/>
                <a:gd name="connsiteX8" fmla="*/ 2217 w 35472"/>
                <a:gd name="connsiteY8" fmla="*/ 0 h 182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72" h="182535">
                  <a:moveTo>
                    <a:pt x="2217" y="0"/>
                  </a:moveTo>
                  <a:lnTo>
                    <a:pt x="33255" y="0"/>
                  </a:lnTo>
                  <a:cubicBezTo>
                    <a:pt x="33994" y="0"/>
                    <a:pt x="35473" y="1478"/>
                    <a:pt x="35473" y="2217"/>
                  </a:cubicBezTo>
                  <a:lnTo>
                    <a:pt x="35473" y="180318"/>
                  </a:lnTo>
                  <a:cubicBezTo>
                    <a:pt x="35473" y="181057"/>
                    <a:pt x="33994" y="182535"/>
                    <a:pt x="33255" y="182535"/>
                  </a:cubicBezTo>
                  <a:lnTo>
                    <a:pt x="2217" y="182535"/>
                  </a:lnTo>
                  <a:cubicBezTo>
                    <a:pt x="739" y="182535"/>
                    <a:pt x="0" y="181057"/>
                    <a:pt x="0" y="180318"/>
                  </a:cubicBezTo>
                  <a:lnTo>
                    <a:pt x="0" y="2217"/>
                  </a:lnTo>
                  <a:cubicBezTo>
                    <a:pt x="0" y="1478"/>
                    <a:pt x="739" y="0"/>
                    <a:pt x="2217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E1CE757-EFD8-7A3B-6365-83D9F98E54AF}"/>
                </a:ext>
              </a:extLst>
            </p:cNvPr>
            <p:cNvSpPr/>
            <p:nvPr/>
          </p:nvSpPr>
          <p:spPr>
            <a:xfrm>
              <a:off x="8673781" y="5398300"/>
              <a:ext cx="36211" cy="182535"/>
            </a:xfrm>
            <a:custGeom>
              <a:avLst/>
              <a:gdLst>
                <a:gd name="connsiteX0" fmla="*/ 2956 w 36211"/>
                <a:gd name="connsiteY0" fmla="*/ 0 h 182535"/>
                <a:gd name="connsiteX1" fmla="*/ 33255 w 36211"/>
                <a:gd name="connsiteY1" fmla="*/ 0 h 182535"/>
                <a:gd name="connsiteX2" fmla="*/ 36212 w 36211"/>
                <a:gd name="connsiteY2" fmla="*/ 2217 h 182535"/>
                <a:gd name="connsiteX3" fmla="*/ 36212 w 36211"/>
                <a:gd name="connsiteY3" fmla="*/ 180318 h 182535"/>
                <a:gd name="connsiteX4" fmla="*/ 33255 w 36211"/>
                <a:gd name="connsiteY4" fmla="*/ 182535 h 182535"/>
                <a:gd name="connsiteX5" fmla="*/ 2956 w 36211"/>
                <a:gd name="connsiteY5" fmla="*/ 182535 h 182535"/>
                <a:gd name="connsiteX6" fmla="*/ 0 w 36211"/>
                <a:gd name="connsiteY6" fmla="*/ 180318 h 182535"/>
                <a:gd name="connsiteX7" fmla="*/ 0 w 36211"/>
                <a:gd name="connsiteY7" fmla="*/ 2217 h 182535"/>
                <a:gd name="connsiteX8" fmla="*/ 2956 w 36211"/>
                <a:gd name="connsiteY8" fmla="*/ 0 h 182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211" h="182535">
                  <a:moveTo>
                    <a:pt x="2956" y="0"/>
                  </a:moveTo>
                  <a:lnTo>
                    <a:pt x="33255" y="0"/>
                  </a:lnTo>
                  <a:cubicBezTo>
                    <a:pt x="34734" y="0"/>
                    <a:pt x="36212" y="1478"/>
                    <a:pt x="36212" y="2217"/>
                  </a:cubicBezTo>
                  <a:lnTo>
                    <a:pt x="36212" y="180318"/>
                  </a:lnTo>
                  <a:cubicBezTo>
                    <a:pt x="36212" y="181057"/>
                    <a:pt x="34734" y="182535"/>
                    <a:pt x="33255" y="182535"/>
                  </a:cubicBezTo>
                  <a:lnTo>
                    <a:pt x="2956" y="182535"/>
                  </a:lnTo>
                  <a:cubicBezTo>
                    <a:pt x="1479" y="182535"/>
                    <a:pt x="0" y="181057"/>
                    <a:pt x="0" y="180318"/>
                  </a:cubicBezTo>
                  <a:lnTo>
                    <a:pt x="0" y="2217"/>
                  </a:lnTo>
                  <a:cubicBezTo>
                    <a:pt x="0" y="1478"/>
                    <a:pt x="1479" y="0"/>
                    <a:pt x="2956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7B83573-F4E0-19A5-D729-23F1564123B8}"/>
                </a:ext>
              </a:extLst>
            </p:cNvPr>
            <p:cNvSpPr/>
            <p:nvPr/>
          </p:nvSpPr>
          <p:spPr>
            <a:xfrm>
              <a:off x="8744725" y="5398300"/>
              <a:ext cx="36211" cy="182535"/>
            </a:xfrm>
            <a:custGeom>
              <a:avLst/>
              <a:gdLst>
                <a:gd name="connsiteX0" fmla="*/ 2956 w 36211"/>
                <a:gd name="connsiteY0" fmla="*/ 0 h 182535"/>
                <a:gd name="connsiteX1" fmla="*/ 33255 w 36211"/>
                <a:gd name="connsiteY1" fmla="*/ 0 h 182535"/>
                <a:gd name="connsiteX2" fmla="*/ 36212 w 36211"/>
                <a:gd name="connsiteY2" fmla="*/ 2217 h 182535"/>
                <a:gd name="connsiteX3" fmla="*/ 36212 w 36211"/>
                <a:gd name="connsiteY3" fmla="*/ 180318 h 182535"/>
                <a:gd name="connsiteX4" fmla="*/ 33255 w 36211"/>
                <a:gd name="connsiteY4" fmla="*/ 182535 h 182535"/>
                <a:gd name="connsiteX5" fmla="*/ 2956 w 36211"/>
                <a:gd name="connsiteY5" fmla="*/ 182535 h 182535"/>
                <a:gd name="connsiteX6" fmla="*/ 0 w 36211"/>
                <a:gd name="connsiteY6" fmla="*/ 180318 h 182535"/>
                <a:gd name="connsiteX7" fmla="*/ 0 w 36211"/>
                <a:gd name="connsiteY7" fmla="*/ 2217 h 182535"/>
                <a:gd name="connsiteX8" fmla="*/ 2956 w 36211"/>
                <a:gd name="connsiteY8" fmla="*/ 0 h 182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211" h="182535">
                  <a:moveTo>
                    <a:pt x="2956" y="0"/>
                  </a:moveTo>
                  <a:lnTo>
                    <a:pt x="33255" y="0"/>
                  </a:lnTo>
                  <a:cubicBezTo>
                    <a:pt x="34734" y="0"/>
                    <a:pt x="36212" y="1478"/>
                    <a:pt x="36212" y="2217"/>
                  </a:cubicBezTo>
                  <a:lnTo>
                    <a:pt x="36212" y="180318"/>
                  </a:lnTo>
                  <a:cubicBezTo>
                    <a:pt x="36212" y="181057"/>
                    <a:pt x="34734" y="182535"/>
                    <a:pt x="33255" y="182535"/>
                  </a:cubicBezTo>
                  <a:lnTo>
                    <a:pt x="2956" y="182535"/>
                  </a:lnTo>
                  <a:cubicBezTo>
                    <a:pt x="1479" y="182535"/>
                    <a:pt x="0" y="181057"/>
                    <a:pt x="0" y="180318"/>
                  </a:cubicBezTo>
                  <a:lnTo>
                    <a:pt x="0" y="2217"/>
                  </a:lnTo>
                  <a:cubicBezTo>
                    <a:pt x="0" y="1478"/>
                    <a:pt x="1479" y="0"/>
                    <a:pt x="2956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CBE6CF0-C0C0-50B3-C0A6-17A75C0B2344}"/>
                </a:ext>
              </a:extLst>
            </p:cNvPr>
            <p:cNvSpPr/>
            <p:nvPr/>
          </p:nvSpPr>
          <p:spPr>
            <a:xfrm>
              <a:off x="8815671" y="5398300"/>
              <a:ext cx="601552" cy="182535"/>
            </a:xfrm>
            <a:custGeom>
              <a:avLst/>
              <a:gdLst>
                <a:gd name="connsiteX0" fmla="*/ 12563 w 601552"/>
                <a:gd name="connsiteY0" fmla="*/ 0 h 182535"/>
                <a:gd name="connsiteX1" fmla="*/ 589728 w 601552"/>
                <a:gd name="connsiteY1" fmla="*/ 0 h 182535"/>
                <a:gd name="connsiteX2" fmla="*/ 601552 w 601552"/>
                <a:gd name="connsiteY2" fmla="*/ 12563 h 182535"/>
                <a:gd name="connsiteX3" fmla="*/ 601552 w 601552"/>
                <a:gd name="connsiteY3" fmla="*/ 169972 h 182535"/>
                <a:gd name="connsiteX4" fmla="*/ 589728 w 601552"/>
                <a:gd name="connsiteY4" fmla="*/ 182535 h 182535"/>
                <a:gd name="connsiteX5" fmla="*/ 12563 w 601552"/>
                <a:gd name="connsiteY5" fmla="*/ 182535 h 182535"/>
                <a:gd name="connsiteX6" fmla="*/ 0 w 601552"/>
                <a:gd name="connsiteY6" fmla="*/ 169972 h 182535"/>
                <a:gd name="connsiteX7" fmla="*/ 0 w 601552"/>
                <a:gd name="connsiteY7" fmla="*/ 12563 h 182535"/>
                <a:gd name="connsiteX8" fmla="*/ 12563 w 601552"/>
                <a:gd name="connsiteY8" fmla="*/ 0 h 182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1552" h="182535">
                  <a:moveTo>
                    <a:pt x="12563" y="0"/>
                  </a:moveTo>
                  <a:lnTo>
                    <a:pt x="589728" y="0"/>
                  </a:lnTo>
                  <a:cubicBezTo>
                    <a:pt x="596380" y="0"/>
                    <a:pt x="601552" y="5173"/>
                    <a:pt x="601552" y="12563"/>
                  </a:cubicBezTo>
                  <a:lnTo>
                    <a:pt x="601552" y="169972"/>
                  </a:lnTo>
                  <a:cubicBezTo>
                    <a:pt x="601552" y="176623"/>
                    <a:pt x="596380" y="182535"/>
                    <a:pt x="589728" y="182535"/>
                  </a:cubicBezTo>
                  <a:lnTo>
                    <a:pt x="12563" y="182535"/>
                  </a:lnTo>
                  <a:cubicBezTo>
                    <a:pt x="5912" y="182535"/>
                    <a:pt x="0" y="176623"/>
                    <a:pt x="0" y="169972"/>
                  </a:cubicBezTo>
                  <a:lnTo>
                    <a:pt x="0" y="12563"/>
                  </a:lnTo>
                  <a:cubicBezTo>
                    <a:pt x="0" y="5173"/>
                    <a:pt x="5912" y="0"/>
                    <a:pt x="12563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8AE0818-C542-DD5C-60C4-976658196D59}"/>
                </a:ext>
              </a:extLst>
            </p:cNvPr>
            <p:cNvSpPr/>
            <p:nvPr/>
          </p:nvSpPr>
          <p:spPr>
            <a:xfrm>
              <a:off x="8234809" y="4419853"/>
              <a:ext cx="1267399" cy="249045"/>
            </a:xfrm>
            <a:custGeom>
              <a:avLst/>
              <a:gdLst>
                <a:gd name="connsiteX0" fmla="*/ 16259 w 1267399"/>
                <a:gd name="connsiteY0" fmla="*/ 0 h 249045"/>
                <a:gd name="connsiteX1" fmla="*/ 1251142 w 1267399"/>
                <a:gd name="connsiteY1" fmla="*/ 0 h 249045"/>
                <a:gd name="connsiteX2" fmla="*/ 1267400 w 1267399"/>
                <a:gd name="connsiteY2" fmla="*/ 16997 h 249045"/>
                <a:gd name="connsiteX3" fmla="*/ 1267400 w 1267399"/>
                <a:gd name="connsiteY3" fmla="*/ 232788 h 249045"/>
                <a:gd name="connsiteX4" fmla="*/ 1251142 w 1267399"/>
                <a:gd name="connsiteY4" fmla="*/ 249046 h 249045"/>
                <a:gd name="connsiteX5" fmla="*/ 16259 w 1267399"/>
                <a:gd name="connsiteY5" fmla="*/ 249046 h 249045"/>
                <a:gd name="connsiteX6" fmla="*/ 0 w 1267399"/>
                <a:gd name="connsiteY6" fmla="*/ 232788 h 249045"/>
                <a:gd name="connsiteX7" fmla="*/ 0 w 1267399"/>
                <a:gd name="connsiteY7" fmla="*/ 16997 h 249045"/>
                <a:gd name="connsiteX8" fmla="*/ 16259 w 1267399"/>
                <a:gd name="connsiteY8" fmla="*/ 0 h 24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67399" h="249045">
                  <a:moveTo>
                    <a:pt x="16259" y="0"/>
                  </a:moveTo>
                  <a:lnTo>
                    <a:pt x="1251142" y="0"/>
                  </a:lnTo>
                  <a:cubicBezTo>
                    <a:pt x="1260010" y="0"/>
                    <a:pt x="1267400" y="8129"/>
                    <a:pt x="1267400" y="16997"/>
                  </a:cubicBezTo>
                  <a:lnTo>
                    <a:pt x="1267400" y="232788"/>
                  </a:lnTo>
                  <a:cubicBezTo>
                    <a:pt x="1267400" y="241656"/>
                    <a:pt x="1260010" y="249046"/>
                    <a:pt x="1251142" y="249046"/>
                  </a:cubicBezTo>
                  <a:lnTo>
                    <a:pt x="16259" y="249046"/>
                  </a:lnTo>
                  <a:cubicBezTo>
                    <a:pt x="7390" y="249046"/>
                    <a:pt x="0" y="241656"/>
                    <a:pt x="0" y="232788"/>
                  </a:cubicBezTo>
                  <a:lnTo>
                    <a:pt x="0" y="16997"/>
                  </a:lnTo>
                  <a:cubicBezTo>
                    <a:pt x="0" y="8129"/>
                    <a:pt x="7390" y="0"/>
                    <a:pt x="16259" y="0"/>
                  </a:cubicBezTo>
                  <a:close/>
                </a:path>
              </a:pathLst>
            </a:custGeom>
            <a:solidFill>
              <a:srgbClr val="9564F2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98DAD652-3972-0102-39C0-CFA981C1D636}"/>
                </a:ext>
              </a:extLst>
            </p:cNvPr>
            <p:cNvSpPr/>
            <p:nvPr/>
          </p:nvSpPr>
          <p:spPr>
            <a:xfrm>
              <a:off x="8319795" y="4453109"/>
              <a:ext cx="35472" cy="182534"/>
            </a:xfrm>
            <a:custGeom>
              <a:avLst/>
              <a:gdLst>
                <a:gd name="connsiteX0" fmla="*/ 2217 w 35472"/>
                <a:gd name="connsiteY0" fmla="*/ 0 h 182534"/>
                <a:gd name="connsiteX1" fmla="*/ 33255 w 35472"/>
                <a:gd name="connsiteY1" fmla="*/ 0 h 182534"/>
                <a:gd name="connsiteX2" fmla="*/ 35473 w 35472"/>
                <a:gd name="connsiteY2" fmla="*/ 2956 h 182534"/>
                <a:gd name="connsiteX3" fmla="*/ 35473 w 35472"/>
                <a:gd name="connsiteY3" fmla="*/ 180318 h 182534"/>
                <a:gd name="connsiteX4" fmla="*/ 33255 w 35472"/>
                <a:gd name="connsiteY4" fmla="*/ 182535 h 182534"/>
                <a:gd name="connsiteX5" fmla="*/ 2217 w 35472"/>
                <a:gd name="connsiteY5" fmla="*/ 182535 h 182534"/>
                <a:gd name="connsiteX6" fmla="*/ 0 w 35472"/>
                <a:gd name="connsiteY6" fmla="*/ 180318 h 182534"/>
                <a:gd name="connsiteX7" fmla="*/ 0 w 35472"/>
                <a:gd name="connsiteY7" fmla="*/ 2956 h 182534"/>
                <a:gd name="connsiteX8" fmla="*/ 2217 w 35472"/>
                <a:gd name="connsiteY8" fmla="*/ 0 h 18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72" h="182534">
                  <a:moveTo>
                    <a:pt x="2217" y="0"/>
                  </a:moveTo>
                  <a:lnTo>
                    <a:pt x="33255" y="0"/>
                  </a:lnTo>
                  <a:cubicBezTo>
                    <a:pt x="34734" y="0"/>
                    <a:pt x="35473" y="1478"/>
                    <a:pt x="35473" y="2956"/>
                  </a:cubicBezTo>
                  <a:lnTo>
                    <a:pt x="35473" y="180318"/>
                  </a:lnTo>
                  <a:cubicBezTo>
                    <a:pt x="35473" y="181796"/>
                    <a:pt x="34734" y="182535"/>
                    <a:pt x="33255" y="182535"/>
                  </a:cubicBezTo>
                  <a:lnTo>
                    <a:pt x="2217" y="182535"/>
                  </a:lnTo>
                  <a:cubicBezTo>
                    <a:pt x="740" y="182535"/>
                    <a:pt x="0" y="181796"/>
                    <a:pt x="0" y="180318"/>
                  </a:cubicBezTo>
                  <a:lnTo>
                    <a:pt x="0" y="2956"/>
                  </a:lnTo>
                  <a:cubicBezTo>
                    <a:pt x="0" y="1478"/>
                    <a:pt x="740" y="0"/>
                    <a:pt x="2217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2FCC5771-C10D-2A2E-4D96-7AB364624B71}"/>
                </a:ext>
              </a:extLst>
            </p:cNvPr>
            <p:cNvSpPr/>
            <p:nvPr/>
          </p:nvSpPr>
          <p:spPr>
            <a:xfrm>
              <a:off x="8390741" y="4453109"/>
              <a:ext cx="35471" cy="182534"/>
            </a:xfrm>
            <a:custGeom>
              <a:avLst/>
              <a:gdLst>
                <a:gd name="connsiteX0" fmla="*/ 2216 w 35471"/>
                <a:gd name="connsiteY0" fmla="*/ 0 h 182534"/>
                <a:gd name="connsiteX1" fmla="*/ 33255 w 35471"/>
                <a:gd name="connsiteY1" fmla="*/ 0 h 182534"/>
                <a:gd name="connsiteX2" fmla="*/ 35472 w 35471"/>
                <a:gd name="connsiteY2" fmla="*/ 2956 h 182534"/>
                <a:gd name="connsiteX3" fmla="*/ 35472 w 35471"/>
                <a:gd name="connsiteY3" fmla="*/ 180318 h 182534"/>
                <a:gd name="connsiteX4" fmla="*/ 33255 w 35471"/>
                <a:gd name="connsiteY4" fmla="*/ 182535 h 182534"/>
                <a:gd name="connsiteX5" fmla="*/ 2216 w 35471"/>
                <a:gd name="connsiteY5" fmla="*/ 182535 h 182534"/>
                <a:gd name="connsiteX6" fmla="*/ 0 w 35471"/>
                <a:gd name="connsiteY6" fmla="*/ 180318 h 182534"/>
                <a:gd name="connsiteX7" fmla="*/ 0 w 35471"/>
                <a:gd name="connsiteY7" fmla="*/ 2956 h 182534"/>
                <a:gd name="connsiteX8" fmla="*/ 2216 w 35471"/>
                <a:gd name="connsiteY8" fmla="*/ 0 h 18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71" h="182534">
                  <a:moveTo>
                    <a:pt x="2216" y="0"/>
                  </a:moveTo>
                  <a:lnTo>
                    <a:pt x="33255" y="0"/>
                  </a:lnTo>
                  <a:cubicBezTo>
                    <a:pt x="34733" y="0"/>
                    <a:pt x="35472" y="1478"/>
                    <a:pt x="35472" y="2956"/>
                  </a:cubicBezTo>
                  <a:lnTo>
                    <a:pt x="35472" y="180318"/>
                  </a:lnTo>
                  <a:cubicBezTo>
                    <a:pt x="35472" y="181796"/>
                    <a:pt x="34733" y="182535"/>
                    <a:pt x="33255" y="182535"/>
                  </a:cubicBezTo>
                  <a:lnTo>
                    <a:pt x="2216" y="182535"/>
                  </a:lnTo>
                  <a:cubicBezTo>
                    <a:pt x="739" y="182535"/>
                    <a:pt x="0" y="181796"/>
                    <a:pt x="0" y="180318"/>
                  </a:cubicBezTo>
                  <a:lnTo>
                    <a:pt x="0" y="2956"/>
                  </a:lnTo>
                  <a:cubicBezTo>
                    <a:pt x="0" y="1478"/>
                    <a:pt x="739" y="0"/>
                    <a:pt x="2216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065FC24-E59A-867E-3809-3AC77F4428E0}"/>
                </a:ext>
              </a:extLst>
            </p:cNvPr>
            <p:cNvSpPr/>
            <p:nvPr/>
          </p:nvSpPr>
          <p:spPr>
            <a:xfrm>
              <a:off x="8461685" y="4453109"/>
              <a:ext cx="35471" cy="182534"/>
            </a:xfrm>
            <a:custGeom>
              <a:avLst/>
              <a:gdLst>
                <a:gd name="connsiteX0" fmla="*/ 2216 w 35471"/>
                <a:gd name="connsiteY0" fmla="*/ 0 h 182534"/>
                <a:gd name="connsiteX1" fmla="*/ 33255 w 35471"/>
                <a:gd name="connsiteY1" fmla="*/ 0 h 182534"/>
                <a:gd name="connsiteX2" fmla="*/ 35472 w 35471"/>
                <a:gd name="connsiteY2" fmla="*/ 2956 h 182534"/>
                <a:gd name="connsiteX3" fmla="*/ 35472 w 35471"/>
                <a:gd name="connsiteY3" fmla="*/ 180318 h 182534"/>
                <a:gd name="connsiteX4" fmla="*/ 33255 w 35471"/>
                <a:gd name="connsiteY4" fmla="*/ 182535 h 182534"/>
                <a:gd name="connsiteX5" fmla="*/ 2216 w 35471"/>
                <a:gd name="connsiteY5" fmla="*/ 182535 h 182534"/>
                <a:gd name="connsiteX6" fmla="*/ 0 w 35471"/>
                <a:gd name="connsiteY6" fmla="*/ 180318 h 182534"/>
                <a:gd name="connsiteX7" fmla="*/ 0 w 35471"/>
                <a:gd name="connsiteY7" fmla="*/ 2956 h 182534"/>
                <a:gd name="connsiteX8" fmla="*/ 2216 w 35471"/>
                <a:gd name="connsiteY8" fmla="*/ 0 h 18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71" h="182534">
                  <a:moveTo>
                    <a:pt x="2216" y="0"/>
                  </a:moveTo>
                  <a:lnTo>
                    <a:pt x="33255" y="0"/>
                  </a:lnTo>
                  <a:cubicBezTo>
                    <a:pt x="34733" y="0"/>
                    <a:pt x="35472" y="1478"/>
                    <a:pt x="35472" y="2956"/>
                  </a:cubicBezTo>
                  <a:lnTo>
                    <a:pt x="35472" y="180318"/>
                  </a:lnTo>
                  <a:cubicBezTo>
                    <a:pt x="35472" y="181796"/>
                    <a:pt x="34733" y="182535"/>
                    <a:pt x="33255" y="182535"/>
                  </a:cubicBezTo>
                  <a:lnTo>
                    <a:pt x="2216" y="182535"/>
                  </a:lnTo>
                  <a:cubicBezTo>
                    <a:pt x="739" y="182535"/>
                    <a:pt x="0" y="181796"/>
                    <a:pt x="0" y="180318"/>
                  </a:cubicBezTo>
                  <a:lnTo>
                    <a:pt x="0" y="2956"/>
                  </a:lnTo>
                  <a:cubicBezTo>
                    <a:pt x="0" y="1478"/>
                    <a:pt x="739" y="0"/>
                    <a:pt x="2216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AA02D17-0CA5-A0D9-5D3D-951A844D7E93}"/>
                </a:ext>
              </a:extLst>
            </p:cNvPr>
            <p:cNvSpPr/>
            <p:nvPr/>
          </p:nvSpPr>
          <p:spPr>
            <a:xfrm>
              <a:off x="8532630" y="4453109"/>
              <a:ext cx="35472" cy="182534"/>
            </a:xfrm>
            <a:custGeom>
              <a:avLst/>
              <a:gdLst>
                <a:gd name="connsiteX0" fmla="*/ 2217 w 35472"/>
                <a:gd name="connsiteY0" fmla="*/ 0 h 182534"/>
                <a:gd name="connsiteX1" fmla="*/ 33255 w 35472"/>
                <a:gd name="connsiteY1" fmla="*/ 0 h 182534"/>
                <a:gd name="connsiteX2" fmla="*/ 35473 w 35472"/>
                <a:gd name="connsiteY2" fmla="*/ 2956 h 182534"/>
                <a:gd name="connsiteX3" fmla="*/ 35473 w 35472"/>
                <a:gd name="connsiteY3" fmla="*/ 180318 h 182534"/>
                <a:gd name="connsiteX4" fmla="*/ 33255 w 35472"/>
                <a:gd name="connsiteY4" fmla="*/ 182535 h 182534"/>
                <a:gd name="connsiteX5" fmla="*/ 2217 w 35472"/>
                <a:gd name="connsiteY5" fmla="*/ 182535 h 182534"/>
                <a:gd name="connsiteX6" fmla="*/ 0 w 35472"/>
                <a:gd name="connsiteY6" fmla="*/ 180318 h 182534"/>
                <a:gd name="connsiteX7" fmla="*/ 0 w 35472"/>
                <a:gd name="connsiteY7" fmla="*/ 2956 h 182534"/>
                <a:gd name="connsiteX8" fmla="*/ 2217 w 35472"/>
                <a:gd name="connsiteY8" fmla="*/ 0 h 18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72" h="182534">
                  <a:moveTo>
                    <a:pt x="2217" y="0"/>
                  </a:moveTo>
                  <a:lnTo>
                    <a:pt x="33255" y="0"/>
                  </a:lnTo>
                  <a:cubicBezTo>
                    <a:pt x="33994" y="0"/>
                    <a:pt x="35473" y="1478"/>
                    <a:pt x="35473" y="2956"/>
                  </a:cubicBezTo>
                  <a:lnTo>
                    <a:pt x="35473" y="180318"/>
                  </a:lnTo>
                  <a:cubicBezTo>
                    <a:pt x="35473" y="181796"/>
                    <a:pt x="33994" y="182535"/>
                    <a:pt x="33255" y="182535"/>
                  </a:cubicBezTo>
                  <a:lnTo>
                    <a:pt x="2217" y="182535"/>
                  </a:lnTo>
                  <a:cubicBezTo>
                    <a:pt x="739" y="182535"/>
                    <a:pt x="0" y="181796"/>
                    <a:pt x="0" y="180318"/>
                  </a:cubicBezTo>
                  <a:lnTo>
                    <a:pt x="0" y="2956"/>
                  </a:lnTo>
                  <a:cubicBezTo>
                    <a:pt x="0" y="1478"/>
                    <a:pt x="739" y="0"/>
                    <a:pt x="2217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5399E82D-0E69-672E-19A8-B660868298E1}"/>
                </a:ext>
              </a:extLst>
            </p:cNvPr>
            <p:cNvSpPr/>
            <p:nvPr/>
          </p:nvSpPr>
          <p:spPr>
            <a:xfrm>
              <a:off x="8603575" y="4453109"/>
              <a:ext cx="35472" cy="182534"/>
            </a:xfrm>
            <a:custGeom>
              <a:avLst/>
              <a:gdLst>
                <a:gd name="connsiteX0" fmla="*/ 2217 w 35472"/>
                <a:gd name="connsiteY0" fmla="*/ 0 h 182534"/>
                <a:gd name="connsiteX1" fmla="*/ 33255 w 35472"/>
                <a:gd name="connsiteY1" fmla="*/ 0 h 182534"/>
                <a:gd name="connsiteX2" fmla="*/ 35473 w 35472"/>
                <a:gd name="connsiteY2" fmla="*/ 2956 h 182534"/>
                <a:gd name="connsiteX3" fmla="*/ 35473 w 35472"/>
                <a:gd name="connsiteY3" fmla="*/ 180318 h 182534"/>
                <a:gd name="connsiteX4" fmla="*/ 33255 w 35472"/>
                <a:gd name="connsiteY4" fmla="*/ 182535 h 182534"/>
                <a:gd name="connsiteX5" fmla="*/ 2217 w 35472"/>
                <a:gd name="connsiteY5" fmla="*/ 182535 h 182534"/>
                <a:gd name="connsiteX6" fmla="*/ 0 w 35472"/>
                <a:gd name="connsiteY6" fmla="*/ 180318 h 182534"/>
                <a:gd name="connsiteX7" fmla="*/ 0 w 35472"/>
                <a:gd name="connsiteY7" fmla="*/ 2956 h 182534"/>
                <a:gd name="connsiteX8" fmla="*/ 2217 w 35472"/>
                <a:gd name="connsiteY8" fmla="*/ 0 h 18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72" h="182534">
                  <a:moveTo>
                    <a:pt x="2217" y="0"/>
                  </a:moveTo>
                  <a:lnTo>
                    <a:pt x="33255" y="0"/>
                  </a:lnTo>
                  <a:cubicBezTo>
                    <a:pt x="33994" y="0"/>
                    <a:pt x="35473" y="1478"/>
                    <a:pt x="35473" y="2956"/>
                  </a:cubicBezTo>
                  <a:lnTo>
                    <a:pt x="35473" y="180318"/>
                  </a:lnTo>
                  <a:cubicBezTo>
                    <a:pt x="35473" y="181796"/>
                    <a:pt x="33994" y="182535"/>
                    <a:pt x="33255" y="182535"/>
                  </a:cubicBezTo>
                  <a:lnTo>
                    <a:pt x="2217" y="182535"/>
                  </a:lnTo>
                  <a:cubicBezTo>
                    <a:pt x="739" y="182535"/>
                    <a:pt x="0" y="181796"/>
                    <a:pt x="0" y="180318"/>
                  </a:cubicBezTo>
                  <a:lnTo>
                    <a:pt x="0" y="2956"/>
                  </a:lnTo>
                  <a:cubicBezTo>
                    <a:pt x="0" y="1478"/>
                    <a:pt x="739" y="0"/>
                    <a:pt x="2217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DEF0F22D-88F7-ACE3-B559-967453BE8A5A}"/>
                </a:ext>
              </a:extLst>
            </p:cNvPr>
            <p:cNvSpPr/>
            <p:nvPr/>
          </p:nvSpPr>
          <p:spPr>
            <a:xfrm>
              <a:off x="8673781" y="4453109"/>
              <a:ext cx="36211" cy="182534"/>
            </a:xfrm>
            <a:custGeom>
              <a:avLst/>
              <a:gdLst>
                <a:gd name="connsiteX0" fmla="*/ 2956 w 36211"/>
                <a:gd name="connsiteY0" fmla="*/ 0 h 182534"/>
                <a:gd name="connsiteX1" fmla="*/ 33255 w 36211"/>
                <a:gd name="connsiteY1" fmla="*/ 0 h 182534"/>
                <a:gd name="connsiteX2" fmla="*/ 36212 w 36211"/>
                <a:gd name="connsiteY2" fmla="*/ 2956 h 182534"/>
                <a:gd name="connsiteX3" fmla="*/ 36212 w 36211"/>
                <a:gd name="connsiteY3" fmla="*/ 180318 h 182534"/>
                <a:gd name="connsiteX4" fmla="*/ 33255 w 36211"/>
                <a:gd name="connsiteY4" fmla="*/ 182535 h 182534"/>
                <a:gd name="connsiteX5" fmla="*/ 2956 w 36211"/>
                <a:gd name="connsiteY5" fmla="*/ 182535 h 182534"/>
                <a:gd name="connsiteX6" fmla="*/ 0 w 36211"/>
                <a:gd name="connsiteY6" fmla="*/ 180318 h 182534"/>
                <a:gd name="connsiteX7" fmla="*/ 0 w 36211"/>
                <a:gd name="connsiteY7" fmla="*/ 2956 h 182534"/>
                <a:gd name="connsiteX8" fmla="*/ 2956 w 36211"/>
                <a:gd name="connsiteY8" fmla="*/ 0 h 18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211" h="182534">
                  <a:moveTo>
                    <a:pt x="2956" y="0"/>
                  </a:moveTo>
                  <a:lnTo>
                    <a:pt x="33255" y="0"/>
                  </a:lnTo>
                  <a:cubicBezTo>
                    <a:pt x="34734" y="0"/>
                    <a:pt x="36212" y="1478"/>
                    <a:pt x="36212" y="2956"/>
                  </a:cubicBezTo>
                  <a:lnTo>
                    <a:pt x="36212" y="180318"/>
                  </a:lnTo>
                  <a:cubicBezTo>
                    <a:pt x="36212" y="181796"/>
                    <a:pt x="34734" y="182535"/>
                    <a:pt x="33255" y="182535"/>
                  </a:cubicBezTo>
                  <a:lnTo>
                    <a:pt x="2956" y="182535"/>
                  </a:lnTo>
                  <a:cubicBezTo>
                    <a:pt x="1479" y="182535"/>
                    <a:pt x="0" y="181796"/>
                    <a:pt x="0" y="180318"/>
                  </a:cubicBezTo>
                  <a:lnTo>
                    <a:pt x="0" y="2956"/>
                  </a:lnTo>
                  <a:cubicBezTo>
                    <a:pt x="0" y="1478"/>
                    <a:pt x="1479" y="0"/>
                    <a:pt x="2956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66AC7C98-D66F-59E1-CED7-16887964F58A}"/>
                </a:ext>
              </a:extLst>
            </p:cNvPr>
            <p:cNvSpPr/>
            <p:nvPr/>
          </p:nvSpPr>
          <p:spPr>
            <a:xfrm>
              <a:off x="8744725" y="4453109"/>
              <a:ext cx="36211" cy="182534"/>
            </a:xfrm>
            <a:custGeom>
              <a:avLst/>
              <a:gdLst>
                <a:gd name="connsiteX0" fmla="*/ 2956 w 36211"/>
                <a:gd name="connsiteY0" fmla="*/ 0 h 182534"/>
                <a:gd name="connsiteX1" fmla="*/ 33255 w 36211"/>
                <a:gd name="connsiteY1" fmla="*/ 0 h 182534"/>
                <a:gd name="connsiteX2" fmla="*/ 36212 w 36211"/>
                <a:gd name="connsiteY2" fmla="*/ 2956 h 182534"/>
                <a:gd name="connsiteX3" fmla="*/ 36212 w 36211"/>
                <a:gd name="connsiteY3" fmla="*/ 180318 h 182534"/>
                <a:gd name="connsiteX4" fmla="*/ 33255 w 36211"/>
                <a:gd name="connsiteY4" fmla="*/ 182535 h 182534"/>
                <a:gd name="connsiteX5" fmla="*/ 2956 w 36211"/>
                <a:gd name="connsiteY5" fmla="*/ 182535 h 182534"/>
                <a:gd name="connsiteX6" fmla="*/ 0 w 36211"/>
                <a:gd name="connsiteY6" fmla="*/ 180318 h 182534"/>
                <a:gd name="connsiteX7" fmla="*/ 0 w 36211"/>
                <a:gd name="connsiteY7" fmla="*/ 2956 h 182534"/>
                <a:gd name="connsiteX8" fmla="*/ 2956 w 36211"/>
                <a:gd name="connsiteY8" fmla="*/ 0 h 18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211" h="182534">
                  <a:moveTo>
                    <a:pt x="2956" y="0"/>
                  </a:moveTo>
                  <a:lnTo>
                    <a:pt x="33255" y="0"/>
                  </a:lnTo>
                  <a:cubicBezTo>
                    <a:pt x="34734" y="0"/>
                    <a:pt x="36212" y="1478"/>
                    <a:pt x="36212" y="2956"/>
                  </a:cubicBezTo>
                  <a:lnTo>
                    <a:pt x="36212" y="180318"/>
                  </a:lnTo>
                  <a:cubicBezTo>
                    <a:pt x="36212" y="181796"/>
                    <a:pt x="34734" y="182535"/>
                    <a:pt x="33255" y="182535"/>
                  </a:cubicBezTo>
                  <a:lnTo>
                    <a:pt x="2956" y="182535"/>
                  </a:lnTo>
                  <a:cubicBezTo>
                    <a:pt x="1479" y="182535"/>
                    <a:pt x="0" y="181796"/>
                    <a:pt x="0" y="180318"/>
                  </a:cubicBezTo>
                  <a:lnTo>
                    <a:pt x="0" y="2956"/>
                  </a:lnTo>
                  <a:cubicBezTo>
                    <a:pt x="0" y="1478"/>
                    <a:pt x="1479" y="0"/>
                    <a:pt x="2956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2A4FE54-896C-63A9-3F42-8BA7EFF871A1}"/>
                </a:ext>
              </a:extLst>
            </p:cNvPr>
            <p:cNvSpPr/>
            <p:nvPr/>
          </p:nvSpPr>
          <p:spPr>
            <a:xfrm>
              <a:off x="8815671" y="4453109"/>
              <a:ext cx="601552" cy="182534"/>
            </a:xfrm>
            <a:custGeom>
              <a:avLst/>
              <a:gdLst>
                <a:gd name="connsiteX0" fmla="*/ 12563 w 601552"/>
                <a:gd name="connsiteY0" fmla="*/ 0 h 182534"/>
                <a:gd name="connsiteX1" fmla="*/ 589728 w 601552"/>
                <a:gd name="connsiteY1" fmla="*/ 0 h 182534"/>
                <a:gd name="connsiteX2" fmla="*/ 601552 w 601552"/>
                <a:gd name="connsiteY2" fmla="*/ 12563 h 182534"/>
                <a:gd name="connsiteX3" fmla="*/ 601552 w 601552"/>
                <a:gd name="connsiteY3" fmla="*/ 170711 h 182534"/>
                <a:gd name="connsiteX4" fmla="*/ 589728 w 601552"/>
                <a:gd name="connsiteY4" fmla="*/ 182535 h 182534"/>
                <a:gd name="connsiteX5" fmla="*/ 12563 w 601552"/>
                <a:gd name="connsiteY5" fmla="*/ 182535 h 182534"/>
                <a:gd name="connsiteX6" fmla="*/ 0 w 601552"/>
                <a:gd name="connsiteY6" fmla="*/ 170711 h 182534"/>
                <a:gd name="connsiteX7" fmla="*/ 0 w 601552"/>
                <a:gd name="connsiteY7" fmla="*/ 12563 h 182534"/>
                <a:gd name="connsiteX8" fmla="*/ 12563 w 601552"/>
                <a:gd name="connsiteY8" fmla="*/ 0 h 18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1552" h="182534">
                  <a:moveTo>
                    <a:pt x="12563" y="0"/>
                  </a:moveTo>
                  <a:lnTo>
                    <a:pt x="589728" y="0"/>
                  </a:lnTo>
                  <a:cubicBezTo>
                    <a:pt x="596380" y="0"/>
                    <a:pt x="601552" y="5912"/>
                    <a:pt x="601552" y="12563"/>
                  </a:cubicBezTo>
                  <a:lnTo>
                    <a:pt x="601552" y="170711"/>
                  </a:lnTo>
                  <a:cubicBezTo>
                    <a:pt x="601552" y="177362"/>
                    <a:pt x="596380" y="182535"/>
                    <a:pt x="589728" y="182535"/>
                  </a:cubicBezTo>
                  <a:lnTo>
                    <a:pt x="12563" y="182535"/>
                  </a:lnTo>
                  <a:cubicBezTo>
                    <a:pt x="5912" y="182535"/>
                    <a:pt x="0" y="177362"/>
                    <a:pt x="0" y="170711"/>
                  </a:cubicBezTo>
                  <a:lnTo>
                    <a:pt x="0" y="12563"/>
                  </a:lnTo>
                  <a:cubicBezTo>
                    <a:pt x="0" y="5912"/>
                    <a:pt x="5912" y="0"/>
                    <a:pt x="12563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956716C-3A0E-A3CF-8B17-96F9A8774D99}"/>
                </a:ext>
              </a:extLst>
            </p:cNvPr>
            <p:cNvSpPr/>
            <p:nvPr/>
          </p:nvSpPr>
          <p:spPr>
            <a:xfrm>
              <a:off x="8234809" y="3947626"/>
              <a:ext cx="1267399" cy="249045"/>
            </a:xfrm>
            <a:custGeom>
              <a:avLst/>
              <a:gdLst>
                <a:gd name="connsiteX0" fmla="*/ 16259 w 1267399"/>
                <a:gd name="connsiteY0" fmla="*/ 0 h 249045"/>
                <a:gd name="connsiteX1" fmla="*/ 1251142 w 1267399"/>
                <a:gd name="connsiteY1" fmla="*/ 0 h 249045"/>
                <a:gd name="connsiteX2" fmla="*/ 1267400 w 1267399"/>
                <a:gd name="connsiteY2" fmla="*/ 16997 h 249045"/>
                <a:gd name="connsiteX3" fmla="*/ 1267400 w 1267399"/>
                <a:gd name="connsiteY3" fmla="*/ 232788 h 249045"/>
                <a:gd name="connsiteX4" fmla="*/ 1251142 w 1267399"/>
                <a:gd name="connsiteY4" fmla="*/ 249046 h 249045"/>
                <a:gd name="connsiteX5" fmla="*/ 16259 w 1267399"/>
                <a:gd name="connsiteY5" fmla="*/ 249046 h 249045"/>
                <a:gd name="connsiteX6" fmla="*/ 0 w 1267399"/>
                <a:gd name="connsiteY6" fmla="*/ 232788 h 249045"/>
                <a:gd name="connsiteX7" fmla="*/ 0 w 1267399"/>
                <a:gd name="connsiteY7" fmla="*/ 16997 h 249045"/>
                <a:gd name="connsiteX8" fmla="*/ 16259 w 1267399"/>
                <a:gd name="connsiteY8" fmla="*/ 0 h 24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67399" h="249045">
                  <a:moveTo>
                    <a:pt x="16259" y="0"/>
                  </a:moveTo>
                  <a:lnTo>
                    <a:pt x="1251142" y="0"/>
                  </a:lnTo>
                  <a:cubicBezTo>
                    <a:pt x="1260010" y="0"/>
                    <a:pt x="1267400" y="7390"/>
                    <a:pt x="1267400" y="16997"/>
                  </a:cubicBezTo>
                  <a:lnTo>
                    <a:pt x="1267400" y="232788"/>
                  </a:lnTo>
                  <a:cubicBezTo>
                    <a:pt x="1267400" y="241656"/>
                    <a:pt x="1260010" y="249046"/>
                    <a:pt x="1251142" y="249046"/>
                  </a:cubicBezTo>
                  <a:lnTo>
                    <a:pt x="16259" y="249046"/>
                  </a:lnTo>
                  <a:cubicBezTo>
                    <a:pt x="7390" y="249046"/>
                    <a:pt x="0" y="241656"/>
                    <a:pt x="0" y="232788"/>
                  </a:cubicBezTo>
                  <a:lnTo>
                    <a:pt x="0" y="16997"/>
                  </a:lnTo>
                  <a:cubicBezTo>
                    <a:pt x="0" y="7390"/>
                    <a:pt x="7390" y="0"/>
                    <a:pt x="16259" y="0"/>
                  </a:cubicBezTo>
                  <a:close/>
                </a:path>
              </a:pathLst>
            </a:custGeom>
            <a:solidFill>
              <a:srgbClr val="9564F2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CC6E2E17-5632-BBC2-5C6D-968B012F0488}"/>
                </a:ext>
              </a:extLst>
            </p:cNvPr>
            <p:cNvSpPr/>
            <p:nvPr/>
          </p:nvSpPr>
          <p:spPr>
            <a:xfrm>
              <a:off x="8319795" y="3980882"/>
              <a:ext cx="35472" cy="182535"/>
            </a:xfrm>
            <a:custGeom>
              <a:avLst/>
              <a:gdLst>
                <a:gd name="connsiteX0" fmla="*/ 2217 w 35472"/>
                <a:gd name="connsiteY0" fmla="*/ 0 h 182535"/>
                <a:gd name="connsiteX1" fmla="*/ 33255 w 35472"/>
                <a:gd name="connsiteY1" fmla="*/ 0 h 182535"/>
                <a:gd name="connsiteX2" fmla="*/ 35473 w 35472"/>
                <a:gd name="connsiteY2" fmla="*/ 2217 h 182535"/>
                <a:gd name="connsiteX3" fmla="*/ 35473 w 35472"/>
                <a:gd name="connsiteY3" fmla="*/ 180318 h 182535"/>
                <a:gd name="connsiteX4" fmla="*/ 33255 w 35472"/>
                <a:gd name="connsiteY4" fmla="*/ 182535 h 182535"/>
                <a:gd name="connsiteX5" fmla="*/ 2217 w 35472"/>
                <a:gd name="connsiteY5" fmla="*/ 182535 h 182535"/>
                <a:gd name="connsiteX6" fmla="*/ 0 w 35472"/>
                <a:gd name="connsiteY6" fmla="*/ 180318 h 182535"/>
                <a:gd name="connsiteX7" fmla="*/ 0 w 35472"/>
                <a:gd name="connsiteY7" fmla="*/ 2217 h 182535"/>
                <a:gd name="connsiteX8" fmla="*/ 2217 w 35472"/>
                <a:gd name="connsiteY8" fmla="*/ 0 h 182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72" h="182535">
                  <a:moveTo>
                    <a:pt x="2217" y="0"/>
                  </a:moveTo>
                  <a:lnTo>
                    <a:pt x="33255" y="0"/>
                  </a:lnTo>
                  <a:cubicBezTo>
                    <a:pt x="34734" y="0"/>
                    <a:pt x="35473" y="1478"/>
                    <a:pt x="35473" y="2217"/>
                  </a:cubicBezTo>
                  <a:lnTo>
                    <a:pt x="35473" y="180318"/>
                  </a:lnTo>
                  <a:cubicBezTo>
                    <a:pt x="35473" y="181796"/>
                    <a:pt x="34734" y="182535"/>
                    <a:pt x="33255" y="182535"/>
                  </a:cubicBezTo>
                  <a:lnTo>
                    <a:pt x="2217" y="182535"/>
                  </a:lnTo>
                  <a:cubicBezTo>
                    <a:pt x="740" y="182535"/>
                    <a:pt x="0" y="181796"/>
                    <a:pt x="0" y="180318"/>
                  </a:cubicBezTo>
                  <a:lnTo>
                    <a:pt x="0" y="2217"/>
                  </a:lnTo>
                  <a:cubicBezTo>
                    <a:pt x="0" y="1478"/>
                    <a:pt x="740" y="0"/>
                    <a:pt x="2217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C7C8AE7-617E-0A23-6B45-76AA6F9BD470}"/>
                </a:ext>
              </a:extLst>
            </p:cNvPr>
            <p:cNvSpPr/>
            <p:nvPr/>
          </p:nvSpPr>
          <p:spPr>
            <a:xfrm>
              <a:off x="8390741" y="3980882"/>
              <a:ext cx="35471" cy="182535"/>
            </a:xfrm>
            <a:custGeom>
              <a:avLst/>
              <a:gdLst>
                <a:gd name="connsiteX0" fmla="*/ 2216 w 35471"/>
                <a:gd name="connsiteY0" fmla="*/ 0 h 182535"/>
                <a:gd name="connsiteX1" fmla="*/ 33255 w 35471"/>
                <a:gd name="connsiteY1" fmla="*/ 0 h 182535"/>
                <a:gd name="connsiteX2" fmla="*/ 35472 w 35471"/>
                <a:gd name="connsiteY2" fmla="*/ 2217 h 182535"/>
                <a:gd name="connsiteX3" fmla="*/ 35472 w 35471"/>
                <a:gd name="connsiteY3" fmla="*/ 180318 h 182535"/>
                <a:gd name="connsiteX4" fmla="*/ 33255 w 35471"/>
                <a:gd name="connsiteY4" fmla="*/ 182535 h 182535"/>
                <a:gd name="connsiteX5" fmla="*/ 2216 w 35471"/>
                <a:gd name="connsiteY5" fmla="*/ 182535 h 182535"/>
                <a:gd name="connsiteX6" fmla="*/ 0 w 35471"/>
                <a:gd name="connsiteY6" fmla="*/ 180318 h 182535"/>
                <a:gd name="connsiteX7" fmla="*/ 0 w 35471"/>
                <a:gd name="connsiteY7" fmla="*/ 2217 h 182535"/>
                <a:gd name="connsiteX8" fmla="*/ 2216 w 35471"/>
                <a:gd name="connsiteY8" fmla="*/ 0 h 182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71" h="182535">
                  <a:moveTo>
                    <a:pt x="2216" y="0"/>
                  </a:moveTo>
                  <a:lnTo>
                    <a:pt x="33255" y="0"/>
                  </a:lnTo>
                  <a:cubicBezTo>
                    <a:pt x="34733" y="0"/>
                    <a:pt x="35472" y="1478"/>
                    <a:pt x="35472" y="2217"/>
                  </a:cubicBezTo>
                  <a:lnTo>
                    <a:pt x="35472" y="180318"/>
                  </a:lnTo>
                  <a:cubicBezTo>
                    <a:pt x="35472" y="181796"/>
                    <a:pt x="34733" y="182535"/>
                    <a:pt x="33255" y="182535"/>
                  </a:cubicBezTo>
                  <a:lnTo>
                    <a:pt x="2216" y="182535"/>
                  </a:lnTo>
                  <a:cubicBezTo>
                    <a:pt x="739" y="182535"/>
                    <a:pt x="0" y="181796"/>
                    <a:pt x="0" y="180318"/>
                  </a:cubicBezTo>
                  <a:lnTo>
                    <a:pt x="0" y="2217"/>
                  </a:lnTo>
                  <a:cubicBezTo>
                    <a:pt x="0" y="1478"/>
                    <a:pt x="739" y="0"/>
                    <a:pt x="2216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3B533ABA-9B76-33C3-A9AB-9F711C6030D6}"/>
                </a:ext>
              </a:extLst>
            </p:cNvPr>
            <p:cNvSpPr/>
            <p:nvPr/>
          </p:nvSpPr>
          <p:spPr>
            <a:xfrm>
              <a:off x="8461685" y="3980882"/>
              <a:ext cx="35471" cy="182535"/>
            </a:xfrm>
            <a:custGeom>
              <a:avLst/>
              <a:gdLst>
                <a:gd name="connsiteX0" fmla="*/ 2216 w 35471"/>
                <a:gd name="connsiteY0" fmla="*/ 0 h 182535"/>
                <a:gd name="connsiteX1" fmla="*/ 33255 w 35471"/>
                <a:gd name="connsiteY1" fmla="*/ 0 h 182535"/>
                <a:gd name="connsiteX2" fmla="*/ 35472 w 35471"/>
                <a:gd name="connsiteY2" fmla="*/ 2217 h 182535"/>
                <a:gd name="connsiteX3" fmla="*/ 35472 w 35471"/>
                <a:gd name="connsiteY3" fmla="*/ 180318 h 182535"/>
                <a:gd name="connsiteX4" fmla="*/ 33255 w 35471"/>
                <a:gd name="connsiteY4" fmla="*/ 182535 h 182535"/>
                <a:gd name="connsiteX5" fmla="*/ 2216 w 35471"/>
                <a:gd name="connsiteY5" fmla="*/ 182535 h 182535"/>
                <a:gd name="connsiteX6" fmla="*/ 0 w 35471"/>
                <a:gd name="connsiteY6" fmla="*/ 180318 h 182535"/>
                <a:gd name="connsiteX7" fmla="*/ 0 w 35471"/>
                <a:gd name="connsiteY7" fmla="*/ 2217 h 182535"/>
                <a:gd name="connsiteX8" fmla="*/ 2216 w 35471"/>
                <a:gd name="connsiteY8" fmla="*/ 0 h 182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71" h="182535">
                  <a:moveTo>
                    <a:pt x="2216" y="0"/>
                  </a:moveTo>
                  <a:lnTo>
                    <a:pt x="33255" y="0"/>
                  </a:lnTo>
                  <a:cubicBezTo>
                    <a:pt x="34733" y="0"/>
                    <a:pt x="35472" y="1478"/>
                    <a:pt x="35472" y="2217"/>
                  </a:cubicBezTo>
                  <a:lnTo>
                    <a:pt x="35472" y="180318"/>
                  </a:lnTo>
                  <a:cubicBezTo>
                    <a:pt x="35472" y="181796"/>
                    <a:pt x="34733" y="182535"/>
                    <a:pt x="33255" y="182535"/>
                  </a:cubicBezTo>
                  <a:lnTo>
                    <a:pt x="2216" y="182535"/>
                  </a:lnTo>
                  <a:cubicBezTo>
                    <a:pt x="739" y="182535"/>
                    <a:pt x="0" y="181796"/>
                    <a:pt x="0" y="180318"/>
                  </a:cubicBezTo>
                  <a:lnTo>
                    <a:pt x="0" y="2217"/>
                  </a:lnTo>
                  <a:cubicBezTo>
                    <a:pt x="0" y="1478"/>
                    <a:pt x="739" y="0"/>
                    <a:pt x="2216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389553B-5A7E-0D1E-A84E-0F8BE063169F}"/>
                </a:ext>
              </a:extLst>
            </p:cNvPr>
            <p:cNvSpPr/>
            <p:nvPr/>
          </p:nvSpPr>
          <p:spPr>
            <a:xfrm>
              <a:off x="8532630" y="3980882"/>
              <a:ext cx="35472" cy="182535"/>
            </a:xfrm>
            <a:custGeom>
              <a:avLst/>
              <a:gdLst>
                <a:gd name="connsiteX0" fmla="*/ 2217 w 35472"/>
                <a:gd name="connsiteY0" fmla="*/ 0 h 182535"/>
                <a:gd name="connsiteX1" fmla="*/ 33255 w 35472"/>
                <a:gd name="connsiteY1" fmla="*/ 0 h 182535"/>
                <a:gd name="connsiteX2" fmla="*/ 35473 w 35472"/>
                <a:gd name="connsiteY2" fmla="*/ 2217 h 182535"/>
                <a:gd name="connsiteX3" fmla="*/ 35473 w 35472"/>
                <a:gd name="connsiteY3" fmla="*/ 180318 h 182535"/>
                <a:gd name="connsiteX4" fmla="*/ 33255 w 35472"/>
                <a:gd name="connsiteY4" fmla="*/ 182535 h 182535"/>
                <a:gd name="connsiteX5" fmla="*/ 2217 w 35472"/>
                <a:gd name="connsiteY5" fmla="*/ 182535 h 182535"/>
                <a:gd name="connsiteX6" fmla="*/ 0 w 35472"/>
                <a:gd name="connsiteY6" fmla="*/ 180318 h 182535"/>
                <a:gd name="connsiteX7" fmla="*/ 0 w 35472"/>
                <a:gd name="connsiteY7" fmla="*/ 2217 h 182535"/>
                <a:gd name="connsiteX8" fmla="*/ 2217 w 35472"/>
                <a:gd name="connsiteY8" fmla="*/ 0 h 182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72" h="182535">
                  <a:moveTo>
                    <a:pt x="2217" y="0"/>
                  </a:moveTo>
                  <a:lnTo>
                    <a:pt x="33255" y="0"/>
                  </a:lnTo>
                  <a:cubicBezTo>
                    <a:pt x="33994" y="0"/>
                    <a:pt x="35473" y="1478"/>
                    <a:pt x="35473" y="2217"/>
                  </a:cubicBezTo>
                  <a:lnTo>
                    <a:pt x="35473" y="180318"/>
                  </a:lnTo>
                  <a:cubicBezTo>
                    <a:pt x="35473" y="181796"/>
                    <a:pt x="33994" y="182535"/>
                    <a:pt x="33255" y="182535"/>
                  </a:cubicBezTo>
                  <a:lnTo>
                    <a:pt x="2217" y="182535"/>
                  </a:lnTo>
                  <a:cubicBezTo>
                    <a:pt x="739" y="182535"/>
                    <a:pt x="0" y="181796"/>
                    <a:pt x="0" y="180318"/>
                  </a:cubicBezTo>
                  <a:lnTo>
                    <a:pt x="0" y="2217"/>
                  </a:lnTo>
                  <a:cubicBezTo>
                    <a:pt x="0" y="1478"/>
                    <a:pt x="739" y="0"/>
                    <a:pt x="2217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83FE5D25-C780-E0D8-A2B6-5AE7635EA7CE}"/>
                </a:ext>
              </a:extLst>
            </p:cNvPr>
            <p:cNvSpPr/>
            <p:nvPr/>
          </p:nvSpPr>
          <p:spPr>
            <a:xfrm>
              <a:off x="8603575" y="3980882"/>
              <a:ext cx="35472" cy="182535"/>
            </a:xfrm>
            <a:custGeom>
              <a:avLst/>
              <a:gdLst>
                <a:gd name="connsiteX0" fmla="*/ 2217 w 35472"/>
                <a:gd name="connsiteY0" fmla="*/ 0 h 182535"/>
                <a:gd name="connsiteX1" fmla="*/ 33255 w 35472"/>
                <a:gd name="connsiteY1" fmla="*/ 0 h 182535"/>
                <a:gd name="connsiteX2" fmla="*/ 35473 w 35472"/>
                <a:gd name="connsiteY2" fmla="*/ 2217 h 182535"/>
                <a:gd name="connsiteX3" fmla="*/ 35473 w 35472"/>
                <a:gd name="connsiteY3" fmla="*/ 180318 h 182535"/>
                <a:gd name="connsiteX4" fmla="*/ 33255 w 35472"/>
                <a:gd name="connsiteY4" fmla="*/ 182535 h 182535"/>
                <a:gd name="connsiteX5" fmla="*/ 2217 w 35472"/>
                <a:gd name="connsiteY5" fmla="*/ 182535 h 182535"/>
                <a:gd name="connsiteX6" fmla="*/ 0 w 35472"/>
                <a:gd name="connsiteY6" fmla="*/ 180318 h 182535"/>
                <a:gd name="connsiteX7" fmla="*/ 0 w 35472"/>
                <a:gd name="connsiteY7" fmla="*/ 2217 h 182535"/>
                <a:gd name="connsiteX8" fmla="*/ 2217 w 35472"/>
                <a:gd name="connsiteY8" fmla="*/ 0 h 182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72" h="182535">
                  <a:moveTo>
                    <a:pt x="2217" y="0"/>
                  </a:moveTo>
                  <a:lnTo>
                    <a:pt x="33255" y="0"/>
                  </a:lnTo>
                  <a:cubicBezTo>
                    <a:pt x="33994" y="0"/>
                    <a:pt x="35473" y="1478"/>
                    <a:pt x="35473" y="2217"/>
                  </a:cubicBezTo>
                  <a:lnTo>
                    <a:pt x="35473" y="180318"/>
                  </a:lnTo>
                  <a:cubicBezTo>
                    <a:pt x="35473" y="181796"/>
                    <a:pt x="33994" y="182535"/>
                    <a:pt x="33255" y="182535"/>
                  </a:cubicBezTo>
                  <a:lnTo>
                    <a:pt x="2217" y="182535"/>
                  </a:lnTo>
                  <a:cubicBezTo>
                    <a:pt x="739" y="182535"/>
                    <a:pt x="0" y="181796"/>
                    <a:pt x="0" y="180318"/>
                  </a:cubicBezTo>
                  <a:lnTo>
                    <a:pt x="0" y="2217"/>
                  </a:lnTo>
                  <a:cubicBezTo>
                    <a:pt x="0" y="1478"/>
                    <a:pt x="739" y="0"/>
                    <a:pt x="2217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611096EE-AF8B-6F98-1AE1-AB2092BAEB88}"/>
                </a:ext>
              </a:extLst>
            </p:cNvPr>
            <p:cNvSpPr/>
            <p:nvPr/>
          </p:nvSpPr>
          <p:spPr>
            <a:xfrm>
              <a:off x="8673781" y="3980882"/>
              <a:ext cx="36211" cy="182535"/>
            </a:xfrm>
            <a:custGeom>
              <a:avLst/>
              <a:gdLst>
                <a:gd name="connsiteX0" fmla="*/ 2956 w 36211"/>
                <a:gd name="connsiteY0" fmla="*/ 0 h 182535"/>
                <a:gd name="connsiteX1" fmla="*/ 33255 w 36211"/>
                <a:gd name="connsiteY1" fmla="*/ 0 h 182535"/>
                <a:gd name="connsiteX2" fmla="*/ 36212 w 36211"/>
                <a:gd name="connsiteY2" fmla="*/ 2217 h 182535"/>
                <a:gd name="connsiteX3" fmla="*/ 36212 w 36211"/>
                <a:gd name="connsiteY3" fmla="*/ 180318 h 182535"/>
                <a:gd name="connsiteX4" fmla="*/ 33255 w 36211"/>
                <a:gd name="connsiteY4" fmla="*/ 182535 h 182535"/>
                <a:gd name="connsiteX5" fmla="*/ 2956 w 36211"/>
                <a:gd name="connsiteY5" fmla="*/ 182535 h 182535"/>
                <a:gd name="connsiteX6" fmla="*/ 0 w 36211"/>
                <a:gd name="connsiteY6" fmla="*/ 180318 h 182535"/>
                <a:gd name="connsiteX7" fmla="*/ 0 w 36211"/>
                <a:gd name="connsiteY7" fmla="*/ 2217 h 182535"/>
                <a:gd name="connsiteX8" fmla="*/ 2956 w 36211"/>
                <a:gd name="connsiteY8" fmla="*/ 0 h 182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211" h="182535">
                  <a:moveTo>
                    <a:pt x="2956" y="0"/>
                  </a:moveTo>
                  <a:lnTo>
                    <a:pt x="33255" y="0"/>
                  </a:lnTo>
                  <a:cubicBezTo>
                    <a:pt x="34734" y="0"/>
                    <a:pt x="36212" y="1478"/>
                    <a:pt x="36212" y="2217"/>
                  </a:cubicBezTo>
                  <a:lnTo>
                    <a:pt x="36212" y="180318"/>
                  </a:lnTo>
                  <a:cubicBezTo>
                    <a:pt x="36212" y="181796"/>
                    <a:pt x="34734" y="182535"/>
                    <a:pt x="33255" y="182535"/>
                  </a:cubicBezTo>
                  <a:lnTo>
                    <a:pt x="2956" y="182535"/>
                  </a:lnTo>
                  <a:cubicBezTo>
                    <a:pt x="1479" y="182535"/>
                    <a:pt x="0" y="181796"/>
                    <a:pt x="0" y="180318"/>
                  </a:cubicBezTo>
                  <a:lnTo>
                    <a:pt x="0" y="2217"/>
                  </a:lnTo>
                  <a:cubicBezTo>
                    <a:pt x="0" y="1478"/>
                    <a:pt x="1479" y="0"/>
                    <a:pt x="2956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7C8D142-9E17-4052-CC96-0C6082184F5C}"/>
                </a:ext>
              </a:extLst>
            </p:cNvPr>
            <p:cNvSpPr/>
            <p:nvPr/>
          </p:nvSpPr>
          <p:spPr>
            <a:xfrm>
              <a:off x="8744725" y="3980882"/>
              <a:ext cx="36211" cy="182535"/>
            </a:xfrm>
            <a:custGeom>
              <a:avLst/>
              <a:gdLst>
                <a:gd name="connsiteX0" fmla="*/ 2956 w 36211"/>
                <a:gd name="connsiteY0" fmla="*/ 0 h 182535"/>
                <a:gd name="connsiteX1" fmla="*/ 33255 w 36211"/>
                <a:gd name="connsiteY1" fmla="*/ 0 h 182535"/>
                <a:gd name="connsiteX2" fmla="*/ 36212 w 36211"/>
                <a:gd name="connsiteY2" fmla="*/ 2217 h 182535"/>
                <a:gd name="connsiteX3" fmla="*/ 36212 w 36211"/>
                <a:gd name="connsiteY3" fmla="*/ 180318 h 182535"/>
                <a:gd name="connsiteX4" fmla="*/ 33255 w 36211"/>
                <a:gd name="connsiteY4" fmla="*/ 182535 h 182535"/>
                <a:gd name="connsiteX5" fmla="*/ 2956 w 36211"/>
                <a:gd name="connsiteY5" fmla="*/ 182535 h 182535"/>
                <a:gd name="connsiteX6" fmla="*/ 0 w 36211"/>
                <a:gd name="connsiteY6" fmla="*/ 180318 h 182535"/>
                <a:gd name="connsiteX7" fmla="*/ 0 w 36211"/>
                <a:gd name="connsiteY7" fmla="*/ 2217 h 182535"/>
                <a:gd name="connsiteX8" fmla="*/ 2956 w 36211"/>
                <a:gd name="connsiteY8" fmla="*/ 0 h 182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211" h="182535">
                  <a:moveTo>
                    <a:pt x="2956" y="0"/>
                  </a:moveTo>
                  <a:lnTo>
                    <a:pt x="33255" y="0"/>
                  </a:lnTo>
                  <a:cubicBezTo>
                    <a:pt x="34734" y="0"/>
                    <a:pt x="36212" y="1478"/>
                    <a:pt x="36212" y="2217"/>
                  </a:cubicBezTo>
                  <a:lnTo>
                    <a:pt x="36212" y="180318"/>
                  </a:lnTo>
                  <a:cubicBezTo>
                    <a:pt x="36212" y="181796"/>
                    <a:pt x="34734" y="182535"/>
                    <a:pt x="33255" y="182535"/>
                  </a:cubicBezTo>
                  <a:lnTo>
                    <a:pt x="2956" y="182535"/>
                  </a:lnTo>
                  <a:cubicBezTo>
                    <a:pt x="1479" y="182535"/>
                    <a:pt x="0" y="181796"/>
                    <a:pt x="0" y="180318"/>
                  </a:cubicBezTo>
                  <a:lnTo>
                    <a:pt x="0" y="2217"/>
                  </a:lnTo>
                  <a:cubicBezTo>
                    <a:pt x="0" y="1478"/>
                    <a:pt x="1479" y="0"/>
                    <a:pt x="2956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DEC7FA74-FBD9-BCD5-D92B-6A1F3E9DBB4F}"/>
                </a:ext>
              </a:extLst>
            </p:cNvPr>
            <p:cNvSpPr/>
            <p:nvPr/>
          </p:nvSpPr>
          <p:spPr>
            <a:xfrm>
              <a:off x="8815671" y="3980882"/>
              <a:ext cx="601552" cy="182535"/>
            </a:xfrm>
            <a:custGeom>
              <a:avLst/>
              <a:gdLst>
                <a:gd name="connsiteX0" fmla="*/ 12563 w 601552"/>
                <a:gd name="connsiteY0" fmla="*/ 0 h 182535"/>
                <a:gd name="connsiteX1" fmla="*/ 589728 w 601552"/>
                <a:gd name="connsiteY1" fmla="*/ 0 h 182535"/>
                <a:gd name="connsiteX2" fmla="*/ 601552 w 601552"/>
                <a:gd name="connsiteY2" fmla="*/ 12563 h 182535"/>
                <a:gd name="connsiteX3" fmla="*/ 601552 w 601552"/>
                <a:gd name="connsiteY3" fmla="*/ 169972 h 182535"/>
                <a:gd name="connsiteX4" fmla="*/ 589728 w 601552"/>
                <a:gd name="connsiteY4" fmla="*/ 182535 h 182535"/>
                <a:gd name="connsiteX5" fmla="*/ 12563 w 601552"/>
                <a:gd name="connsiteY5" fmla="*/ 182535 h 182535"/>
                <a:gd name="connsiteX6" fmla="*/ 0 w 601552"/>
                <a:gd name="connsiteY6" fmla="*/ 169972 h 182535"/>
                <a:gd name="connsiteX7" fmla="*/ 0 w 601552"/>
                <a:gd name="connsiteY7" fmla="*/ 12563 h 182535"/>
                <a:gd name="connsiteX8" fmla="*/ 12563 w 601552"/>
                <a:gd name="connsiteY8" fmla="*/ 0 h 182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1552" h="182535">
                  <a:moveTo>
                    <a:pt x="12563" y="0"/>
                  </a:moveTo>
                  <a:lnTo>
                    <a:pt x="589728" y="0"/>
                  </a:lnTo>
                  <a:cubicBezTo>
                    <a:pt x="596380" y="0"/>
                    <a:pt x="601552" y="5912"/>
                    <a:pt x="601552" y="12563"/>
                  </a:cubicBezTo>
                  <a:lnTo>
                    <a:pt x="601552" y="169972"/>
                  </a:lnTo>
                  <a:cubicBezTo>
                    <a:pt x="601552" y="177362"/>
                    <a:pt x="596380" y="182535"/>
                    <a:pt x="589728" y="182535"/>
                  </a:cubicBezTo>
                  <a:lnTo>
                    <a:pt x="12563" y="182535"/>
                  </a:lnTo>
                  <a:cubicBezTo>
                    <a:pt x="5912" y="182535"/>
                    <a:pt x="0" y="177362"/>
                    <a:pt x="0" y="169972"/>
                  </a:cubicBezTo>
                  <a:lnTo>
                    <a:pt x="0" y="12563"/>
                  </a:lnTo>
                  <a:cubicBezTo>
                    <a:pt x="0" y="5912"/>
                    <a:pt x="5912" y="0"/>
                    <a:pt x="12563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D0902D1D-38B5-45B2-4285-DDF4884E936B}"/>
                </a:ext>
              </a:extLst>
            </p:cNvPr>
            <p:cNvSpPr/>
            <p:nvPr/>
          </p:nvSpPr>
          <p:spPr>
            <a:xfrm>
              <a:off x="5640006" y="5151472"/>
              <a:ext cx="1405780" cy="1005222"/>
            </a:xfrm>
            <a:custGeom>
              <a:avLst/>
              <a:gdLst>
                <a:gd name="connsiteX0" fmla="*/ 1124916 w 1405780"/>
                <a:gd name="connsiteY0" fmla="*/ 767830 h 1005222"/>
                <a:gd name="connsiteX1" fmla="*/ 1034018 w 1405780"/>
                <a:gd name="connsiteY1" fmla="*/ 0 h 1005222"/>
                <a:gd name="connsiteX2" fmla="*/ 1028106 w 1405780"/>
                <a:gd name="connsiteY2" fmla="*/ 0 h 1005222"/>
                <a:gd name="connsiteX3" fmla="*/ 375561 w 1405780"/>
                <a:gd name="connsiteY3" fmla="*/ 0 h 1005222"/>
                <a:gd name="connsiteX4" fmla="*/ 370388 w 1405780"/>
                <a:gd name="connsiteY4" fmla="*/ 0 h 1005222"/>
                <a:gd name="connsiteX5" fmla="*/ 278751 w 1405780"/>
                <a:gd name="connsiteY5" fmla="*/ 767830 h 1005222"/>
                <a:gd name="connsiteX6" fmla="*/ 884 w 1405780"/>
                <a:gd name="connsiteY6" fmla="*/ 962189 h 1005222"/>
                <a:gd name="connsiteX7" fmla="*/ 71090 w 1405780"/>
                <a:gd name="connsiteY7" fmla="*/ 983620 h 1005222"/>
                <a:gd name="connsiteX8" fmla="*/ 229976 w 1405780"/>
                <a:gd name="connsiteY8" fmla="*/ 994705 h 1005222"/>
                <a:gd name="connsiteX9" fmla="*/ 702942 w 1405780"/>
                <a:gd name="connsiteY9" fmla="*/ 1005052 h 1005222"/>
                <a:gd name="connsiteX10" fmla="*/ 1175907 w 1405780"/>
                <a:gd name="connsiteY10" fmla="*/ 996922 h 1005222"/>
                <a:gd name="connsiteX11" fmla="*/ 1334794 w 1405780"/>
                <a:gd name="connsiteY11" fmla="*/ 985098 h 1005222"/>
                <a:gd name="connsiteX12" fmla="*/ 1405739 w 1405780"/>
                <a:gd name="connsiteY12" fmla="*/ 960711 h 1005222"/>
                <a:gd name="connsiteX13" fmla="*/ 1124916 w 1405780"/>
                <a:gd name="connsiteY13" fmla="*/ 767830 h 100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05780" h="1005222">
                  <a:moveTo>
                    <a:pt x="1124916" y="767830"/>
                  </a:moveTo>
                  <a:lnTo>
                    <a:pt x="1034018" y="0"/>
                  </a:lnTo>
                  <a:lnTo>
                    <a:pt x="1028106" y="0"/>
                  </a:lnTo>
                  <a:cubicBezTo>
                    <a:pt x="799013" y="0"/>
                    <a:pt x="604654" y="0"/>
                    <a:pt x="375561" y="0"/>
                  </a:cubicBezTo>
                  <a:lnTo>
                    <a:pt x="370388" y="0"/>
                  </a:lnTo>
                  <a:lnTo>
                    <a:pt x="278751" y="767830"/>
                  </a:lnTo>
                  <a:cubicBezTo>
                    <a:pt x="259537" y="833602"/>
                    <a:pt x="-17592" y="883854"/>
                    <a:pt x="884" y="962189"/>
                  </a:cubicBezTo>
                  <a:cubicBezTo>
                    <a:pt x="4579" y="977708"/>
                    <a:pt x="60743" y="982142"/>
                    <a:pt x="71090" y="983620"/>
                  </a:cubicBezTo>
                  <a:cubicBezTo>
                    <a:pt x="123559" y="989532"/>
                    <a:pt x="177507" y="992489"/>
                    <a:pt x="229976" y="994705"/>
                  </a:cubicBezTo>
                  <a:cubicBezTo>
                    <a:pt x="387385" y="1002835"/>
                    <a:pt x="545533" y="1005052"/>
                    <a:pt x="702942" y="1005052"/>
                  </a:cubicBezTo>
                  <a:cubicBezTo>
                    <a:pt x="860351" y="1005791"/>
                    <a:pt x="1018499" y="1004312"/>
                    <a:pt x="1175907" y="996922"/>
                  </a:cubicBezTo>
                  <a:cubicBezTo>
                    <a:pt x="1228377" y="994705"/>
                    <a:pt x="1282324" y="991750"/>
                    <a:pt x="1334794" y="985098"/>
                  </a:cubicBezTo>
                  <a:cubicBezTo>
                    <a:pt x="1345140" y="983620"/>
                    <a:pt x="1405000" y="978447"/>
                    <a:pt x="1405739" y="960711"/>
                  </a:cubicBezTo>
                  <a:cubicBezTo>
                    <a:pt x="1409434" y="874986"/>
                    <a:pt x="1162605" y="844687"/>
                    <a:pt x="1124916" y="767830"/>
                  </a:cubicBezTo>
                  <a:close/>
                </a:path>
              </a:pathLst>
            </a:custGeom>
            <a:solidFill>
              <a:srgbClr val="3091D8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C15EA27-1C23-9AF8-01E2-86723EF04699}"/>
                </a:ext>
              </a:extLst>
            </p:cNvPr>
            <p:cNvSpPr/>
            <p:nvPr/>
          </p:nvSpPr>
          <p:spPr>
            <a:xfrm>
              <a:off x="5658580" y="5263062"/>
              <a:ext cx="1370195" cy="841031"/>
            </a:xfrm>
            <a:custGeom>
              <a:avLst/>
              <a:gdLst>
                <a:gd name="connsiteX0" fmla="*/ 1370167 w 1370195"/>
                <a:gd name="connsiteY0" fmla="*/ 809954 h 841031"/>
                <a:gd name="connsiteX1" fmla="*/ 45 w 1370195"/>
                <a:gd name="connsiteY1" fmla="*/ 809954 h 841031"/>
                <a:gd name="connsiteX2" fmla="*/ 255742 w 1370195"/>
                <a:gd name="connsiteY2" fmla="*/ 639982 h 841031"/>
                <a:gd name="connsiteX3" fmla="*/ 345162 w 1370195"/>
                <a:gd name="connsiteY3" fmla="*/ 0 h 841031"/>
                <a:gd name="connsiteX4" fmla="*/ 1021355 w 1370195"/>
                <a:gd name="connsiteY4" fmla="*/ 0 h 841031"/>
                <a:gd name="connsiteX5" fmla="*/ 1110775 w 1370195"/>
                <a:gd name="connsiteY5" fmla="*/ 639982 h 841031"/>
                <a:gd name="connsiteX6" fmla="*/ 1370167 w 1370195"/>
                <a:gd name="connsiteY6" fmla="*/ 809954 h 84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0195" h="841031">
                  <a:moveTo>
                    <a:pt x="1370167" y="809954"/>
                  </a:moveTo>
                  <a:cubicBezTo>
                    <a:pt x="1346519" y="854294"/>
                    <a:pt x="19998" y="848382"/>
                    <a:pt x="45" y="809954"/>
                  </a:cubicBezTo>
                  <a:cubicBezTo>
                    <a:pt x="-3650" y="746399"/>
                    <a:pt x="221009" y="704275"/>
                    <a:pt x="255742" y="639982"/>
                  </a:cubicBezTo>
                  <a:lnTo>
                    <a:pt x="345162" y="0"/>
                  </a:lnTo>
                  <a:cubicBezTo>
                    <a:pt x="547651" y="0"/>
                    <a:pt x="819606" y="0"/>
                    <a:pt x="1021355" y="0"/>
                  </a:cubicBezTo>
                  <a:lnTo>
                    <a:pt x="1110775" y="639982"/>
                  </a:lnTo>
                  <a:cubicBezTo>
                    <a:pt x="1146247" y="704275"/>
                    <a:pt x="1373123" y="746399"/>
                    <a:pt x="1370167" y="809954"/>
                  </a:cubicBezTo>
                  <a:close/>
                </a:path>
              </a:pathLst>
            </a:custGeom>
            <a:solidFill>
              <a:srgbClr val="4DACEE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CFB0284-19F0-60AF-D4E9-CE1D8EAFC6FD}"/>
                </a:ext>
              </a:extLst>
            </p:cNvPr>
            <p:cNvSpPr/>
            <p:nvPr/>
          </p:nvSpPr>
          <p:spPr>
            <a:xfrm>
              <a:off x="5913583" y="5263062"/>
              <a:ext cx="857249" cy="641459"/>
            </a:xfrm>
            <a:custGeom>
              <a:avLst/>
              <a:gdLst>
                <a:gd name="connsiteX0" fmla="*/ 0 w 857249"/>
                <a:gd name="connsiteY0" fmla="*/ 641459 h 641459"/>
                <a:gd name="connsiteX1" fmla="*/ 739 w 857249"/>
                <a:gd name="connsiteY1" fmla="*/ 639982 h 641459"/>
                <a:gd name="connsiteX2" fmla="*/ 90159 w 857249"/>
                <a:gd name="connsiteY2" fmla="*/ 0 h 641459"/>
                <a:gd name="connsiteX3" fmla="*/ 766352 w 857249"/>
                <a:gd name="connsiteY3" fmla="*/ 0 h 641459"/>
                <a:gd name="connsiteX4" fmla="*/ 855772 w 857249"/>
                <a:gd name="connsiteY4" fmla="*/ 639982 h 641459"/>
                <a:gd name="connsiteX5" fmla="*/ 857250 w 857249"/>
                <a:gd name="connsiteY5" fmla="*/ 641459 h 641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7249" h="641459">
                  <a:moveTo>
                    <a:pt x="0" y="641459"/>
                  </a:moveTo>
                  <a:cubicBezTo>
                    <a:pt x="495" y="640965"/>
                    <a:pt x="739" y="640477"/>
                    <a:pt x="739" y="639982"/>
                  </a:cubicBezTo>
                  <a:lnTo>
                    <a:pt x="90159" y="0"/>
                  </a:lnTo>
                  <a:cubicBezTo>
                    <a:pt x="292648" y="0"/>
                    <a:pt x="564603" y="0"/>
                    <a:pt x="766352" y="0"/>
                  </a:cubicBezTo>
                  <a:lnTo>
                    <a:pt x="855772" y="639982"/>
                  </a:lnTo>
                  <a:cubicBezTo>
                    <a:pt x="856289" y="640477"/>
                    <a:pt x="856733" y="640965"/>
                    <a:pt x="857250" y="641459"/>
                  </a:cubicBezTo>
                  <a:close/>
                </a:path>
              </a:pathLst>
            </a:custGeom>
            <a:solidFill>
              <a:srgbClr val="3EA5EC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0F7B9B54-43E9-6FBC-7629-A6693C35247B}"/>
                </a:ext>
              </a:extLst>
            </p:cNvPr>
            <p:cNvSpPr/>
            <p:nvPr/>
          </p:nvSpPr>
          <p:spPr>
            <a:xfrm>
              <a:off x="4246380" y="2891583"/>
              <a:ext cx="4193873" cy="2550318"/>
            </a:xfrm>
            <a:custGeom>
              <a:avLst/>
              <a:gdLst>
                <a:gd name="connsiteX0" fmla="*/ 4073415 w 4193873"/>
                <a:gd name="connsiteY0" fmla="*/ 0 h 2550318"/>
                <a:gd name="connsiteX1" fmla="*/ 120458 w 4193873"/>
                <a:gd name="connsiteY1" fmla="*/ 0 h 2550318"/>
                <a:gd name="connsiteX2" fmla="*/ 0 w 4193873"/>
                <a:gd name="connsiteY2" fmla="*/ 120459 h 2550318"/>
                <a:gd name="connsiteX3" fmla="*/ 0 w 4193873"/>
                <a:gd name="connsiteY3" fmla="*/ 2429861 h 2550318"/>
                <a:gd name="connsiteX4" fmla="*/ 120458 w 4193873"/>
                <a:gd name="connsiteY4" fmla="*/ 2550319 h 2550318"/>
                <a:gd name="connsiteX5" fmla="*/ 4073415 w 4193873"/>
                <a:gd name="connsiteY5" fmla="*/ 2550319 h 2550318"/>
                <a:gd name="connsiteX6" fmla="*/ 4193874 w 4193873"/>
                <a:gd name="connsiteY6" fmla="*/ 2429861 h 2550318"/>
                <a:gd name="connsiteX7" fmla="*/ 4193874 w 4193873"/>
                <a:gd name="connsiteY7" fmla="*/ 120459 h 2550318"/>
                <a:gd name="connsiteX8" fmla="*/ 4073415 w 4193873"/>
                <a:gd name="connsiteY8" fmla="*/ 0 h 2550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93873" h="2550318">
                  <a:moveTo>
                    <a:pt x="4073415" y="0"/>
                  </a:moveTo>
                  <a:lnTo>
                    <a:pt x="120458" y="0"/>
                  </a:lnTo>
                  <a:cubicBezTo>
                    <a:pt x="53948" y="0"/>
                    <a:pt x="0" y="53948"/>
                    <a:pt x="0" y="120459"/>
                  </a:cubicBezTo>
                  <a:lnTo>
                    <a:pt x="0" y="2429861"/>
                  </a:lnTo>
                  <a:cubicBezTo>
                    <a:pt x="0" y="2495632"/>
                    <a:pt x="53948" y="2550319"/>
                    <a:pt x="120458" y="2550319"/>
                  </a:cubicBezTo>
                  <a:lnTo>
                    <a:pt x="4073415" y="2550319"/>
                  </a:lnTo>
                  <a:cubicBezTo>
                    <a:pt x="4139926" y="2550319"/>
                    <a:pt x="4193874" y="2495632"/>
                    <a:pt x="4193874" y="2429861"/>
                  </a:cubicBezTo>
                  <a:lnTo>
                    <a:pt x="4193874" y="120459"/>
                  </a:lnTo>
                  <a:cubicBezTo>
                    <a:pt x="4193874" y="53948"/>
                    <a:pt x="4139926" y="0"/>
                    <a:pt x="4073415" y="0"/>
                  </a:cubicBezTo>
                  <a:close/>
                </a:path>
              </a:pathLst>
            </a:custGeom>
            <a:solidFill>
              <a:srgbClr val="1369B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98CFA863-B22E-E894-8A81-D01E3186FDCC}"/>
                </a:ext>
              </a:extLst>
            </p:cNvPr>
            <p:cNvSpPr/>
            <p:nvPr/>
          </p:nvSpPr>
          <p:spPr>
            <a:xfrm>
              <a:off x="4262638" y="2907102"/>
              <a:ext cx="4161357" cy="2518541"/>
            </a:xfrm>
            <a:custGeom>
              <a:avLst/>
              <a:gdLst>
                <a:gd name="connsiteX0" fmla="*/ 4057157 w 4161357"/>
                <a:gd name="connsiteY0" fmla="*/ 0 h 2518541"/>
                <a:gd name="connsiteX1" fmla="*/ 104200 w 4161357"/>
                <a:gd name="connsiteY1" fmla="*/ 0 h 2518541"/>
                <a:gd name="connsiteX2" fmla="*/ 0 w 4161357"/>
                <a:gd name="connsiteY2" fmla="*/ 104939 h 2518541"/>
                <a:gd name="connsiteX3" fmla="*/ 0 w 4161357"/>
                <a:gd name="connsiteY3" fmla="*/ 2414341 h 2518541"/>
                <a:gd name="connsiteX4" fmla="*/ 104200 w 4161357"/>
                <a:gd name="connsiteY4" fmla="*/ 2518541 h 2518541"/>
                <a:gd name="connsiteX5" fmla="*/ 4057157 w 4161357"/>
                <a:gd name="connsiteY5" fmla="*/ 2518541 h 2518541"/>
                <a:gd name="connsiteX6" fmla="*/ 4161358 w 4161357"/>
                <a:gd name="connsiteY6" fmla="*/ 2414341 h 2518541"/>
                <a:gd name="connsiteX7" fmla="*/ 4161358 w 4161357"/>
                <a:gd name="connsiteY7" fmla="*/ 104939 h 2518541"/>
                <a:gd name="connsiteX8" fmla="*/ 4057157 w 4161357"/>
                <a:gd name="connsiteY8" fmla="*/ 0 h 2518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61357" h="2518541">
                  <a:moveTo>
                    <a:pt x="4057157" y="0"/>
                  </a:moveTo>
                  <a:lnTo>
                    <a:pt x="104200" y="0"/>
                  </a:lnTo>
                  <a:cubicBezTo>
                    <a:pt x="46557" y="0"/>
                    <a:pt x="0" y="47297"/>
                    <a:pt x="0" y="104939"/>
                  </a:cubicBezTo>
                  <a:lnTo>
                    <a:pt x="0" y="2414341"/>
                  </a:lnTo>
                  <a:cubicBezTo>
                    <a:pt x="0" y="2471245"/>
                    <a:pt x="46557" y="2518541"/>
                    <a:pt x="104200" y="2518541"/>
                  </a:cubicBezTo>
                  <a:lnTo>
                    <a:pt x="4057157" y="2518541"/>
                  </a:lnTo>
                  <a:cubicBezTo>
                    <a:pt x="4114800" y="2518541"/>
                    <a:pt x="4161358" y="2471245"/>
                    <a:pt x="4161358" y="2414341"/>
                  </a:cubicBezTo>
                  <a:lnTo>
                    <a:pt x="4161358" y="104939"/>
                  </a:lnTo>
                  <a:cubicBezTo>
                    <a:pt x="4161358" y="47297"/>
                    <a:pt x="4114800" y="0"/>
                    <a:pt x="4057157" y="0"/>
                  </a:cubicBezTo>
                  <a:close/>
                </a:path>
              </a:pathLst>
            </a:custGeom>
            <a:solidFill>
              <a:srgbClr val="3EA5EC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87211699-C7FB-EAF3-7220-0CBFAE1474B8}"/>
                </a:ext>
              </a:extLst>
            </p:cNvPr>
            <p:cNvSpPr/>
            <p:nvPr/>
          </p:nvSpPr>
          <p:spPr>
            <a:xfrm>
              <a:off x="4262638" y="2907102"/>
              <a:ext cx="3126745" cy="2518541"/>
            </a:xfrm>
            <a:custGeom>
              <a:avLst/>
              <a:gdLst>
                <a:gd name="connsiteX0" fmla="*/ 3126746 w 3126745"/>
                <a:gd name="connsiteY0" fmla="*/ 0 h 2518541"/>
                <a:gd name="connsiteX1" fmla="*/ 104200 w 3126745"/>
                <a:gd name="connsiteY1" fmla="*/ 0 h 2518541"/>
                <a:gd name="connsiteX2" fmla="*/ 0 w 3126745"/>
                <a:gd name="connsiteY2" fmla="*/ 104939 h 2518541"/>
                <a:gd name="connsiteX3" fmla="*/ 0 w 3126745"/>
                <a:gd name="connsiteY3" fmla="*/ 2414341 h 2518541"/>
                <a:gd name="connsiteX4" fmla="*/ 104200 w 3126745"/>
                <a:gd name="connsiteY4" fmla="*/ 2518541 h 2518541"/>
                <a:gd name="connsiteX5" fmla="*/ 1356081 w 3126745"/>
                <a:gd name="connsiteY5" fmla="*/ 2518541 h 2518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26745" h="2518541">
                  <a:moveTo>
                    <a:pt x="3126746" y="0"/>
                  </a:moveTo>
                  <a:lnTo>
                    <a:pt x="104200" y="0"/>
                  </a:lnTo>
                  <a:cubicBezTo>
                    <a:pt x="46557" y="0"/>
                    <a:pt x="0" y="47297"/>
                    <a:pt x="0" y="104939"/>
                  </a:cubicBezTo>
                  <a:lnTo>
                    <a:pt x="0" y="2414341"/>
                  </a:lnTo>
                  <a:cubicBezTo>
                    <a:pt x="0" y="2471245"/>
                    <a:pt x="46557" y="2518541"/>
                    <a:pt x="104200" y="2518541"/>
                  </a:cubicBezTo>
                  <a:lnTo>
                    <a:pt x="1356081" y="2518541"/>
                  </a:lnTo>
                  <a:close/>
                </a:path>
              </a:pathLst>
            </a:custGeom>
            <a:solidFill>
              <a:srgbClr val="4DACEE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6C53868-F31D-52D2-E057-20E1D22AAA7D}"/>
                </a:ext>
              </a:extLst>
            </p:cNvPr>
            <p:cNvSpPr/>
            <p:nvPr/>
          </p:nvSpPr>
          <p:spPr>
            <a:xfrm>
              <a:off x="4386792" y="3013520"/>
              <a:ext cx="3913050" cy="2103218"/>
            </a:xfrm>
            <a:custGeom>
              <a:avLst/>
              <a:gdLst>
                <a:gd name="connsiteX0" fmla="*/ 3913051 w 3913050"/>
                <a:gd name="connsiteY0" fmla="*/ 2103219 h 2103218"/>
                <a:gd name="connsiteX1" fmla="*/ 0 w 3913050"/>
                <a:gd name="connsiteY1" fmla="*/ 2103219 h 2103218"/>
                <a:gd name="connsiteX2" fmla="*/ 0 w 3913050"/>
                <a:gd name="connsiteY2" fmla="*/ 0 h 2103218"/>
                <a:gd name="connsiteX3" fmla="*/ 3913051 w 3913050"/>
                <a:gd name="connsiteY3" fmla="*/ 0 h 210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13050" h="2103218">
                  <a:moveTo>
                    <a:pt x="3913051" y="2103219"/>
                  </a:moveTo>
                  <a:lnTo>
                    <a:pt x="0" y="2103219"/>
                  </a:lnTo>
                  <a:lnTo>
                    <a:pt x="0" y="0"/>
                  </a:lnTo>
                  <a:lnTo>
                    <a:pt x="3913051" y="0"/>
                  </a:lnTo>
                  <a:close/>
                </a:path>
              </a:pathLst>
            </a:custGeom>
            <a:solidFill>
              <a:srgbClr val="1369B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4105044-2D1D-9F6C-B781-181027E11336}"/>
                </a:ext>
              </a:extLst>
            </p:cNvPr>
            <p:cNvSpPr/>
            <p:nvPr/>
          </p:nvSpPr>
          <p:spPr>
            <a:xfrm>
              <a:off x="4395660" y="3022388"/>
              <a:ext cx="3895314" cy="2085482"/>
            </a:xfrm>
            <a:custGeom>
              <a:avLst/>
              <a:gdLst>
                <a:gd name="connsiteX0" fmla="*/ 3895315 w 3895314"/>
                <a:gd name="connsiteY0" fmla="*/ 0 h 2085482"/>
                <a:gd name="connsiteX1" fmla="*/ 0 w 3895314"/>
                <a:gd name="connsiteY1" fmla="*/ 0 h 2085482"/>
                <a:gd name="connsiteX2" fmla="*/ 0 w 3895314"/>
                <a:gd name="connsiteY2" fmla="*/ 2085482 h 2085482"/>
                <a:gd name="connsiteX3" fmla="*/ 3895315 w 3895314"/>
                <a:gd name="connsiteY3" fmla="*/ 2085482 h 2085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95314" h="2085482">
                  <a:moveTo>
                    <a:pt x="3895315" y="0"/>
                  </a:moveTo>
                  <a:lnTo>
                    <a:pt x="0" y="0"/>
                  </a:lnTo>
                  <a:lnTo>
                    <a:pt x="0" y="2085482"/>
                  </a:lnTo>
                  <a:lnTo>
                    <a:pt x="3895315" y="2085482"/>
                  </a:lnTo>
                  <a:close/>
                </a:path>
              </a:pathLst>
            </a:custGeom>
            <a:solidFill>
              <a:srgbClr val="D3E8FD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F09923D7-A91E-D167-2EF4-ADCB8A3A270C}"/>
                </a:ext>
              </a:extLst>
            </p:cNvPr>
            <p:cNvSpPr/>
            <p:nvPr/>
          </p:nvSpPr>
          <p:spPr>
            <a:xfrm>
              <a:off x="4395660" y="3022388"/>
              <a:ext cx="2913172" cy="2085482"/>
            </a:xfrm>
            <a:custGeom>
              <a:avLst/>
              <a:gdLst>
                <a:gd name="connsiteX0" fmla="*/ 2913172 w 2913172"/>
                <a:gd name="connsiteY0" fmla="*/ 0 h 2085482"/>
                <a:gd name="connsiteX1" fmla="*/ 1446240 w 2913172"/>
                <a:gd name="connsiteY1" fmla="*/ 2085482 h 2085482"/>
                <a:gd name="connsiteX2" fmla="*/ 0 w 2913172"/>
                <a:gd name="connsiteY2" fmla="*/ 2085482 h 2085482"/>
                <a:gd name="connsiteX3" fmla="*/ 0 w 2913172"/>
                <a:gd name="connsiteY3" fmla="*/ 0 h 2085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13172" h="2085482">
                  <a:moveTo>
                    <a:pt x="2913172" y="0"/>
                  </a:moveTo>
                  <a:lnTo>
                    <a:pt x="1446240" y="2085482"/>
                  </a:lnTo>
                  <a:lnTo>
                    <a:pt x="0" y="2085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F5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F40F7D48-1990-CD71-9E94-F45A7E60B6A9}"/>
                </a:ext>
              </a:extLst>
            </p:cNvPr>
            <p:cNvSpPr/>
            <p:nvPr/>
          </p:nvSpPr>
          <p:spPr>
            <a:xfrm>
              <a:off x="5532994" y="3153192"/>
              <a:ext cx="1620646" cy="1762535"/>
            </a:xfrm>
            <a:custGeom>
              <a:avLst/>
              <a:gdLst>
                <a:gd name="connsiteX0" fmla="*/ 1614734 w 1620646"/>
                <a:gd name="connsiteY0" fmla="*/ 528391 h 1762535"/>
                <a:gd name="connsiteX1" fmla="*/ 875725 w 1620646"/>
                <a:gd name="connsiteY1" fmla="*/ 1724846 h 1762535"/>
                <a:gd name="connsiteX2" fmla="*/ 810693 w 1620646"/>
                <a:gd name="connsiteY2" fmla="*/ 1762536 h 1762535"/>
                <a:gd name="connsiteX3" fmla="*/ 744921 w 1620646"/>
                <a:gd name="connsiteY3" fmla="*/ 1724846 h 1762535"/>
                <a:gd name="connsiteX4" fmla="*/ 5912 w 1620646"/>
                <a:gd name="connsiteY4" fmla="*/ 528391 h 1762535"/>
                <a:gd name="connsiteX5" fmla="*/ 0 w 1620646"/>
                <a:gd name="connsiteY5" fmla="*/ 405716 h 1762535"/>
                <a:gd name="connsiteX6" fmla="*/ 121936 w 1620646"/>
                <a:gd name="connsiteY6" fmla="*/ 390936 h 1762535"/>
                <a:gd name="connsiteX7" fmla="*/ 713883 w 1620646"/>
                <a:gd name="connsiteY7" fmla="*/ 104200 h 1762535"/>
                <a:gd name="connsiteX8" fmla="*/ 810693 w 1620646"/>
                <a:gd name="connsiteY8" fmla="*/ 0 h 1762535"/>
                <a:gd name="connsiteX9" fmla="*/ 907503 w 1620646"/>
                <a:gd name="connsiteY9" fmla="*/ 104200 h 1762535"/>
                <a:gd name="connsiteX10" fmla="*/ 1498710 w 1620646"/>
                <a:gd name="connsiteY10" fmla="*/ 390936 h 1762535"/>
                <a:gd name="connsiteX11" fmla="*/ 1620646 w 1620646"/>
                <a:gd name="connsiteY11" fmla="*/ 405716 h 1762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20646" h="1762535">
                  <a:moveTo>
                    <a:pt x="1614734" y="528391"/>
                  </a:moveTo>
                  <a:cubicBezTo>
                    <a:pt x="1588869" y="1027222"/>
                    <a:pt x="1310263" y="1478017"/>
                    <a:pt x="875725" y="1724846"/>
                  </a:cubicBezTo>
                  <a:lnTo>
                    <a:pt x="810693" y="1762536"/>
                  </a:lnTo>
                  <a:lnTo>
                    <a:pt x="744921" y="1724846"/>
                  </a:lnTo>
                  <a:cubicBezTo>
                    <a:pt x="311123" y="1478017"/>
                    <a:pt x="31778" y="1027222"/>
                    <a:pt x="5912" y="528391"/>
                  </a:cubicBezTo>
                  <a:lnTo>
                    <a:pt x="0" y="405716"/>
                  </a:lnTo>
                  <a:lnTo>
                    <a:pt x="121936" y="390936"/>
                  </a:lnTo>
                  <a:cubicBezTo>
                    <a:pt x="342161" y="363592"/>
                    <a:pt x="560908" y="268260"/>
                    <a:pt x="713883" y="104200"/>
                  </a:cubicBezTo>
                  <a:lnTo>
                    <a:pt x="810693" y="0"/>
                  </a:lnTo>
                  <a:lnTo>
                    <a:pt x="907503" y="104200"/>
                  </a:lnTo>
                  <a:cubicBezTo>
                    <a:pt x="1059739" y="268260"/>
                    <a:pt x="1278485" y="363592"/>
                    <a:pt x="1498710" y="390936"/>
                  </a:cubicBezTo>
                  <a:lnTo>
                    <a:pt x="1620646" y="405716"/>
                  </a:lnTo>
                  <a:close/>
                </a:path>
              </a:pathLst>
            </a:custGeom>
            <a:solidFill>
              <a:srgbClr val="A67DF5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5D5BD37-FA66-48A2-196C-728F2762E1E5}"/>
                </a:ext>
              </a:extLst>
            </p:cNvPr>
            <p:cNvSpPr/>
            <p:nvPr/>
          </p:nvSpPr>
          <p:spPr>
            <a:xfrm>
              <a:off x="5541862" y="3165755"/>
              <a:ext cx="801824" cy="1739626"/>
            </a:xfrm>
            <a:custGeom>
              <a:avLst/>
              <a:gdLst>
                <a:gd name="connsiteX0" fmla="*/ 801824 w 801824"/>
                <a:gd name="connsiteY0" fmla="*/ 1739627 h 1739626"/>
                <a:gd name="connsiteX1" fmla="*/ 740487 w 801824"/>
                <a:gd name="connsiteY1" fmla="*/ 1704893 h 1739626"/>
                <a:gd name="connsiteX2" fmla="*/ 5912 w 801824"/>
                <a:gd name="connsiteY2" fmla="*/ 515828 h 1739626"/>
                <a:gd name="connsiteX3" fmla="*/ 0 w 801824"/>
                <a:gd name="connsiteY3" fmla="*/ 400543 h 1739626"/>
                <a:gd name="connsiteX4" fmla="*/ 113808 w 801824"/>
                <a:gd name="connsiteY4" fmla="*/ 386501 h 1739626"/>
                <a:gd name="connsiteX5" fmla="*/ 710926 w 801824"/>
                <a:gd name="connsiteY5" fmla="*/ 97549 h 1739626"/>
                <a:gd name="connsiteX6" fmla="*/ 801824 w 801824"/>
                <a:gd name="connsiteY6" fmla="*/ 0 h 1739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1824" h="1739626">
                  <a:moveTo>
                    <a:pt x="801824" y="1739627"/>
                  </a:moveTo>
                  <a:lnTo>
                    <a:pt x="740487" y="1704893"/>
                  </a:lnTo>
                  <a:cubicBezTo>
                    <a:pt x="308906" y="1459542"/>
                    <a:pt x="31038" y="1011703"/>
                    <a:pt x="5912" y="515828"/>
                  </a:cubicBezTo>
                  <a:lnTo>
                    <a:pt x="0" y="400543"/>
                  </a:lnTo>
                  <a:lnTo>
                    <a:pt x="113808" y="386501"/>
                  </a:lnTo>
                  <a:cubicBezTo>
                    <a:pt x="336249" y="359158"/>
                    <a:pt x="557213" y="263087"/>
                    <a:pt x="710926" y="97549"/>
                  </a:cubicBezTo>
                  <a:lnTo>
                    <a:pt x="801824" y="0"/>
                  </a:lnTo>
                  <a:close/>
                </a:path>
              </a:pathLst>
            </a:custGeom>
            <a:solidFill>
              <a:srgbClr val="FFFF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FCE5841-2254-8741-82FD-7849AD48EC3D}"/>
                </a:ext>
              </a:extLst>
            </p:cNvPr>
            <p:cNvSpPr/>
            <p:nvPr/>
          </p:nvSpPr>
          <p:spPr>
            <a:xfrm>
              <a:off x="6343686" y="3165755"/>
              <a:ext cx="801085" cy="1739626"/>
            </a:xfrm>
            <a:custGeom>
              <a:avLst/>
              <a:gdLst>
                <a:gd name="connsiteX0" fmla="*/ 795174 w 801085"/>
                <a:gd name="connsiteY0" fmla="*/ 515828 h 1739626"/>
                <a:gd name="connsiteX1" fmla="*/ 60599 w 801085"/>
                <a:gd name="connsiteY1" fmla="*/ 1704893 h 1739626"/>
                <a:gd name="connsiteX2" fmla="*/ 0 w 801085"/>
                <a:gd name="connsiteY2" fmla="*/ 1739627 h 1739626"/>
                <a:gd name="connsiteX3" fmla="*/ 0 w 801085"/>
                <a:gd name="connsiteY3" fmla="*/ 0 h 1739626"/>
                <a:gd name="connsiteX4" fmla="*/ 90159 w 801085"/>
                <a:gd name="connsiteY4" fmla="*/ 97549 h 1739626"/>
                <a:gd name="connsiteX5" fmla="*/ 687278 w 801085"/>
                <a:gd name="connsiteY5" fmla="*/ 386501 h 1739626"/>
                <a:gd name="connsiteX6" fmla="*/ 801085 w 801085"/>
                <a:gd name="connsiteY6" fmla="*/ 400543 h 1739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1085" h="1739626">
                  <a:moveTo>
                    <a:pt x="795174" y="515828"/>
                  </a:moveTo>
                  <a:cubicBezTo>
                    <a:pt x="770047" y="1011703"/>
                    <a:pt x="492180" y="1459542"/>
                    <a:pt x="60599" y="1704893"/>
                  </a:cubicBezTo>
                  <a:lnTo>
                    <a:pt x="0" y="1739627"/>
                  </a:lnTo>
                  <a:lnTo>
                    <a:pt x="0" y="0"/>
                  </a:lnTo>
                  <a:lnTo>
                    <a:pt x="90159" y="97549"/>
                  </a:lnTo>
                  <a:cubicBezTo>
                    <a:pt x="243873" y="263087"/>
                    <a:pt x="464836" y="359158"/>
                    <a:pt x="687278" y="386501"/>
                  </a:cubicBezTo>
                  <a:lnTo>
                    <a:pt x="801085" y="400543"/>
                  </a:lnTo>
                  <a:close/>
                </a:path>
              </a:pathLst>
            </a:custGeom>
            <a:solidFill>
              <a:srgbClr val="E8DFFD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BF23689-878E-BB02-627D-8F58D2686239}"/>
                </a:ext>
              </a:extLst>
            </p:cNvPr>
            <p:cNvSpPr/>
            <p:nvPr/>
          </p:nvSpPr>
          <p:spPr>
            <a:xfrm>
              <a:off x="5671189" y="3346813"/>
              <a:ext cx="672497" cy="1416679"/>
            </a:xfrm>
            <a:custGeom>
              <a:avLst/>
              <a:gdLst>
                <a:gd name="connsiteX0" fmla="*/ 672498 w 672497"/>
                <a:gd name="connsiteY0" fmla="*/ 0 h 1416679"/>
                <a:gd name="connsiteX1" fmla="*/ 0 w 672497"/>
                <a:gd name="connsiteY1" fmla="*/ 328120 h 1416679"/>
                <a:gd name="connsiteX2" fmla="*/ 672498 w 672497"/>
                <a:gd name="connsiteY2" fmla="*/ 1416680 h 1416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2497" h="1416679">
                  <a:moveTo>
                    <a:pt x="672498" y="0"/>
                  </a:moveTo>
                  <a:cubicBezTo>
                    <a:pt x="512133" y="172928"/>
                    <a:pt x="273433" y="294125"/>
                    <a:pt x="0" y="328120"/>
                  </a:cubicBezTo>
                  <a:cubicBezTo>
                    <a:pt x="23648" y="795173"/>
                    <a:pt x="288213" y="1198672"/>
                    <a:pt x="672498" y="1416680"/>
                  </a:cubicBezTo>
                  <a:close/>
                </a:path>
              </a:pathLst>
            </a:custGeom>
            <a:solidFill>
              <a:srgbClr val="7433EE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8EC7A3F6-8D27-14A6-687F-C4A841E8A49C}"/>
                </a:ext>
              </a:extLst>
            </p:cNvPr>
            <p:cNvSpPr/>
            <p:nvPr/>
          </p:nvSpPr>
          <p:spPr>
            <a:xfrm>
              <a:off x="6343686" y="3346813"/>
              <a:ext cx="671758" cy="1416679"/>
            </a:xfrm>
            <a:custGeom>
              <a:avLst/>
              <a:gdLst>
                <a:gd name="connsiteX0" fmla="*/ 0 w 671758"/>
                <a:gd name="connsiteY0" fmla="*/ 0 h 1416679"/>
                <a:gd name="connsiteX1" fmla="*/ 671759 w 671758"/>
                <a:gd name="connsiteY1" fmla="*/ 328120 h 1416679"/>
                <a:gd name="connsiteX2" fmla="*/ 0 w 671758"/>
                <a:gd name="connsiteY2" fmla="*/ 1416680 h 1416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1758" h="1416679">
                  <a:moveTo>
                    <a:pt x="0" y="0"/>
                  </a:moveTo>
                  <a:cubicBezTo>
                    <a:pt x="159626" y="172928"/>
                    <a:pt x="398326" y="294125"/>
                    <a:pt x="671759" y="328120"/>
                  </a:cubicBezTo>
                  <a:cubicBezTo>
                    <a:pt x="648111" y="795173"/>
                    <a:pt x="383546" y="1198672"/>
                    <a:pt x="0" y="1416680"/>
                  </a:cubicBezTo>
                  <a:close/>
                </a:path>
              </a:pathLst>
            </a:custGeom>
            <a:solidFill>
              <a:srgbClr val="4512B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DDE188B0-285C-2D93-EDBC-34ABA8F116D8}"/>
                </a:ext>
              </a:extLst>
            </p:cNvPr>
            <p:cNvSpPr/>
            <p:nvPr/>
          </p:nvSpPr>
          <p:spPr>
            <a:xfrm>
              <a:off x="6182583" y="3610639"/>
              <a:ext cx="321468" cy="318512"/>
            </a:xfrm>
            <a:custGeom>
              <a:avLst/>
              <a:gdLst>
                <a:gd name="connsiteX0" fmla="*/ 161104 w 321468"/>
                <a:gd name="connsiteY0" fmla="*/ 0 h 318512"/>
                <a:gd name="connsiteX1" fmla="*/ 274172 w 321468"/>
                <a:gd name="connsiteY1" fmla="*/ 47297 h 318512"/>
                <a:gd name="connsiteX2" fmla="*/ 321469 w 321468"/>
                <a:gd name="connsiteY2" fmla="*/ 161104 h 318512"/>
                <a:gd name="connsiteX3" fmla="*/ 321469 w 321468"/>
                <a:gd name="connsiteY3" fmla="*/ 286735 h 318512"/>
                <a:gd name="connsiteX4" fmla="*/ 289691 w 321468"/>
                <a:gd name="connsiteY4" fmla="*/ 318513 h 318512"/>
                <a:gd name="connsiteX5" fmla="*/ 31777 w 321468"/>
                <a:gd name="connsiteY5" fmla="*/ 318513 h 318512"/>
                <a:gd name="connsiteX6" fmla="*/ 0 w 321468"/>
                <a:gd name="connsiteY6" fmla="*/ 286735 h 318512"/>
                <a:gd name="connsiteX7" fmla="*/ 0 w 321468"/>
                <a:gd name="connsiteY7" fmla="*/ 161104 h 318512"/>
                <a:gd name="connsiteX8" fmla="*/ 47297 w 321468"/>
                <a:gd name="connsiteY8" fmla="*/ 47297 h 318512"/>
                <a:gd name="connsiteX9" fmla="*/ 161104 w 321468"/>
                <a:gd name="connsiteY9" fmla="*/ 0 h 318512"/>
                <a:gd name="connsiteX10" fmla="*/ 161104 w 321468"/>
                <a:gd name="connsiteY10" fmla="*/ 64294 h 318512"/>
                <a:gd name="connsiteX11" fmla="*/ 92376 w 321468"/>
                <a:gd name="connsiteY11" fmla="*/ 92376 h 318512"/>
                <a:gd name="connsiteX12" fmla="*/ 64294 w 321468"/>
                <a:gd name="connsiteY12" fmla="*/ 161104 h 318512"/>
                <a:gd name="connsiteX13" fmla="*/ 64294 w 321468"/>
                <a:gd name="connsiteY13" fmla="*/ 254219 h 318512"/>
                <a:gd name="connsiteX14" fmla="*/ 257175 w 321468"/>
                <a:gd name="connsiteY14" fmla="*/ 254219 h 318512"/>
                <a:gd name="connsiteX15" fmla="*/ 257175 w 321468"/>
                <a:gd name="connsiteY15" fmla="*/ 161104 h 318512"/>
                <a:gd name="connsiteX16" fmla="*/ 229093 w 321468"/>
                <a:gd name="connsiteY16" fmla="*/ 92376 h 318512"/>
                <a:gd name="connsiteX17" fmla="*/ 161104 w 321468"/>
                <a:gd name="connsiteY17" fmla="*/ 64294 h 318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468" h="318512">
                  <a:moveTo>
                    <a:pt x="161104" y="0"/>
                  </a:moveTo>
                  <a:cubicBezTo>
                    <a:pt x="205444" y="0"/>
                    <a:pt x="245351" y="17736"/>
                    <a:pt x="274172" y="47297"/>
                  </a:cubicBezTo>
                  <a:cubicBezTo>
                    <a:pt x="303732" y="76118"/>
                    <a:pt x="321469" y="116763"/>
                    <a:pt x="321469" y="161104"/>
                  </a:cubicBezTo>
                  <a:lnTo>
                    <a:pt x="321469" y="286735"/>
                  </a:lnTo>
                  <a:cubicBezTo>
                    <a:pt x="321469" y="304471"/>
                    <a:pt x="307427" y="318513"/>
                    <a:pt x="289691" y="318513"/>
                  </a:cubicBezTo>
                  <a:lnTo>
                    <a:pt x="31777" y="318513"/>
                  </a:lnTo>
                  <a:cubicBezTo>
                    <a:pt x="14041" y="318513"/>
                    <a:pt x="0" y="304471"/>
                    <a:pt x="0" y="286735"/>
                  </a:cubicBezTo>
                  <a:lnTo>
                    <a:pt x="0" y="161104"/>
                  </a:lnTo>
                  <a:cubicBezTo>
                    <a:pt x="0" y="116763"/>
                    <a:pt x="17736" y="76118"/>
                    <a:pt x="47297" y="47297"/>
                  </a:cubicBezTo>
                  <a:cubicBezTo>
                    <a:pt x="76118" y="17736"/>
                    <a:pt x="116763" y="0"/>
                    <a:pt x="161104" y="0"/>
                  </a:cubicBezTo>
                  <a:close/>
                  <a:moveTo>
                    <a:pt x="161104" y="64294"/>
                  </a:moveTo>
                  <a:cubicBezTo>
                    <a:pt x="134500" y="64294"/>
                    <a:pt x="110112" y="75379"/>
                    <a:pt x="92376" y="92376"/>
                  </a:cubicBezTo>
                  <a:cubicBezTo>
                    <a:pt x="75379" y="110112"/>
                    <a:pt x="64294" y="134499"/>
                    <a:pt x="64294" y="161104"/>
                  </a:cubicBezTo>
                  <a:lnTo>
                    <a:pt x="64294" y="254219"/>
                  </a:lnTo>
                  <a:lnTo>
                    <a:pt x="257175" y="254219"/>
                  </a:lnTo>
                  <a:lnTo>
                    <a:pt x="257175" y="161104"/>
                  </a:lnTo>
                  <a:cubicBezTo>
                    <a:pt x="257175" y="134499"/>
                    <a:pt x="246829" y="110112"/>
                    <a:pt x="229093" y="92376"/>
                  </a:cubicBezTo>
                  <a:cubicBezTo>
                    <a:pt x="211356" y="75379"/>
                    <a:pt x="186969" y="64294"/>
                    <a:pt x="161104" y="64294"/>
                  </a:cubicBezTo>
                  <a:close/>
                </a:path>
              </a:pathLst>
            </a:custGeom>
            <a:solidFill>
              <a:srgbClr val="FFFF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65A9634-3093-0115-E81A-A6130B0C5252}"/>
                </a:ext>
              </a:extLst>
            </p:cNvPr>
            <p:cNvSpPr/>
            <p:nvPr/>
          </p:nvSpPr>
          <p:spPr>
            <a:xfrm>
              <a:off x="6343686" y="3857468"/>
              <a:ext cx="257174" cy="488484"/>
            </a:xfrm>
            <a:custGeom>
              <a:avLst/>
              <a:gdLst>
                <a:gd name="connsiteX0" fmla="*/ 0 w 257174"/>
                <a:gd name="connsiteY0" fmla="*/ 0 h 488484"/>
                <a:gd name="connsiteX1" fmla="*/ 214313 w 257174"/>
                <a:gd name="connsiteY1" fmla="*/ 0 h 488484"/>
                <a:gd name="connsiteX2" fmla="*/ 257175 w 257174"/>
                <a:gd name="connsiteY2" fmla="*/ 42862 h 488484"/>
                <a:gd name="connsiteX3" fmla="*/ 257175 w 257174"/>
                <a:gd name="connsiteY3" fmla="*/ 445622 h 488484"/>
                <a:gd name="connsiteX4" fmla="*/ 214313 w 257174"/>
                <a:gd name="connsiteY4" fmla="*/ 488485 h 488484"/>
                <a:gd name="connsiteX5" fmla="*/ 0 w 257174"/>
                <a:gd name="connsiteY5" fmla="*/ 488485 h 488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7174" h="488484">
                  <a:moveTo>
                    <a:pt x="0" y="0"/>
                  </a:moveTo>
                  <a:lnTo>
                    <a:pt x="214313" y="0"/>
                  </a:lnTo>
                  <a:cubicBezTo>
                    <a:pt x="237961" y="0"/>
                    <a:pt x="257175" y="19214"/>
                    <a:pt x="257175" y="42862"/>
                  </a:cubicBezTo>
                  <a:lnTo>
                    <a:pt x="257175" y="445622"/>
                  </a:lnTo>
                  <a:cubicBezTo>
                    <a:pt x="257175" y="469270"/>
                    <a:pt x="237961" y="488485"/>
                    <a:pt x="214313" y="488485"/>
                  </a:cubicBezTo>
                  <a:lnTo>
                    <a:pt x="0" y="488485"/>
                  </a:lnTo>
                  <a:close/>
                </a:path>
              </a:pathLst>
            </a:custGeom>
            <a:solidFill>
              <a:srgbClr val="E8DFFD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E7E5F1ED-C633-3E7D-70AF-26112AFB5259}"/>
                </a:ext>
              </a:extLst>
            </p:cNvPr>
            <p:cNvSpPr/>
            <p:nvPr/>
          </p:nvSpPr>
          <p:spPr>
            <a:xfrm>
              <a:off x="6085773" y="3857468"/>
              <a:ext cx="257913" cy="488484"/>
            </a:xfrm>
            <a:custGeom>
              <a:avLst/>
              <a:gdLst>
                <a:gd name="connsiteX0" fmla="*/ 42862 w 257913"/>
                <a:gd name="connsiteY0" fmla="*/ 0 h 488484"/>
                <a:gd name="connsiteX1" fmla="*/ 257914 w 257913"/>
                <a:gd name="connsiteY1" fmla="*/ 0 h 488484"/>
                <a:gd name="connsiteX2" fmla="*/ 257914 w 257913"/>
                <a:gd name="connsiteY2" fmla="*/ 488485 h 488484"/>
                <a:gd name="connsiteX3" fmla="*/ 42862 w 257913"/>
                <a:gd name="connsiteY3" fmla="*/ 488485 h 488484"/>
                <a:gd name="connsiteX4" fmla="*/ 0 w 257913"/>
                <a:gd name="connsiteY4" fmla="*/ 445622 h 488484"/>
                <a:gd name="connsiteX5" fmla="*/ 0 w 257913"/>
                <a:gd name="connsiteY5" fmla="*/ 42862 h 488484"/>
                <a:gd name="connsiteX6" fmla="*/ 42862 w 257913"/>
                <a:gd name="connsiteY6" fmla="*/ 0 h 488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7913" h="488484">
                  <a:moveTo>
                    <a:pt x="42862" y="0"/>
                  </a:moveTo>
                  <a:lnTo>
                    <a:pt x="257914" y="0"/>
                  </a:lnTo>
                  <a:lnTo>
                    <a:pt x="257914" y="488485"/>
                  </a:lnTo>
                  <a:lnTo>
                    <a:pt x="42862" y="488485"/>
                  </a:lnTo>
                  <a:cubicBezTo>
                    <a:pt x="19214" y="488485"/>
                    <a:pt x="0" y="469270"/>
                    <a:pt x="0" y="445622"/>
                  </a:cubicBezTo>
                  <a:lnTo>
                    <a:pt x="0" y="42862"/>
                  </a:lnTo>
                  <a:cubicBezTo>
                    <a:pt x="0" y="19214"/>
                    <a:pt x="19214" y="0"/>
                    <a:pt x="42862" y="0"/>
                  </a:cubicBezTo>
                  <a:close/>
                </a:path>
              </a:pathLst>
            </a:custGeom>
            <a:solidFill>
              <a:srgbClr val="FFFF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3F556D1E-8207-1D35-693B-EB2AC3F818A1}"/>
                </a:ext>
              </a:extLst>
            </p:cNvPr>
            <p:cNvSpPr/>
            <p:nvPr/>
          </p:nvSpPr>
          <p:spPr>
            <a:xfrm>
              <a:off x="6284566" y="3994184"/>
              <a:ext cx="117502" cy="189186"/>
            </a:xfrm>
            <a:custGeom>
              <a:avLst/>
              <a:gdLst>
                <a:gd name="connsiteX0" fmla="*/ 59121 w 117502"/>
                <a:gd name="connsiteY0" fmla="*/ 0 h 189186"/>
                <a:gd name="connsiteX1" fmla="*/ 117503 w 117502"/>
                <a:gd name="connsiteY1" fmla="*/ 58382 h 189186"/>
                <a:gd name="connsiteX2" fmla="*/ 82769 w 117502"/>
                <a:gd name="connsiteY2" fmla="*/ 112329 h 189186"/>
                <a:gd name="connsiteX3" fmla="*/ 84247 w 117502"/>
                <a:gd name="connsiteY3" fmla="*/ 116024 h 189186"/>
                <a:gd name="connsiteX4" fmla="*/ 109373 w 117502"/>
                <a:gd name="connsiteY4" fmla="*/ 189186 h 189186"/>
                <a:gd name="connsiteX5" fmla="*/ 59121 w 117502"/>
                <a:gd name="connsiteY5" fmla="*/ 189186 h 189186"/>
                <a:gd name="connsiteX6" fmla="*/ 8129 w 117502"/>
                <a:gd name="connsiteY6" fmla="*/ 189186 h 189186"/>
                <a:gd name="connsiteX7" fmla="*/ 33255 w 117502"/>
                <a:gd name="connsiteY7" fmla="*/ 116024 h 189186"/>
                <a:gd name="connsiteX8" fmla="*/ 34733 w 117502"/>
                <a:gd name="connsiteY8" fmla="*/ 112329 h 189186"/>
                <a:gd name="connsiteX9" fmla="*/ 0 w 117502"/>
                <a:gd name="connsiteY9" fmla="*/ 58382 h 189186"/>
                <a:gd name="connsiteX10" fmla="*/ 59121 w 117502"/>
                <a:gd name="connsiteY10" fmla="*/ 0 h 189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7502" h="189186">
                  <a:moveTo>
                    <a:pt x="59121" y="0"/>
                  </a:moveTo>
                  <a:cubicBezTo>
                    <a:pt x="90898" y="0"/>
                    <a:pt x="117503" y="26604"/>
                    <a:pt x="117503" y="58382"/>
                  </a:cubicBezTo>
                  <a:cubicBezTo>
                    <a:pt x="117503" y="82769"/>
                    <a:pt x="103461" y="102722"/>
                    <a:pt x="82769" y="112329"/>
                  </a:cubicBezTo>
                  <a:lnTo>
                    <a:pt x="84247" y="116024"/>
                  </a:lnTo>
                  <a:lnTo>
                    <a:pt x="109373" y="189186"/>
                  </a:lnTo>
                  <a:lnTo>
                    <a:pt x="59121" y="189186"/>
                  </a:lnTo>
                  <a:lnTo>
                    <a:pt x="8129" y="189186"/>
                  </a:lnTo>
                  <a:lnTo>
                    <a:pt x="33255" y="116024"/>
                  </a:lnTo>
                  <a:lnTo>
                    <a:pt x="34733" y="112329"/>
                  </a:lnTo>
                  <a:cubicBezTo>
                    <a:pt x="14780" y="102722"/>
                    <a:pt x="0" y="82769"/>
                    <a:pt x="0" y="58382"/>
                  </a:cubicBezTo>
                  <a:cubicBezTo>
                    <a:pt x="0" y="26604"/>
                    <a:pt x="26605" y="0"/>
                    <a:pt x="59121" y="0"/>
                  </a:cubicBezTo>
                  <a:close/>
                </a:path>
              </a:pathLst>
            </a:custGeom>
            <a:solidFill>
              <a:srgbClr val="7433EE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DD023FE-8633-194A-96F8-57EFE16FD168}"/>
                </a:ext>
              </a:extLst>
            </p:cNvPr>
            <p:cNvSpPr/>
            <p:nvPr/>
          </p:nvSpPr>
          <p:spPr>
            <a:xfrm>
              <a:off x="6296390" y="3996401"/>
              <a:ext cx="105678" cy="186969"/>
            </a:xfrm>
            <a:custGeom>
              <a:avLst/>
              <a:gdLst>
                <a:gd name="connsiteX0" fmla="*/ 63555 w 105678"/>
                <a:gd name="connsiteY0" fmla="*/ 0 h 186969"/>
                <a:gd name="connsiteX1" fmla="*/ 105678 w 105678"/>
                <a:gd name="connsiteY1" fmla="*/ 56165 h 186969"/>
                <a:gd name="connsiteX2" fmla="*/ 70945 w 105678"/>
                <a:gd name="connsiteY2" fmla="*/ 110112 h 186969"/>
                <a:gd name="connsiteX3" fmla="*/ 72423 w 105678"/>
                <a:gd name="connsiteY3" fmla="*/ 113807 h 186969"/>
                <a:gd name="connsiteX4" fmla="*/ 97549 w 105678"/>
                <a:gd name="connsiteY4" fmla="*/ 186969 h 186969"/>
                <a:gd name="connsiteX5" fmla="*/ 47296 w 105678"/>
                <a:gd name="connsiteY5" fmla="*/ 186969 h 186969"/>
                <a:gd name="connsiteX6" fmla="*/ 8868 w 105678"/>
                <a:gd name="connsiteY6" fmla="*/ 186969 h 186969"/>
                <a:gd name="connsiteX7" fmla="*/ 33255 w 105678"/>
                <a:gd name="connsiteY7" fmla="*/ 116024 h 186969"/>
                <a:gd name="connsiteX8" fmla="*/ 34733 w 105678"/>
                <a:gd name="connsiteY8" fmla="*/ 112329 h 186969"/>
                <a:gd name="connsiteX9" fmla="*/ 0 w 105678"/>
                <a:gd name="connsiteY9" fmla="*/ 58382 h 186969"/>
                <a:gd name="connsiteX10" fmla="*/ 58381 w 105678"/>
                <a:gd name="connsiteY10" fmla="*/ 0 h 186969"/>
                <a:gd name="connsiteX11" fmla="*/ 63555 w 105678"/>
                <a:gd name="connsiteY11" fmla="*/ 0 h 18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5678" h="186969">
                  <a:moveTo>
                    <a:pt x="63555" y="0"/>
                  </a:moveTo>
                  <a:cubicBezTo>
                    <a:pt x="87942" y="7390"/>
                    <a:pt x="105678" y="29560"/>
                    <a:pt x="105678" y="56165"/>
                  </a:cubicBezTo>
                  <a:cubicBezTo>
                    <a:pt x="105678" y="80552"/>
                    <a:pt x="91637" y="100505"/>
                    <a:pt x="70945" y="110112"/>
                  </a:cubicBezTo>
                  <a:lnTo>
                    <a:pt x="72423" y="113807"/>
                  </a:lnTo>
                  <a:lnTo>
                    <a:pt x="97549" y="186969"/>
                  </a:lnTo>
                  <a:lnTo>
                    <a:pt x="47296" y="186969"/>
                  </a:lnTo>
                  <a:lnTo>
                    <a:pt x="8868" y="186969"/>
                  </a:lnTo>
                  <a:lnTo>
                    <a:pt x="33255" y="116024"/>
                  </a:lnTo>
                  <a:lnTo>
                    <a:pt x="34733" y="112329"/>
                  </a:lnTo>
                  <a:cubicBezTo>
                    <a:pt x="14041" y="102722"/>
                    <a:pt x="0" y="82030"/>
                    <a:pt x="0" y="58382"/>
                  </a:cubicBezTo>
                  <a:cubicBezTo>
                    <a:pt x="0" y="25865"/>
                    <a:pt x="26604" y="0"/>
                    <a:pt x="58381" y="0"/>
                  </a:cubicBezTo>
                  <a:cubicBezTo>
                    <a:pt x="60355" y="0"/>
                    <a:pt x="62076" y="0"/>
                    <a:pt x="63555" y="0"/>
                  </a:cubicBezTo>
                  <a:close/>
                </a:path>
              </a:pathLst>
            </a:custGeom>
            <a:solidFill>
              <a:srgbClr val="4512B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0174115-25AD-F2B0-5946-D94726938EAD}"/>
                </a:ext>
              </a:extLst>
            </p:cNvPr>
            <p:cNvSpPr/>
            <p:nvPr/>
          </p:nvSpPr>
          <p:spPr>
            <a:xfrm>
              <a:off x="3921955" y="5406430"/>
              <a:ext cx="846164" cy="707231"/>
            </a:xfrm>
            <a:custGeom>
              <a:avLst/>
              <a:gdLst>
                <a:gd name="connsiteX0" fmla="*/ 31778 w 846164"/>
                <a:gd name="connsiteY0" fmla="*/ 0 h 707231"/>
                <a:gd name="connsiteX1" fmla="*/ 814388 w 846164"/>
                <a:gd name="connsiteY1" fmla="*/ 0 h 707231"/>
                <a:gd name="connsiteX2" fmla="*/ 846165 w 846164"/>
                <a:gd name="connsiteY2" fmla="*/ 31038 h 707231"/>
                <a:gd name="connsiteX3" fmla="*/ 846165 w 846164"/>
                <a:gd name="connsiteY3" fmla="*/ 675454 h 707231"/>
                <a:gd name="connsiteX4" fmla="*/ 814388 w 846164"/>
                <a:gd name="connsiteY4" fmla="*/ 707231 h 707231"/>
                <a:gd name="connsiteX5" fmla="*/ 31778 w 846164"/>
                <a:gd name="connsiteY5" fmla="*/ 707231 h 707231"/>
                <a:gd name="connsiteX6" fmla="*/ 0 w 846164"/>
                <a:gd name="connsiteY6" fmla="*/ 675454 h 707231"/>
                <a:gd name="connsiteX7" fmla="*/ 0 w 846164"/>
                <a:gd name="connsiteY7" fmla="*/ 31038 h 707231"/>
                <a:gd name="connsiteX8" fmla="*/ 31778 w 846164"/>
                <a:gd name="connsiteY8" fmla="*/ 0 h 707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6164" h="707231">
                  <a:moveTo>
                    <a:pt x="31778" y="0"/>
                  </a:moveTo>
                  <a:lnTo>
                    <a:pt x="814388" y="0"/>
                  </a:lnTo>
                  <a:cubicBezTo>
                    <a:pt x="831385" y="0"/>
                    <a:pt x="846165" y="14041"/>
                    <a:pt x="846165" y="31038"/>
                  </a:cubicBezTo>
                  <a:lnTo>
                    <a:pt x="846165" y="675454"/>
                  </a:lnTo>
                  <a:cubicBezTo>
                    <a:pt x="846165" y="692451"/>
                    <a:pt x="831385" y="707231"/>
                    <a:pt x="814388" y="707231"/>
                  </a:cubicBezTo>
                  <a:lnTo>
                    <a:pt x="31778" y="707231"/>
                  </a:lnTo>
                  <a:cubicBezTo>
                    <a:pt x="14041" y="707231"/>
                    <a:pt x="0" y="692451"/>
                    <a:pt x="0" y="675454"/>
                  </a:cubicBezTo>
                  <a:lnTo>
                    <a:pt x="0" y="31038"/>
                  </a:lnTo>
                  <a:cubicBezTo>
                    <a:pt x="0" y="14041"/>
                    <a:pt x="14041" y="0"/>
                    <a:pt x="31778" y="0"/>
                  </a:cubicBezTo>
                  <a:close/>
                </a:path>
              </a:pathLst>
            </a:custGeom>
            <a:solidFill>
              <a:srgbClr val="360E9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1DBDB449-37A9-8344-F5F0-FFFD855B47FD}"/>
                </a:ext>
              </a:extLst>
            </p:cNvPr>
            <p:cNvSpPr/>
            <p:nvPr/>
          </p:nvSpPr>
          <p:spPr>
            <a:xfrm>
              <a:off x="3873920" y="5637000"/>
              <a:ext cx="942235" cy="246089"/>
            </a:xfrm>
            <a:custGeom>
              <a:avLst/>
              <a:gdLst>
                <a:gd name="connsiteX0" fmla="*/ 10346 w 942235"/>
                <a:gd name="connsiteY0" fmla="*/ 0 h 246089"/>
                <a:gd name="connsiteX1" fmla="*/ 931151 w 942235"/>
                <a:gd name="connsiteY1" fmla="*/ 0 h 246089"/>
                <a:gd name="connsiteX2" fmla="*/ 942236 w 942235"/>
                <a:gd name="connsiteY2" fmla="*/ 10346 h 246089"/>
                <a:gd name="connsiteX3" fmla="*/ 942236 w 942235"/>
                <a:gd name="connsiteY3" fmla="*/ 235005 h 246089"/>
                <a:gd name="connsiteX4" fmla="*/ 931151 w 942235"/>
                <a:gd name="connsiteY4" fmla="*/ 246090 h 246089"/>
                <a:gd name="connsiteX5" fmla="*/ 10346 w 942235"/>
                <a:gd name="connsiteY5" fmla="*/ 246090 h 246089"/>
                <a:gd name="connsiteX6" fmla="*/ 0 w 942235"/>
                <a:gd name="connsiteY6" fmla="*/ 235005 h 246089"/>
                <a:gd name="connsiteX7" fmla="*/ 0 w 942235"/>
                <a:gd name="connsiteY7" fmla="*/ 10346 h 246089"/>
                <a:gd name="connsiteX8" fmla="*/ 10346 w 942235"/>
                <a:gd name="connsiteY8" fmla="*/ 0 h 246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2235" h="246089">
                  <a:moveTo>
                    <a:pt x="10346" y="0"/>
                  </a:moveTo>
                  <a:lnTo>
                    <a:pt x="931151" y="0"/>
                  </a:lnTo>
                  <a:cubicBezTo>
                    <a:pt x="937802" y="0"/>
                    <a:pt x="942236" y="4434"/>
                    <a:pt x="942236" y="10346"/>
                  </a:cubicBezTo>
                  <a:lnTo>
                    <a:pt x="942236" y="235005"/>
                  </a:lnTo>
                  <a:cubicBezTo>
                    <a:pt x="942236" y="240917"/>
                    <a:pt x="937802" y="246090"/>
                    <a:pt x="931151" y="246090"/>
                  </a:cubicBezTo>
                  <a:lnTo>
                    <a:pt x="10346" y="246090"/>
                  </a:lnTo>
                  <a:cubicBezTo>
                    <a:pt x="4434" y="246090"/>
                    <a:pt x="0" y="240917"/>
                    <a:pt x="0" y="235005"/>
                  </a:cubicBezTo>
                  <a:lnTo>
                    <a:pt x="0" y="10346"/>
                  </a:lnTo>
                  <a:cubicBezTo>
                    <a:pt x="0" y="4434"/>
                    <a:pt x="4434" y="0"/>
                    <a:pt x="10346" y="0"/>
                  </a:cubicBezTo>
                  <a:close/>
                </a:path>
              </a:pathLst>
            </a:custGeom>
            <a:solidFill>
              <a:srgbClr val="7433EE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0646BCF-CE4B-6F62-2D2B-E8BE254FCB32}"/>
                </a:ext>
              </a:extLst>
            </p:cNvPr>
            <p:cNvSpPr/>
            <p:nvPr/>
          </p:nvSpPr>
          <p:spPr>
            <a:xfrm>
              <a:off x="3873920" y="5910434"/>
              <a:ext cx="942235" cy="246089"/>
            </a:xfrm>
            <a:custGeom>
              <a:avLst/>
              <a:gdLst>
                <a:gd name="connsiteX0" fmla="*/ 10346 w 942235"/>
                <a:gd name="connsiteY0" fmla="*/ 0 h 246089"/>
                <a:gd name="connsiteX1" fmla="*/ 931151 w 942235"/>
                <a:gd name="connsiteY1" fmla="*/ 0 h 246089"/>
                <a:gd name="connsiteX2" fmla="*/ 942236 w 942235"/>
                <a:gd name="connsiteY2" fmla="*/ 11085 h 246089"/>
                <a:gd name="connsiteX3" fmla="*/ 942236 w 942235"/>
                <a:gd name="connsiteY3" fmla="*/ 235743 h 246089"/>
                <a:gd name="connsiteX4" fmla="*/ 931151 w 942235"/>
                <a:gd name="connsiteY4" fmla="*/ 246090 h 246089"/>
                <a:gd name="connsiteX5" fmla="*/ 10346 w 942235"/>
                <a:gd name="connsiteY5" fmla="*/ 246090 h 246089"/>
                <a:gd name="connsiteX6" fmla="*/ 0 w 942235"/>
                <a:gd name="connsiteY6" fmla="*/ 235743 h 246089"/>
                <a:gd name="connsiteX7" fmla="*/ 0 w 942235"/>
                <a:gd name="connsiteY7" fmla="*/ 11085 h 246089"/>
                <a:gd name="connsiteX8" fmla="*/ 10346 w 942235"/>
                <a:gd name="connsiteY8" fmla="*/ 0 h 246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2235" h="246089">
                  <a:moveTo>
                    <a:pt x="10346" y="0"/>
                  </a:moveTo>
                  <a:lnTo>
                    <a:pt x="931151" y="0"/>
                  </a:lnTo>
                  <a:cubicBezTo>
                    <a:pt x="937802" y="0"/>
                    <a:pt x="942236" y="5173"/>
                    <a:pt x="942236" y="11085"/>
                  </a:cubicBezTo>
                  <a:lnTo>
                    <a:pt x="942236" y="235743"/>
                  </a:lnTo>
                  <a:cubicBezTo>
                    <a:pt x="942236" y="241655"/>
                    <a:pt x="937802" y="246090"/>
                    <a:pt x="931151" y="246090"/>
                  </a:cubicBezTo>
                  <a:lnTo>
                    <a:pt x="10346" y="246090"/>
                  </a:lnTo>
                  <a:cubicBezTo>
                    <a:pt x="4434" y="246090"/>
                    <a:pt x="0" y="241655"/>
                    <a:pt x="0" y="235743"/>
                  </a:cubicBezTo>
                  <a:lnTo>
                    <a:pt x="0" y="11085"/>
                  </a:lnTo>
                  <a:cubicBezTo>
                    <a:pt x="0" y="5173"/>
                    <a:pt x="4434" y="0"/>
                    <a:pt x="10346" y="0"/>
                  </a:cubicBezTo>
                  <a:close/>
                </a:path>
              </a:pathLst>
            </a:custGeom>
            <a:solidFill>
              <a:srgbClr val="7433EE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13F292D-B8ED-B375-5182-3158DDF204C6}"/>
                </a:ext>
              </a:extLst>
            </p:cNvPr>
            <p:cNvSpPr/>
            <p:nvPr/>
          </p:nvSpPr>
          <p:spPr>
            <a:xfrm>
              <a:off x="3873920" y="5362828"/>
              <a:ext cx="942235" cy="246089"/>
            </a:xfrm>
            <a:custGeom>
              <a:avLst/>
              <a:gdLst>
                <a:gd name="connsiteX0" fmla="*/ 10346 w 942235"/>
                <a:gd name="connsiteY0" fmla="*/ 0 h 246089"/>
                <a:gd name="connsiteX1" fmla="*/ 931151 w 942235"/>
                <a:gd name="connsiteY1" fmla="*/ 0 h 246089"/>
                <a:gd name="connsiteX2" fmla="*/ 942236 w 942235"/>
                <a:gd name="connsiteY2" fmla="*/ 11085 h 246089"/>
                <a:gd name="connsiteX3" fmla="*/ 942236 w 942235"/>
                <a:gd name="connsiteY3" fmla="*/ 235005 h 246089"/>
                <a:gd name="connsiteX4" fmla="*/ 931151 w 942235"/>
                <a:gd name="connsiteY4" fmla="*/ 246090 h 246089"/>
                <a:gd name="connsiteX5" fmla="*/ 10346 w 942235"/>
                <a:gd name="connsiteY5" fmla="*/ 246090 h 246089"/>
                <a:gd name="connsiteX6" fmla="*/ 0 w 942235"/>
                <a:gd name="connsiteY6" fmla="*/ 235005 h 246089"/>
                <a:gd name="connsiteX7" fmla="*/ 0 w 942235"/>
                <a:gd name="connsiteY7" fmla="*/ 11085 h 246089"/>
                <a:gd name="connsiteX8" fmla="*/ 10346 w 942235"/>
                <a:gd name="connsiteY8" fmla="*/ 0 h 246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2235" h="246089">
                  <a:moveTo>
                    <a:pt x="10346" y="0"/>
                  </a:moveTo>
                  <a:lnTo>
                    <a:pt x="931151" y="0"/>
                  </a:lnTo>
                  <a:cubicBezTo>
                    <a:pt x="937802" y="0"/>
                    <a:pt x="942236" y="4434"/>
                    <a:pt x="942236" y="11085"/>
                  </a:cubicBezTo>
                  <a:lnTo>
                    <a:pt x="942236" y="235005"/>
                  </a:lnTo>
                  <a:cubicBezTo>
                    <a:pt x="942236" y="240917"/>
                    <a:pt x="937802" y="246090"/>
                    <a:pt x="931151" y="246090"/>
                  </a:cubicBezTo>
                  <a:lnTo>
                    <a:pt x="10346" y="246090"/>
                  </a:lnTo>
                  <a:cubicBezTo>
                    <a:pt x="4434" y="246090"/>
                    <a:pt x="0" y="240917"/>
                    <a:pt x="0" y="235005"/>
                  </a:cubicBezTo>
                  <a:lnTo>
                    <a:pt x="0" y="11085"/>
                  </a:lnTo>
                  <a:cubicBezTo>
                    <a:pt x="0" y="4434"/>
                    <a:pt x="4434" y="0"/>
                    <a:pt x="10346" y="0"/>
                  </a:cubicBezTo>
                  <a:close/>
                </a:path>
              </a:pathLst>
            </a:custGeom>
            <a:solidFill>
              <a:srgbClr val="7433EE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F212ABE6-CE35-ADD9-7B73-EB8DD11B9355}"/>
                </a:ext>
              </a:extLst>
            </p:cNvPr>
            <p:cNvSpPr/>
            <p:nvPr/>
          </p:nvSpPr>
          <p:spPr>
            <a:xfrm>
              <a:off x="4487297" y="5362828"/>
              <a:ext cx="328858" cy="246089"/>
            </a:xfrm>
            <a:custGeom>
              <a:avLst/>
              <a:gdLst>
                <a:gd name="connsiteX0" fmla="*/ 0 w 328858"/>
                <a:gd name="connsiteY0" fmla="*/ 0 h 246089"/>
                <a:gd name="connsiteX1" fmla="*/ 317774 w 328858"/>
                <a:gd name="connsiteY1" fmla="*/ 0 h 246089"/>
                <a:gd name="connsiteX2" fmla="*/ 328859 w 328858"/>
                <a:gd name="connsiteY2" fmla="*/ 11085 h 246089"/>
                <a:gd name="connsiteX3" fmla="*/ 328859 w 328858"/>
                <a:gd name="connsiteY3" fmla="*/ 235005 h 246089"/>
                <a:gd name="connsiteX4" fmla="*/ 317774 w 328858"/>
                <a:gd name="connsiteY4" fmla="*/ 246090 h 246089"/>
                <a:gd name="connsiteX5" fmla="*/ 0 w 328858"/>
                <a:gd name="connsiteY5" fmla="*/ 246090 h 246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8858" h="246089">
                  <a:moveTo>
                    <a:pt x="0" y="0"/>
                  </a:moveTo>
                  <a:lnTo>
                    <a:pt x="317774" y="0"/>
                  </a:lnTo>
                  <a:cubicBezTo>
                    <a:pt x="324425" y="0"/>
                    <a:pt x="328859" y="4434"/>
                    <a:pt x="328859" y="11085"/>
                  </a:cubicBezTo>
                  <a:lnTo>
                    <a:pt x="328859" y="235005"/>
                  </a:lnTo>
                  <a:cubicBezTo>
                    <a:pt x="328859" y="240917"/>
                    <a:pt x="324425" y="246090"/>
                    <a:pt x="317774" y="246090"/>
                  </a:cubicBezTo>
                  <a:lnTo>
                    <a:pt x="0" y="246090"/>
                  </a:lnTo>
                  <a:close/>
                </a:path>
              </a:pathLst>
            </a:custGeom>
            <a:solidFill>
              <a:srgbClr val="631AEC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0DAE15A7-869C-BEC6-FBE0-226B239265AA}"/>
                </a:ext>
              </a:extLst>
            </p:cNvPr>
            <p:cNvSpPr/>
            <p:nvPr/>
          </p:nvSpPr>
          <p:spPr>
            <a:xfrm>
              <a:off x="4157095" y="5462729"/>
              <a:ext cx="54416" cy="54416"/>
            </a:xfrm>
            <a:custGeom>
              <a:avLst/>
              <a:gdLst>
                <a:gd name="connsiteX0" fmla="*/ 3560 w 54416"/>
                <a:gd name="connsiteY0" fmla="*/ 13906 h 54416"/>
                <a:gd name="connsiteX1" fmla="*/ 40511 w 54416"/>
                <a:gd name="connsiteY1" fmla="*/ 3560 h 54416"/>
                <a:gd name="connsiteX2" fmla="*/ 50856 w 54416"/>
                <a:gd name="connsiteY2" fmla="*/ 40510 h 54416"/>
                <a:gd name="connsiteX3" fmla="*/ 13906 w 54416"/>
                <a:gd name="connsiteY3" fmla="*/ 50857 h 54416"/>
                <a:gd name="connsiteX4" fmla="*/ 3560 w 54416"/>
                <a:gd name="connsiteY4" fmla="*/ 13906 h 5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16" h="54416">
                  <a:moveTo>
                    <a:pt x="3560" y="13906"/>
                  </a:moveTo>
                  <a:cubicBezTo>
                    <a:pt x="11689" y="604"/>
                    <a:pt x="27947" y="-3830"/>
                    <a:pt x="40511" y="3560"/>
                  </a:cubicBezTo>
                  <a:cubicBezTo>
                    <a:pt x="53813" y="11689"/>
                    <a:pt x="58246" y="27947"/>
                    <a:pt x="50856" y="40510"/>
                  </a:cubicBezTo>
                  <a:cubicBezTo>
                    <a:pt x="43466" y="53812"/>
                    <a:pt x="26469" y="58247"/>
                    <a:pt x="13906" y="50857"/>
                  </a:cubicBezTo>
                  <a:cubicBezTo>
                    <a:pt x="604" y="43467"/>
                    <a:pt x="-3830" y="26470"/>
                    <a:pt x="3560" y="13906"/>
                  </a:cubicBezTo>
                  <a:close/>
                </a:path>
              </a:pathLst>
            </a:custGeom>
            <a:solidFill>
              <a:srgbClr val="5416C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1A1CE8-7BEE-5BA0-989A-B5F824A7D214}"/>
                </a:ext>
              </a:extLst>
            </p:cNvPr>
            <p:cNvSpPr/>
            <p:nvPr/>
          </p:nvSpPr>
          <p:spPr>
            <a:xfrm>
              <a:off x="3971578" y="5462729"/>
              <a:ext cx="54223" cy="54416"/>
            </a:xfrm>
            <a:custGeom>
              <a:avLst/>
              <a:gdLst>
                <a:gd name="connsiteX0" fmla="*/ 3586 w 54223"/>
                <a:gd name="connsiteY0" fmla="*/ 13906 h 54416"/>
                <a:gd name="connsiteX1" fmla="*/ 40536 w 54223"/>
                <a:gd name="connsiteY1" fmla="*/ 3560 h 54416"/>
                <a:gd name="connsiteX2" fmla="*/ 50143 w 54223"/>
                <a:gd name="connsiteY2" fmla="*/ 40510 h 54416"/>
                <a:gd name="connsiteX3" fmla="*/ 13193 w 54223"/>
                <a:gd name="connsiteY3" fmla="*/ 50857 h 54416"/>
                <a:gd name="connsiteX4" fmla="*/ 3586 w 54223"/>
                <a:gd name="connsiteY4" fmla="*/ 13906 h 5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223" h="54416">
                  <a:moveTo>
                    <a:pt x="3586" y="13906"/>
                  </a:moveTo>
                  <a:cubicBezTo>
                    <a:pt x="10976" y="604"/>
                    <a:pt x="27973" y="-3830"/>
                    <a:pt x="40536" y="3560"/>
                  </a:cubicBezTo>
                  <a:cubicBezTo>
                    <a:pt x="53838" y="11689"/>
                    <a:pt x="58273" y="27947"/>
                    <a:pt x="50143" y="40510"/>
                  </a:cubicBezTo>
                  <a:cubicBezTo>
                    <a:pt x="42753" y="53812"/>
                    <a:pt x="26496" y="58247"/>
                    <a:pt x="13193" y="50857"/>
                  </a:cubicBezTo>
                  <a:cubicBezTo>
                    <a:pt x="630" y="43467"/>
                    <a:pt x="-3804" y="26470"/>
                    <a:pt x="3586" y="13906"/>
                  </a:cubicBezTo>
                  <a:close/>
                </a:path>
              </a:pathLst>
            </a:custGeom>
            <a:solidFill>
              <a:srgbClr val="5416C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D51046D0-BFB1-FFEC-E49E-316931A47EAC}"/>
                </a:ext>
              </a:extLst>
            </p:cNvPr>
            <p:cNvSpPr/>
            <p:nvPr/>
          </p:nvSpPr>
          <p:spPr>
            <a:xfrm>
              <a:off x="4064693" y="5462729"/>
              <a:ext cx="53729" cy="54416"/>
            </a:xfrm>
            <a:custGeom>
              <a:avLst/>
              <a:gdLst>
                <a:gd name="connsiteX0" fmla="*/ 3586 w 53729"/>
                <a:gd name="connsiteY0" fmla="*/ 13906 h 54416"/>
                <a:gd name="connsiteX1" fmla="*/ 40537 w 53729"/>
                <a:gd name="connsiteY1" fmla="*/ 3560 h 54416"/>
                <a:gd name="connsiteX2" fmla="*/ 50144 w 53729"/>
                <a:gd name="connsiteY2" fmla="*/ 40510 h 54416"/>
                <a:gd name="connsiteX3" fmla="*/ 13193 w 53729"/>
                <a:gd name="connsiteY3" fmla="*/ 50857 h 54416"/>
                <a:gd name="connsiteX4" fmla="*/ 3586 w 53729"/>
                <a:gd name="connsiteY4" fmla="*/ 13906 h 5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29" h="54416">
                  <a:moveTo>
                    <a:pt x="3586" y="13906"/>
                  </a:moveTo>
                  <a:cubicBezTo>
                    <a:pt x="10976" y="604"/>
                    <a:pt x="27234" y="-3830"/>
                    <a:pt x="40537" y="3560"/>
                  </a:cubicBezTo>
                  <a:cubicBezTo>
                    <a:pt x="53099" y="11689"/>
                    <a:pt x="57534" y="27947"/>
                    <a:pt x="50144" y="40510"/>
                  </a:cubicBezTo>
                  <a:cubicBezTo>
                    <a:pt x="42753" y="53812"/>
                    <a:pt x="26495" y="58247"/>
                    <a:pt x="13193" y="50857"/>
                  </a:cubicBezTo>
                  <a:cubicBezTo>
                    <a:pt x="630" y="43467"/>
                    <a:pt x="-3804" y="26470"/>
                    <a:pt x="3586" y="13906"/>
                  </a:cubicBezTo>
                  <a:close/>
                </a:path>
              </a:pathLst>
            </a:custGeom>
            <a:solidFill>
              <a:srgbClr val="5416C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25C5FD2-2E3E-1CF9-9CF8-83A7394DF1BF}"/>
                </a:ext>
              </a:extLst>
            </p:cNvPr>
            <p:cNvSpPr/>
            <p:nvPr/>
          </p:nvSpPr>
          <p:spPr>
            <a:xfrm>
              <a:off x="4152635" y="5458514"/>
              <a:ext cx="53729" cy="54223"/>
            </a:xfrm>
            <a:custGeom>
              <a:avLst/>
              <a:gdLst>
                <a:gd name="connsiteX0" fmla="*/ 3586 w 53729"/>
                <a:gd name="connsiteY0" fmla="*/ 13687 h 54223"/>
                <a:gd name="connsiteX1" fmla="*/ 40536 w 53729"/>
                <a:gd name="connsiteY1" fmla="*/ 4080 h 54223"/>
                <a:gd name="connsiteX2" fmla="*/ 50143 w 53729"/>
                <a:gd name="connsiteY2" fmla="*/ 41030 h 54223"/>
                <a:gd name="connsiteX3" fmla="*/ 13193 w 53729"/>
                <a:gd name="connsiteY3" fmla="*/ 50637 h 54223"/>
                <a:gd name="connsiteX4" fmla="*/ 3586 w 53729"/>
                <a:gd name="connsiteY4" fmla="*/ 13687 h 5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29" h="54223">
                  <a:moveTo>
                    <a:pt x="3586" y="13687"/>
                  </a:moveTo>
                  <a:cubicBezTo>
                    <a:pt x="10976" y="385"/>
                    <a:pt x="27234" y="-4049"/>
                    <a:pt x="40536" y="4080"/>
                  </a:cubicBezTo>
                  <a:cubicBezTo>
                    <a:pt x="53100" y="11470"/>
                    <a:pt x="57534" y="27728"/>
                    <a:pt x="50143" y="41030"/>
                  </a:cubicBezTo>
                  <a:cubicBezTo>
                    <a:pt x="42753" y="53594"/>
                    <a:pt x="26496" y="58027"/>
                    <a:pt x="13193" y="50637"/>
                  </a:cubicBezTo>
                  <a:cubicBezTo>
                    <a:pt x="630" y="43247"/>
                    <a:pt x="-3804" y="26250"/>
                    <a:pt x="3586" y="13687"/>
                  </a:cubicBezTo>
                  <a:close/>
                </a:path>
              </a:pathLst>
            </a:custGeom>
            <a:solidFill>
              <a:srgbClr val="3EA5EC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18F449CB-B85B-FE83-83C3-08E4BA584E37}"/>
                </a:ext>
              </a:extLst>
            </p:cNvPr>
            <p:cNvSpPr/>
            <p:nvPr/>
          </p:nvSpPr>
          <p:spPr>
            <a:xfrm>
              <a:off x="3966431" y="5458514"/>
              <a:ext cx="54416" cy="54223"/>
            </a:xfrm>
            <a:custGeom>
              <a:avLst/>
              <a:gdLst>
                <a:gd name="connsiteX0" fmla="*/ 3560 w 54416"/>
                <a:gd name="connsiteY0" fmla="*/ 13687 h 54223"/>
                <a:gd name="connsiteX1" fmla="*/ 40510 w 54416"/>
                <a:gd name="connsiteY1" fmla="*/ 4080 h 54223"/>
                <a:gd name="connsiteX2" fmla="*/ 50857 w 54416"/>
                <a:gd name="connsiteY2" fmla="*/ 41030 h 54223"/>
                <a:gd name="connsiteX3" fmla="*/ 13906 w 54416"/>
                <a:gd name="connsiteY3" fmla="*/ 50637 h 54223"/>
                <a:gd name="connsiteX4" fmla="*/ 3560 w 54416"/>
                <a:gd name="connsiteY4" fmla="*/ 13687 h 5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16" h="54223">
                  <a:moveTo>
                    <a:pt x="3560" y="13687"/>
                  </a:moveTo>
                  <a:cubicBezTo>
                    <a:pt x="10950" y="385"/>
                    <a:pt x="27948" y="-4049"/>
                    <a:pt x="40510" y="4080"/>
                  </a:cubicBezTo>
                  <a:cubicBezTo>
                    <a:pt x="53813" y="11470"/>
                    <a:pt x="58247" y="27728"/>
                    <a:pt x="50857" y="41030"/>
                  </a:cubicBezTo>
                  <a:cubicBezTo>
                    <a:pt x="43467" y="53594"/>
                    <a:pt x="26470" y="58027"/>
                    <a:pt x="13906" y="50637"/>
                  </a:cubicBezTo>
                  <a:cubicBezTo>
                    <a:pt x="604" y="43247"/>
                    <a:pt x="-3830" y="26250"/>
                    <a:pt x="3560" y="13687"/>
                  </a:cubicBezTo>
                  <a:close/>
                </a:path>
              </a:pathLst>
            </a:custGeom>
            <a:solidFill>
              <a:srgbClr val="FFA000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9BEC6D34-9BF8-3DFA-F5C0-444D18FE6CE4}"/>
                </a:ext>
              </a:extLst>
            </p:cNvPr>
            <p:cNvSpPr/>
            <p:nvPr/>
          </p:nvSpPr>
          <p:spPr>
            <a:xfrm>
              <a:off x="4059546" y="5458514"/>
              <a:ext cx="54416" cy="54223"/>
            </a:xfrm>
            <a:custGeom>
              <a:avLst/>
              <a:gdLst>
                <a:gd name="connsiteX0" fmla="*/ 3560 w 54416"/>
                <a:gd name="connsiteY0" fmla="*/ 13687 h 54223"/>
                <a:gd name="connsiteX1" fmla="*/ 40511 w 54416"/>
                <a:gd name="connsiteY1" fmla="*/ 4080 h 54223"/>
                <a:gd name="connsiteX2" fmla="*/ 50856 w 54416"/>
                <a:gd name="connsiteY2" fmla="*/ 41030 h 54223"/>
                <a:gd name="connsiteX3" fmla="*/ 13906 w 54416"/>
                <a:gd name="connsiteY3" fmla="*/ 50637 h 54223"/>
                <a:gd name="connsiteX4" fmla="*/ 3560 w 54416"/>
                <a:gd name="connsiteY4" fmla="*/ 13687 h 5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16" h="54223">
                  <a:moveTo>
                    <a:pt x="3560" y="13687"/>
                  </a:moveTo>
                  <a:cubicBezTo>
                    <a:pt x="10950" y="385"/>
                    <a:pt x="27947" y="-4049"/>
                    <a:pt x="40511" y="4080"/>
                  </a:cubicBezTo>
                  <a:cubicBezTo>
                    <a:pt x="53813" y="11470"/>
                    <a:pt x="58246" y="27728"/>
                    <a:pt x="50856" y="41030"/>
                  </a:cubicBezTo>
                  <a:cubicBezTo>
                    <a:pt x="42727" y="53594"/>
                    <a:pt x="26469" y="58027"/>
                    <a:pt x="13906" y="50637"/>
                  </a:cubicBezTo>
                  <a:cubicBezTo>
                    <a:pt x="604" y="43247"/>
                    <a:pt x="-3830" y="26250"/>
                    <a:pt x="3560" y="13687"/>
                  </a:cubicBezTo>
                  <a:close/>
                </a:path>
              </a:pathLst>
            </a:custGeom>
            <a:solidFill>
              <a:srgbClr val="FB394B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0868242-CD18-6AC2-D8C3-986930F78DEC}"/>
                </a:ext>
              </a:extLst>
            </p:cNvPr>
            <p:cNvSpPr/>
            <p:nvPr/>
          </p:nvSpPr>
          <p:spPr>
            <a:xfrm>
              <a:off x="3873920" y="5637000"/>
              <a:ext cx="942235" cy="246089"/>
            </a:xfrm>
            <a:custGeom>
              <a:avLst/>
              <a:gdLst>
                <a:gd name="connsiteX0" fmla="*/ 10346 w 942235"/>
                <a:gd name="connsiteY0" fmla="*/ 0 h 246089"/>
                <a:gd name="connsiteX1" fmla="*/ 931151 w 942235"/>
                <a:gd name="connsiteY1" fmla="*/ 0 h 246089"/>
                <a:gd name="connsiteX2" fmla="*/ 942236 w 942235"/>
                <a:gd name="connsiteY2" fmla="*/ 10346 h 246089"/>
                <a:gd name="connsiteX3" fmla="*/ 942236 w 942235"/>
                <a:gd name="connsiteY3" fmla="*/ 235005 h 246089"/>
                <a:gd name="connsiteX4" fmla="*/ 931151 w 942235"/>
                <a:gd name="connsiteY4" fmla="*/ 246090 h 246089"/>
                <a:gd name="connsiteX5" fmla="*/ 10346 w 942235"/>
                <a:gd name="connsiteY5" fmla="*/ 246090 h 246089"/>
                <a:gd name="connsiteX6" fmla="*/ 0 w 942235"/>
                <a:gd name="connsiteY6" fmla="*/ 235005 h 246089"/>
                <a:gd name="connsiteX7" fmla="*/ 0 w 942235"/>
                <a:gd name="connsiteY7" fmla="*/ 10346 h 246089"/>
                <a:gd name="connsiteX8" fmla="*/ 10346 w 942235"/>
                <a:gd name="connsiteY8" fmla="*/ 0 h 246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2235" h="246089">
                  <a:moveTo>
                    <a:pt x="10346" y="0"/>
                  </a:moveTo>
                  <a:lnTo>
                    <a:pt x="931151" y="0"/>
                  </a:lnTo>
                  <a:cubicBezTo>
                    <a:pt x="937802" y="0"/>
                    <a:pt x="942236" y="4434"/>
                    <a:pt x="942236" y="10346"/>
                  </a:cubicBezTo>
                  <a:lnTo>
                    <a:pt x="942236" y="235005"/>
                  </a:lnTo>
                  <a:cubicBezTo>
                    <a:pt x="942236" y="240917"/>
                    <a:pt x="937802" y="246090"/>
                    <a:pt x="931151" y="246090"/>
                  </a:cubicBezTo>
                  <a:lnTo>
                    <a:pt x="10346" y="246090"/>
                  </a:lnTo>
                  <a:cubicBezTo>
                    <a:pt x="4434" y="246090"/>
                    <a:pt x="0" y="240917"/>
                    <a:pt x="0" y="235005"/>
                  </a:cubicBezTo>
                  <a:lnTo>
                    <a:pt x="0" y="10346"/>
                  </a:lnTo>
                  <a:cubicBezTo>
                    <a:pt x="0" y="4434"/>
                    <a:pt x="4434" y="0"/>
                    <a:pt x="10346" y="0"/>
                  </a:cubicBezTo>
                  <a:close/>
                </a:path>
              </a:pathLst>
            </a:custGeom>
            <a:solidFill>
              <a:srgbClr val="7433EE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4E8D40E4-861A-16D3-956E-4A669FFBED01}"/>
                </a:ext>
              </a:extLst>
            </p:cNvPr>
            <p:cNvSpPr/>
            <p:nvPr/>
          </p:nvSpPr>
          <p:spPr>
            <a:xfrm>
              <a:off x="4487297" y="5637000"/>
              <a:ext cx="328858" cy="246089"/>
            </a:xfrm>
            <a:custGeom>
              <a:avLst/>
              <a:gdLst>
                <a:gd name="connsiteX0" fmla="*/ 0 w 328858"/>
                <a:gd name="connsiteY0" fmla="*/ 0 h 246089"/>
                <a:gd name="connsiteX1" fmla="*/ 317774 w 328858"/>
                <a:gd name="connsiteY1" fmla="*/ 0 h 246089"/>
                <a:gd name="connsiteX2" fmla="*/ 328859 w 328858"/>
                <a:gd name="connsiteY2" fmla="*/ 10346 h 246089"/>
                <a:gd name="connsiteX3" fmla="*/ 328859 w 328858"/>
                <a:gd name="connsiteY3" fmla="*/ 235005 h 246089"/>
                <a:gd name="connsiteX4" fmla="*/ 317774 w 328858"/>
                <a:gd name="connsiteY4" fmla="*/ 246090 h 246089"/>
                <a:gd name="connsiteX5" fmla="*/ 0 w 328858"/>
                <a:gd name="connsiteY5" fmla="*/ 246090 h 246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8858" h="246089">
                  <a:moveTo>
                    <a:pt x="0" y="0"/>
                  </a:moveTo>
                  <a:lnTo>
                    <a:pt x="317774" y="0"/>
                  </a:lnTo>
                  <a:cubicBezTo>
                    <a:pt x="324425" y="0"/>
                    <a:pt x="328859" y="4434"/>
                    <a:pt x="328859" y="10346"/>
                  </a:cubicBezTo>
                  <a:lnTo>
                    <a:pt x="328859" y="235005"/>
                  </a:lnTo>
                  <a:cubicBezTo>
                    <a:pt x="328859" y="240917"/>
                    <a:pt x="324425" y="246090"/>
                    <a:pt x="317774" y="246090"/>
                  </a:cubicBezTo>
                  <a:lnTo>
                    <a:pt x="0" y="246090"/>
                  </a:lnTo>
                  <a:close/>
                </a:path>
              </a:pathLst>
            </a:custGeom>
            <a:solidFill>
              <a:srgbClr val="631AEC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2F81079D-1896-0FF7-4DEF-F92686153DD2}"/>
                </a:ext>
              </a:extLst>
            </p:cNvPr>
            <p:cNvSpPr/>
            <p:nvPr/>
          </p:nvSpPr>
          <p:spPr>
            <a:xfrm>
              <a:off x="4157095" y="5736902"/>
              <a:ext cx="54416" cy="54416"/>
            </a:xfrm>
            <a:custGeom>
              <a:avLst/>
              <a:gdLst>
                <a:gd name="connsiteX0" fmla="*/ 3560 w 54416"/>
                <a:gd name="connsiteY0" fmla="*/ 13906 h 54416"/>
                <a:gd name="connsiteX1" fmla="*/ 40511 w 54416"/>
                <a:gd name="connsiteY1" fmla="*/ 3560 h 54416"/>
                <a:gd name="connsiteX2" fmla="*/ 50856 w 54416"/>
                <a:gd name="connsiteY2" fmla="*/ 40511 h 54416"/>
                <a:gd name="connsiteX3" fmla="*/ 13906 w 54416"/>
                <a:gd name="connsiteY3" fmla="*/ 50856 h 54416"/>
                <a:gd name="connsiteX4" fmla="*/ 3560 w 54416"/>
                <a:gd name="connsiteY4" fmla="*/ 13906 h 5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16" h="54416">
                  <a:moveTo>
                    <a:pt x="3560" y="13906"/>
                  </a:moveTo>
                  <a:cubicBezTo>
                    <a:pt x="11689" y="604"/>
                    <a:pt x="27947" y="-3830"/>
                    <a:pt x="40511" y="3560"/>
                  </a:cubicBezTo>
                  <a:cubicBezTo>
                    <a:pt x="53813" y="10950"/>
                    <a:pt x="58246" y="27947"/>
                    <a:pt x="50856" y="40511"/>
                  </a:cubicBezTo>
                  <a:cubicBezTo>
                    <a:pt x="43466" y="53813"/>
                    <a:pt x="26469" y="58246"/>
                    <a:pt x="13906" y="50856"/>
                  </a:cubicBezTo>
                  <a:cubicBezTo>
                    <a:pt x="604" y="43466"/>
                    <a:pt x="-3830" y="26469"/>
                    <a:pt x="3560" y="13906"/>
                  </a:cubicBezTo>
                  <a:close/>
                </a:path>
              </a:pathLst>
            </a:custGeom>
            <a:solidFill>
              <a:srgbClr val="5416C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0FE429F1-76B1-715C-0B98-65CEE7C76535}"/>
                </a:ext>
              </a:extLst>
            </p:cNvPr>
            <p:cNvSpPr/>
            <p:nvPr/>
          </p:nvSpPr>
          <p:spPr>
            <a:xfrm>
              <a:off x="3971578" y="5736902"/>
              <a:ext cx="54223" cy="54416"/>
            </a:xfrm>
            <a:custGeom>
              <a:avLst/>
              <a:gdLst>
                <a:gd name="connsiteX0" fmla="*/ 3586 w 54223"/>
                <a:gd name="connsiteY0" fmla="*/ 13906 h 54416"/>
                <a:gd name="connsiteX1" fmla="*/ 40536 w 54223"/>
                <a:gd name="connsiteY1" fmla="*/ 3560 h 54416"/>
                <a:gd name="connsiteX2" fmla="*/ 50143 w 54223"/>
                <a:gd name="connsiteY2" fmla="*/ 40511 h 54416"/>
                <a:gd name="connsiteX3" fmla="*/ 13193 w 54223"/>
                <a:gd name="connsiteY3" fmla="*/ 50856 h 54416"/>
                <a:gd name="connsiteX4" fmla="*/ 3586 w 54223"/>
                <a:gd name="connsiteY4" fmla="*/ 13906 h 5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223" h="54416">
                  <a:moveTo>
                    <a:pt x="3586" y="13906"/>
                  </a:moveTo>
                  <a:cubicBezTo>
                    <a:pt x="10976" y="604"/>
                    <a:pt x="27973" y="-3830"/>
                    <a:pt x="40536" y="3560"/>
                  </a:cubicBezTo>
                  <a:cubicBezTo>
                    <a:pt x="53838" y="10950"/>
                    <a:pt x="58273" y="27947"/>
                    <a:pt x="50143" y="40511"/>
                  </a:cubicBezTo>
                  <a:cubicBezTo>
                    <a:pt x="42753" y="53813"/>
                    <a:pt x="26496" y="58246"/>
                    <a:pt x="13193" y="50856"/>
                  </a:cubicBezTo>
                  <a:cubicBezTo>
                    <a:pt x="630" y="43466"/>
                    <a:pt x="-3804" y="26469"/>
                    <a:pt x="3586" y="13906"/>
                  </a:cubicBezTo>
                  <a:close/>
                </a:path>
              </a:pathLst>
            </a:custGeom>
            <a:solidFill>
              <a:srgbClr val="5416C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B4F511D-AA77-7A69-5EFA-EB8CF0E4CB90}"/>
                </a:ext>
              </a:extLst>
            </p:cNvPr>
            <p:cNvSpPr/>
            <p:nvPr/>
          </p:nvSpPr>
          <p:spPr>
            <a:xfrm>
              <a:off x="4064693" y="5736902"/>
              <a:ext cx="53729" cy="54416"/>
            </a:xfrm>
            <a:custGeom>
              <a:avLst/>
              <a:gdLst>
                <a:gd name="connsiteX0" fmla="*/ 3586 w 53729"/>
                <a:gd name="connsiteY0" fmla="*/ 13906 h 54416"/>
                <a:gd name="connsiteX1" fmla="*/ 40537 w 53729"/>
                <a:gd name="connsiteY1" fmla="*/ 3560 h 54416"/>
                <a:gd name="connsiteX2" fmla="*/ 50144 w 53729"/>
                <a:gd name="connsiteY2" fmla="*/ 40511 h 54416"/>
                <a:gd name="connsiteX3" fmla="*/ 13193 w 53729"/>
                <a:gd name="connsiteY3" fmla="*/ 50856 h 54416"/>
                <a:gd name="connsiteX4" fmla="*/ 3586 w 53729"/>
                <a:gd name="connsiteY4" fmla="*/ 13906 h 5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29" h="54416">
                  <a:moveTo>
                    <a:pt x="3586" y="13906"/>
                  </a:moveTo>
                  <a:cubicBezTo>
                    <a:pt x="10976" y="604"/>
                    <a:pt x="27234" y="-3830"/>
                    <a:pt x="40537" y="3560"/>
                  </a:cubicBezTo>
                  <a:cubicBezTo>
                    <a:pt x="53099" y="10950"/>
                    <a:pt x="57534" y="27947"/>
                    <a:pt x="50144" y="40511"/>
                  </a:cubicBezTo>
                  <a:cubicBezTo>
                    <a:pt x="42753" y="53813"/>
                    <a:pt x="26495" y="58246"/>
                    <a:pt x="13193" y="50856"/>
                  </a:cubicBezTo>
                  <a:cubicBezTo>
                    <a:pt x="630" y="43466"/>
                    <a:pt x="-3804" y="26469"/>
                    <a:pt x="3586" y="13906"/>
                  </a:cubicBezTo>
                  <a:close/>
                </a:path>
              </a:pathLst>
            </a:custGeom>
            <a:solidFill>
              <a:srgbClr val="5416C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50239E3-BEB4-FF12-D11E-0F81DB93C916}"/>
                </a:ext>
              </a:extLst>
            </p:cNvPr>
            <p:cNvSpPr/>
            <p:nvPr/>
          </p:nvSpPr>
          <p:spPr>
            <a:xfrm>
              <a:off x="3873920" y="5910434"/>
              <a:ext cx="942235" cy="246089"/>
            </a:xfrm>
            <a:custGeom>
              <a:avLst/>
              <a:gdLst>
                <a:gd name="connsiteX0" fmla="*/ 10346 w 942235"/>
                <a:gd name="connsiteY0" fmla="*/ 0 h 246089"/>
                <a:gd name="connsiteX1" fmla="*/ 931151 w 942235"/>
                <a:gd name="connsiteY1" fmla="*/ 0 h 246089"/>
                <a:gd name="connsiteX2" fmla="*/ 942236 w 942235"/>
                <a:gd name="connsiteY2" fmla="*/ 11085 h 246089"/>
                <a:gd name="connsiteX3" fmla="*/ 942236 w 942235"/>
                <a:gd name="connsiteY3" fmla="*/ 235743 h 246089"/>
                <a:gd name="connsiteX4" fmla="*/ 931151 w 942235"/>
                <a:gd name="connsiteY4" fmla="*/ 246090 h 246089"/>
                <a:gd name="connsiteX5" fmla="*/ 10346 w 942235"/>
                <a:gd name="connsiteY5" fmla="*/ 246090 h 246089"/>
                <a:gd name="connsiteX6" fmla="*/ 0 w 942235"/>
                <a:gd name="connsiteY6" fmla="*/ 235743 h 246089"/>
                <a:gd name="connsiteX7" fmla="*/ 0 w 942235"/>
                <a:gd name="connsiteY7" fmla="*/ 11085 h 246089"/>
                <a:gd name="connsiteX8" fmla="*/ 10346 w 942235"/>
                <a:gd name="connsiteY8" fmla="*/ 0 h 246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2235" h="246089">
                  <a:moveTo>
                    <a:pt x="10346" y="0"/>
                  </a:moveTo>
                  <a:lnTo>
                    <a:pt x="931151" y="0"/>
                  </a:lnTo>
                  <a:cubicBezTo>
                    <a:pt x="937802" y="0"/>
                    <a:pt x="942236" y="5173"/>
                    <a:pt x="942236" y="11085"/>
                  </a:cubicBezTo>
                  <a:lnTo>
                    <a:pt x="942236" y="235743"/>
                  </a:lnTo>
                  <a:cubicBezTo>
                    <a:pt x="942236" y="241655"/>
                    <a:pt x="937802" y="246090"/>
                    <a:pt x="931151" y="246090"/>
                  </a:cubicBezTo>
                  <a:lnTo>
                    <a:pt x="10346" y="246090"/>
                  </a:lnTo>
                  <a:cubicBezTo>
                    <a:pt x="4434" y="246090"/>
                    <a:pt x="0" y="241655"/>
                    <a:pt x="0" y="235743"/>
                  </a:cubicBezTo>
                  <a:lnTo>
                    <a:pt x="0" y="11085"/>
                  </a:lnTo>
                  <a:cubicBezTo>
                    <a:pt x="0" y="5173"/>
                    <a:pt x="4434" y="0"/>
                    <a:pt x="10346" y="0"/>
                  </a:cubicBezTo>
                  <a:close/>
                </a:path>
              </a:pathLst>
            </a:custGeom>
            <a:solidFill>
              <a:srgbClr val="7433EE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8282C1FC-1E58-EB40-7695-1D25269420A8}"/>
                </a:ext>
              </a:extLst>
            </p:cNvPr>
            <p:cNvSpPr/>
            <p:nvPr/>
          </p:nvSpPr>
          <p:spPr>
            <a:xfrm>
              <a:off x="4487297" y="5910434"/>
              <a:ext cx="328858" cy="246089"/>
            </a:xfrm>
            <a:custGeom>
              <a:avLst/>
              <a:gdLst>
                <a:gd name="connsiteX0" fmla="*/ 0 w 328858"/>
                <a:gd name="connsiteY0" fmla="*/ 0 h 246089"/>
                <a:gd name="connsiteX1" fmla="*/ 317774 w 328858"/>
                <a:gd name="connsiteY1" fmla="*/ 0 h 246089"/>
                <a:gd name="connsiteX2" fmla="*/ 328859 w 328858"/>
                <a:gd name="connsiteY2" fmla="*/ 11085 h 246089"/>
                <a:gd name="connsiteX3" fmla="*/ 328859 w 328858"/>
                <a:gd name="connsiteY3" fmla="*/ 235743 h 246089"/>
                <a:gd name="connsiteX4" fmla="*/ 317774 w 328858"/>
                <a:gd name="connsiteY4" fmla="*/ 246090 h 246089"/>
                <a:gd name="connsiteX5" fmla="*/ 0 w 328858"/>
                <a:gd name="connsiteY5" fmla="*/ 246090 h 246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8858" h="246089">
                  <a:moveTo>
                    <a:pt x="0" y="0"/>
                  </a:moveTo>
                  <a:lnTo>
                    <a:pt x="317774" y="0"/>
                  </a:lnTo>
                  <a:cubicBezTo>
                    <a:pt x="324425" y="0"/>
                    <a:pt x="328859" y="5173"/>
                    <a:pt x="328859" y="11085"/>
                  </a:cubicBezTo>
                  <a:lnTo>
                    <a:pt x="328859" y="235743"/>
                  </a:lnTo>
                  <a:cubicBezTo>
                    <a:pt x="328859" y="241655"/>
                    <a:pt x="324425" y="246090"/>
                    <a:pt x="317774" y="246090"/>
                  </a:cubicBezTo>
                  <a:lnTo>
                    <a:pt x="0" y="246090"/>
                  </a:lnTo>
                  <a:close/>
                </a:path>
              </a:pathLst>
            </a:custGeom>
            <a:solidFill>
              <a:srgbClr val="631AEC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322BCF4A-DE98-FE68-6B58-856FA7B6684C}"/>
                </a:ext>
              </a:extLst>
            </p:cNvPr>
            <p:cNvSpPr/>
            <p:nvPr/>
          </p:nvSpPr>
          <p:spPr>
            <a:xfrm>
              <a:off x="4157095" y="6011074"/>
              <a:ext cx="54416" cy="54416"/>
            </a:xfrm>
            <a:custGeom>
              <a:avLst/>
              <a:gdLst>
                <a:gd name="connsiteX0" fmla="*/ 3560 w 54416"/>
                <a:gd name="connsiteY0" fmla="*/ 13906 h 54416"/>
                <a:gd name="connsiteX1" fmla="*/ 40511 w 54416"/>
                <a:gd name="connsiteY1" fmla="*/ 3560 h 54416"/>
                <a:gd name="connsiteX2" fmla="*/ 50856 w 54416"/>
                <a:gd name="connsiteY2" fmla="*/ 40511 h 54416"/>
                <a:gd name="connsiteX3" fmla="*/ 13906 w 54416"/>
                <a:gd name="connsiteY3" fmla="*/ 50857 h 54416"/>
                <a:gd name="connsiteX4" fmla="*/ 3560 w 54416"/>
                <a:gd name="connsiteY4" fmla="*/ 13906 h 5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16" h="54416">
                  <a:moveTo>
                    <a:pt x="3560" y="13906"/>
                  </a:moveTo>
                  <a:cubicBezTo>
                    <a:pt x="11689" y="604"/>
                    <a:pt x="27947" y="-3830"/>
                    <a:pt x="40511" y="3560"/>
                  </a:cubicBezTo>
                  <a:cubicBezTo>
                    <a:pt x="53813" y="10950"/>
                    <a:pt x="58246" y="27947"/>
                    <a:pt x="50856" y="40511"/>
                  </a:cubicBezTo>
                  <a:cubicBezTo>
                    <a:pt x="43466" y="53813"/>
                    <a:pt x="26469" y="58247"/>
                    <a:pt x="13906" y="50857"/>
                  </a:cubicBezTo>
                  <a:cubicBezTo>
                    <a:pt x="604" y="42727"/>
                    <a:pt x="-3830" y="26469"/>
                    <a:pt x="3560" y="13906"/>
                  </a:cubicBezTo>
                  <a:close/>
                </a:path>
              </a:pathLst>
            </a:custGeom>
            <a:solidFill>
              <a:srgbClr val="5416C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3C41D424-735B-ACB6-0E55-530BDC96105B}"/>
                </a:ext>
              </a:extLst>
            </p:cNvPr>
            <p:cNvSpPr/>
            <p:nvPr/>
          </p:nvSpPr>
          <p:spPr>
            <a:xfrm>
              <a:off x="3971578" y="6011074"/>
              <a:ext cx="54223" cy="54416"/>
            </a:xfrm>
            <a:custGeom>
              <a:avLst/>
              <a:gdLst>
                <a:gd name="connsiteX0" fmla="*/ 3586 w 54223"/>
                <a:gd name="connsiteY0" fmla="*/ 13906 h 54416"/>
                <a:gd name="connsiteX1" fmla="*/ 40536 w 54223"/>
                <a:gd name="connsiteY1" fmla="*/ 3560 h 54416"/>
                <a:gd name="connsiteX2" fmla="*/ 50143 w 54223"/>
                <a:gd name="connsiteY2" fmla="*/ 40511 h 54416"/>
                <a:gd name="connsiteX3" fmla="*/ 13193 w 54223"/>
                <a:gd name="connsiteY3" fmla="*/ 50857 h 54416"/>
                <a:gd name="connsiteX4" fmla="*/ 3586 w 54223"/>
                <a:gd name="connsiteY4" fmla="*/ 13906 h 5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223" h="54416">
                  <a:moveTo>
                    <a:pt x="3586" y="13906"/>
                  </a:moveTo>
                  <a:cubicBezTo>
                    <a:pt x="10976" y="604"/>
                    <a:pt x="27973" y="-3830"/>
                    <a:pt x="40536" y="3560"/>
                  </a:cubicBezTo>
                  <a:cubicBezTo>
                    <a:pt x="53838" y="10950"/>
                    <a:pt x="58273" y="27947"/>
                    <a:pt x="50143" y="40511"/>
                  </a:cubicBezTo>
                  <a:cubicBezTo>
                    <a:pt x="42753" y="53813"/>
                    <a:pt x="26496" y="58247"/>
                    <a:pt x="13193" y="50857"/>
                  </a:cubicBezTo>
                  <a:cubicBezTo>
                    <a:pt x="630" y="42727"/>
                    <a:pt x="-3804" y="26469"/>
                    <a:pt x="3586" y="13906"/>
                  </a:cubicBezTo>
                  <a:close/>
                </a:path>
              </a:pathLst>
            </a:custGeom>
            <a:solidFill>
              <a:srgbClr val="5416C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E7C9534D-A17C-C24C-EC6D-13A58E405B7D}"/>
                </a:ext>
              </a:extLst>
            </p:cNvPr>
            <p:cNvSpPr/>
            <p:nvPr/>
          </p:nvSpPr>
          <p:spPr>
            <a:xfrm>
              <a:off x="4064693" y="6011074"/>
              <a:ext cx="53729" cy="54416"/>
            </a:xfrm>
            <a:custGeom>
              <a:avLst/>
              <a:gdLst>
                <a:gd name="connsiteX0" fmla="*/ 3586 w 53729"/>
                <a:gd name="connsiteY0" fmla="*/ 13906 h 54416"/>
                <a:gd name="connsiteX1" fmla="*/ 40537 w 53729"/>
                <a:gd name="connsiteY1" fmla="*/ 3560 h 54416"/>
                <a:gd name="connsiteX2" fmla="*/ 50144 w 53729"/>
                <a:gd name="connsiteY2" fmla="*/ 40511 h 54416"/>
                <a:gd name="connsiteX3" fmla="*/ 13193 w 53729"/>
                <a:gd name="connsiteY3" fmla="*/ 50857 h 54416"/>
                <a:gd name="connsiteX4" fmla="*/ 3586 w 53729"/>
                <a:gd name="connsiteY4" fmla="*/ 13906 h 5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29" h="54416">
                  <a:moveTo>
                    <a:pt x="3586" y="13906"/>
                  </a:moveTo>
                  <a:cubicBezTo>
                    <a:pt x="10976" y="604"/>
                    <a:pt x="27234" y="-3830"/>
                    <a:pt x="40537" y="3560"/>
                  </a:cubicBezTo>
                  <a:cubicBezTo>
                    <a:pt x="53099" y="10950"/>
                    <a:pt x="57534" y="27947"/>
                    <a:pt x="50144" y="40511"/>
                  </a:cubicBezTo>
                  <a:cubicBezTo>
                    <a:pt x="42753" y="53813"/>
                    <a:pt x="26495" y="58247"/>
                    <a:pt x="13193" y="50857"/>
                  </a:cubicBezTo>
                  <a:cubicBezTo>
                    <a:pt x="630" y="42727"/>
                    <a:pt x="-3804" y="26469"/>
                    <a:pt x="3586" y="13906"/>
                  </a:cubicBezTo>
                  <a:close/>
                </a:path>
              </a:pathLst>
            </a:custGeom>
            <a:solidFill>
              <a:srgbClr val="5416C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C11C6490-3797-AABA-1522-4A22034040A2}"/>
                </a:ext>
              </a:extLst>
            </p:cNvPr>
            <p:cNvSpPr/>
            <p:nvPr/>
          </p:nvSpPr>
          <p:spPr>
            <a:xfrm>
              <a:off x="3966431" y="5732467"/>
              <a:ext cx="54416" cy="54416"/>
            </a:xfrm>
            <a:custGeom>
              <a:avLst/>
              <a:gdLst>
                <a:gd name="connsiteX0" fmla="*/ 50857 w 54416"/>
                <a:gd name="connsiteY0" fmla="*/ 13906 h 54416"/>
                <a:gd name="connsiteX1" fmla="*/ 13906 w 54416"/>
                <a:gd name="connsiteY1" fmla="*/ 3560 h 54416"/>
                <a:gd name="connsiteX2" fmla="*/ 3560 w 54416"/>
                <a:gd name="connsiteY2" fmla="*/ 40510 h 54416"/>
                <a:gd name="connsiteX3" fmla="*/ 40510 w 54416"/>
                <a:gd name="connsiteY3" fmla="*/ 50857 h 54416"/>
                <a:gd name="connsiteX4" fmla="*/ 50857 w 54416"/>
                <a:gd name="connsiteY4" fmla="*/ 13906 h 5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16" h="54416">
                  <a:moveTo>
                    <a:pt x="50857" y="13906"/>
                  </a:moveTo>
                  <a:cubicBezTo>
                    <a:pt x="43467" y="604"/>
                    <a:pt x="26470" y="-3830"/>
                    <a:pt x="13906" y="3560"/>
                  </a:cubicBezTo>
                  <a:cubicBezTo>
                    <a:pt x="604" y="10950"/>
                    <a:pt x="-3830" y="27947"/>
                    <a:pt x="3560" y="40510"/>
                  </a:cubicBezTo>
                  <a:cubicBezTo>
                    <a:pt x="10950" y="53812"/>
                    <a:pt x="27948" y="58247"/>
                    <a:pt x="40510" y="50857"/>
                  </a:cubicBezTo>
                  <a:cubicBezTo>
                    <a:pt x="53813" y="43467"/>
                    <a:pt x="58247" y="26470"/>
                    <a:pt x="50857" y="13906"/>
                  </a:cubicBezTo>
                  <a:close/>
                </a:path>
              </a:pathLst>
            </a:custGeom>
            <a:solidFill>
              <a:srgbClr val="FB394B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3528A3D-9D48-D876-6642-D4EA518ACBA7}"/>
                </a:ext>
              </a:extLst>
            </p:cNvPr>
            <p:cNvSpPr/>
            <p:nvPr/>
          </p:nvSpPr>
          <p:spPr>
            <a:xfrm>
              <a:off x="4152635" y="5732467"/>
              <a:ext cx="53729" cy="54416"/>
            </a:xfrm>
            <a:custGeom>
              <a:avLst/>
              <a:gdLst>
                <a:gd name="connsiteX0" fmla="*/ 50143 w 53729"/>
                <a:gd name="connsiteY0" fmla="*/ 13906 h 54416"/>
                <a:gd name="connsiteX1" fmla="*/ 13193 w 53729"/>
                <a:gd name="connsiteY1" fmla="*/ 3560 h 54416"/>
                <a:gd name="connsiteX2" fmla="*/ 3586 w 53729"/>
                <a:gd name="connsiteY2" fmla="*/ 40510 h 54416"/>
                <a:gd name="connsiteX3" fmla="*/ 40536 w 53729"/>
                <a:gd name="connsiteY3" fmla="*/ 50857 h 54416"/>
                <a:gd name="connsiteX4" fmla="*/ 50143 w 53729"/>
                <a:gd name="connsiteY4" fmla="*/ 13906 h 5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29" h="54416">
                  <a:moveTo>
                    <a:pt x="50143" y="13906"/>
                  </a:moveTo>
                  <a:cubicBezTo>
                    <a:pt x="42753" y="604"/>
                    <a:pt x="26496" y="-3830"/>
                    <a:pt x="13193" y="3560"/>
                  </a:cubicBezTo>
                  <a:cubicBezTo>
                    <a:pt x="630" y="10950"/>
                    <a:pt x="-3804" y="27947"/>
                    <a:pt x="3586" y="40510"/>
                  </a:cubicBezTo>
                  <a:cubicBezTo>
                    <a:pt x="10976" y="53812"/>
                    <a:pt x="27234" y="58247"/>
                    <a:pt x="40536" y="50857"/>
                  </a:cubicBezTo>
                  <a:cubicBezTo>
                    <a:pt x="53100" y="43467"/>
                    <a:pt x="57534" y="26470"/>
                    <a:pt x="50143" y="13906"/>
                  </a:cubicBezTo>
                  <a:close/>
                </a:path>
              </a:pathLst>
            </a:custGeom>
            <a:solidFill>
              <a:srgbClr val="FFA000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A47882F-98CC-BB11-E12E-0E3E9CD1277D}"/>
                </a:ext>
              </a:extLst>
            </p:cNvPr>
            <p:cNvSpPr/>
            <p:nvPr/>
          </p:nvSpPr>
          <p:spPr>
            <a:xfrm>
              <a:off x="4059546" y="5732467"/>
              <a:ext cx="54416" cy="54416"/>
            </a:xfrm>
            <a:custGeom>
              <a:avLst/>
              <a:gdLst>
                <a:gd name="connsiteX0" fmla="*/ 50856 w 54416"/>
                <a:gd name="connsiteY0" fmla="*/ 13906 h 54416"/>
                <a:gd name="connsiteX1" fmla="*/ 13906 w 54416"/>
                <a:gd name="connsiteY1" fmla="*/ 3560 h 54416"/>
                <a:gd name="connsiteX2" fmla="*/ 3560 w 54416"/>
                <a:gd name="connsiteY2" fmla="*/ 40510 h 54416"/>
                <a:gd name="connsiteX3" fmla="*/ 40511 w 54416"/>
                <a:gd name="connsiteY3" fmla="*/ 50857 h 54416"/>
                <a:gd name="connsiteX4" fmla="*/ 50856 w 54416"/>
                <a:gd name="connsiteY4" fmla="*/ 13906 h 5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16" h="54416">
                  <a:moveTo>
                    <a:pt x="50856" y="13906"/>
                  </a:moveTo>
                  <a:cubicBezTo>
                    <a:pt x="42727" y="604"/>
                    <a:pt x="26469" y="-3830"/>
                    <a:pt x="13906" y="3560"/>
                  </a:cubicBezTo>
                  <a:cubicBezTo>
                    <a:pt x="604" y="10950"/>
                    <a:pt x="-3830" y="27947"/>
                    <a:pt x="3560" y="40510"/>
                  </a:cubicBezTo>
                  <a:cubicBezTo>
                    <a:pt x="10950" y="53812"/>
                    <a:pt x="27947" y="58247"/>
                    <a:pt x="40511" y="50857"/>
                  </a:cubicBezTo>
                  <a:cubicBezTo>
                    <a:pt x="53813" y="43467"/>
                    <a:pt x="58246" y="26470"/>
                    <a:pt x="50856" y="13906"/>
                  </a:cubicBezTo>
                  <a:close/>
                </a:path>
              </a:pathLst>
            </a:custGeom>
            <a:solidFill>
              <a:srgbClr val="3EA5EC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02246AE7-7F61-2475-37E9-4FD7CDB5DA13}"/>
                </a:ext>
              </a:extLst>
            </p:cNvPr>
            <p:cNvSpPr/>
            <p:nvPr/>
          </p:nvSpPr>
          <p:spPr>
            <a:xfrm>
              <a:off x="4152635" y="6006640"/>
              <a:ext cx="53729" cy="54416"/>
            </a:xfrm>
            <a:custGeom>
              <a:avLst/>
              <a:gdLst>
                <a:gd name="connsiteX0" fmla="*/ 3586 w 53729"/>
                <a:gd name="connsiteY0" fmla="*/ 13906 h 54416"/>
                <a:gd name="connsiteX1" fmla="*/ 40536 w 53729"/>
                <a:gd name="connsiteY1" fmla="*/ 3560 h 54416"/>
                <a:gd name="connsiteX2" fmla="*/ 50143 w 53729"/>
                <a:gd name="connsiteY2" fmla="*/ 40511 h 54416"/>
                <a:gd name="connsiteX3" fmla="*/ 13193 w 53729"/>
                <a:gd name="connsiteY3" fmla="*/ 50856 h 54416"/>
                <a:gd name="connsiteX4" fmla="*/ 3586 w 53729"/>
                <a:gd name="connsiteY4" fmla="*/ 13906 h 5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29" h="54416">
                  <a:moveTo>
                    <a:pt x="3586" y="13906"/>
                  </a:moveTo>
                  <a:cubicBezTo>
                    <a:pt x="10976" y="604"/>
                    <a:pt x="27234" y="-3830"/>
                    <a:pt x="40536" y="3560"/>
                  </a:cubicBezTo>
                  <a:cubicBezTo>
                    <a:pt x="53100" y="10950"/>
                    <a:pt x="57534" y="27947"/>
                    <a:pt x="50143" y="40511"/>
                  </a:cubicBezTo>
                  <a:cubicBezTo>
                    <a:pt x="42753" y="53813"/>
                    <a:pt x="26496" y="58246"/>
                    <a:pt x="13193" y="50856"/>
                  </a:cubicBezTo>
                  <a:cubicBezTo>
                    <a:pt x="630" y="43466"/>
                    <a:pt x="-3804" y="26469"/>
                    <a:pt x="3586" y="13906"/>
                  </a:cubicBezTo>
                  <a:close/>
                </a:path>
              </a:pathLst>
            </a:custGeom>
            <a:solidFill>
              <a:srgbClr val="FB394B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E540C95A-0351-C594-925A-327EEE28662A}"/>
                </a:ext>
              </a:extLst>
            </p:cNvPr>
            <p:cNvSpPr/>
            <p:nvPr/>
          </p:nvSpPr>
          <p:spPr>
            <a:xfrm>
              <a:off x="3966431" y="6006640"/>
              <a:ext cx="54416" cy="54416"/>
            </a:xfrm>
            <a:custGeom>
              <a:avLst/>
              <a:gdLst>
                <a:gd name="connsiteX0" fmla="*/ 3560 w 54416"/>
                <a:gd name="connsiteY0" fmla="*/ 13906 h 54416"/>
                <a:gd name="connsiteX1" fmla="*/ 40510 w 54416"/>
                <a:gd name="connsiteY1" fmla="*/ 3560 h 54416"/>
                <a:gd name="connsiteX2" fmla="*/ 50857 w 54416"/>
                <a:gd name="connsiteY2" fmla="*/ 40511 h 54416"/>
                <a:gd name="connsiteX3" fmla="*/ 13906 w 54416"/>
                <a:gd name="connsiteY3" fmla="*/ 50856 h 54416"/>
                <a:gd name="connsiteX4" fmla="*/ 3560 w 54416"/>
                <a:gd name="connsiteY4" fmla="*/ 13906 h 5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16" h="54416">
                  <a:moveTo>
                    <a:pt x="3560" y="13906"/>
                  </a:moveTo>
                  <a:cubicBezTo>
                    <a:pt x="10950" y="604"/>
                    <a:pt x="27948" y="-3830"/>
                    <a:pt x="40510" y="3560"/>
                  </a:cubicBezTo>
                  <a:cubicBezTo>
                    <a:pt x="53813" y="10950"/>
                    <a:pt x="58247" y="27947"/>
                    <a:pt x="50857" y="40511"/>
                  </a:cubicBezTo>
                  <a:cubicBezTo>
                    <a:pt x="43467" y="53813"/>
                    <a:pt x="26470" y="58246"/>
                    <a:pt x="13906" y="50856"/>
                  </a:cubicBezTo>
                  <a:cubicBezTo>
                    <a:pt x="604" y="43466"/>
                    <a:pt x="-3830" y="26469"/>
                    <a:pt x="3560" y="13906"/>
                  </a:cubicBezTo>
                  <a:close/>
                </a:path>
              </a:pathLst>
            </a:custGeom>
            <a:solidFill>
              <a:srgbClr val="3EA5EC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5104941B-4650-CA7F-6AA3-32FE52D805C0}"/>
                </a:ext>
              </a:extLst>
            </p:cNvPr>
            <p:cNvSpPr/>
            <p:nvPr/>
          </p:nvSpPr>
          <p:spPr>
            <a:xfrm>
              <a:off x="4059546" y="6006640"/>
              <a:ext cx="54416" cy="54416"/>
            </a:xfrm>
            <a:custGeom>
              <a:avLst/>
              <a:gdLst>
                <a:gd name="connsiteX0" fmla="*/ 3560 w 54416"/>
                <a:gd name="connsiteY0" fmla="*/ 13906 h 54416"/>
                <a:gd name="connsiteX1" fmla="*/ 40511 w 54416"/>
                <a:gd name="connsiteY1" fmla="*/ 3560 h 54416"/>
                <a:gd name="connsiteX2" fmla="*/ 50856 w 54416"/>
                <a:gd name="connsiteY2" fmla="*/ 40511 h 54416"/>
                <a:gd name="connsiteX3" fmla="*/ 13906 w 54416"/>
                <a:gd name="connsiteY3" fmla="*/ 50856 h 54416"/>
                <a:gd name="connsiteX4" fmla="*/ 3560 w 54416"/>
                <a:gd name="connsiteY4" fmla="*/ 13906 h 5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416" h="54416">
                  <a:moveTo>
                    <a:pt x="3560" y="13906"/>
                  </a:moveTo>
                  <a:cubicBezTo>
                    <a:pt x="10950" y="604"/>
                    <a:pt x="27947" y="-3830"/>
                    <a:pt x="40511" y="3560"/>
                  </a:cubicBezTo>
                  <a:cubicBezTo>
                    <a:pt x="53813" y="10950"/>
                    <a:pt x="58246" y="27947"/>
                    <a:pt x="50856" y="40511"/>
                  </a:cubicBezTo>
                  <a:cubicBezTo>
                    <a:pt x="42727" y="53813"/>
                    <a:pt x="26469" y="58246"/>
                    <a:pt x="13906" y="50856"/>
                  </a:cubicBezTo>
                  <a:cubicBezTo>
                    <a:pt x="604" y="43466"/>
                    <a:pt x="-3830" y="26469"/>
                    <a:pt x="3560" y="13906"/>
                  </a:cubicBezTo>
                  <a:close/>
                </a:path>
              </a:pathLst>
            </a:custGeom>
            <a:solidFill>
              <a:srgbClr val="FFA000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B9AF33D-83C4-E395-E936-C9E0C16BC3A5}"/>
                </a:ext>
              </a:extLst>
            </p:cNvPr>
            <p:cNvSpPr/>
            <p:nvPr/>
          </p:nvSpPr>
          <p:spPr>
            <a:xfrm>
              <a:off x="9415745" y="3676410"/>
              <a:ext cx="459662" cy="499569"/>
            </a:xfrm>
            <a:custGeom>
              <a:avLst/>
              <a:gdLst>
                <a:gd name="connsiteX0" fmla="*/ 457447 w 459662"/>
                <a:gd name="connsiteY0" fmla="*/ 150019 h 499569"/>
                <a:gd name="connsiteX1" fmla="*/ 248307 w 459662"/>
                <a:gd name="connsiteY1" fmla="*/ 489224 h 499569"/>
                <a:gd name="connsiteX2" fmla="*/ 229832 w 459662"/>
                <a:gd name="connsiteY2" fmla="*/ 499570 h 499569"/>
                <a:gd name="connsiteX3" fmla="*/ 211356 w 459662"/>
                <a:gd name="connsiteY3" fmla="*/ 489224 h 499569"/>
                <a:gd name="connsiteX4" fmla="*/ 1478 w 459662"/>
                <a:gd name="connsiteY4" fmla="*/ 150019 h 499569"/>
                <a:gd name="connsiteX5" fmla="*/ 0 w 459662"/>
                <a:gd name="connsiteY5" fmla="*/ 115285 h 499569"/>
                <a:gd name="connsiteX6" fmla="*/ 34733 w 459662"/>
                <a:gd name="connsiteY6" fmla="*/ 110851 h 499569"/>
                <a:gd name="connsiteX7" fmla="*/ 202489 w 459662"/>
                <a:gd name="connsiteY7" fmla="*/ 29560 h 499569"/>
                <a:gd name="connsiteX8" fmla="*/ 229832 w 459662"/>
                <a:gd name="connsiteY8" fmla="*/ 0 h 499569"/>
                <a:gd name="connsiteX9" fmla="*/ 257175 w 459662"/>
                <a:gd name="connsiteY9" fmla="*/ 29560 h 499569"/>
                <a:gd name="connsiteX10" fmla="*/ 424930 w 459662"/>
                <a:gd name="connsiteY10" fmla="*/ 110851 h 499569"/>
                <a:gd name="connsiteX11" fmla="*/ 459663 w 459662"/>
                <a:gd name="connsiteY11" fmla="*/ 115285 h 49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59662" h="499569">
                  <a:moveTo>
                    <a:pt x="457447" y="150019"/>
                  </a:moveTo>
                  <a:cubicBezTo>
                    <a:pt x="450056" y="291169"/>
                    <a:pt x="370982" y="419018"/>
                    <a:pt x="248307" y="489224"/>
                  </a:cubicBezTo>
                  <a:lnTo>
                    <a:pt x="229832" y="499570"/>
                  </a:lnTo>
                  <a:lnTo>
                    <a:pt x="211356" y="489224"/>
                  </a:lnTo>
                  <a:cubicBezTo>
                    <a:pt x="87942" y="419018"/>
                    <a:pt x="8868" y="291169"/>
                    <a:pt x="1478" y="150019"/>
                  </a:cubicBezTo>
                  <a:lnTo>
                    <a:pt x="0" y="115285"/>
                  </a:lnTo>
                  <a:lnTo>
                    <a:pt x="34733" y="110851"/>
                  </a:lnTo>
                  <a:cubicBezTo>
                    <a:pt x="96810" y="102722"/>
                    <a:pt x="158887" y="76118"/>
                    <a:pt x="202489" y="29560"/>
                  </a:cubicBezTo>
                  <a:lnTo>
                    <a:pt x="229832" y="0"/>
                  </a:lnTo>
                  <a:lnTo>
                    <a:pt x="257175" y="29560"/>
                  </a:lnTo>
                  <a:cubicBezTo>
                    <a:pt x="300037" y="76118"/>
                    <a:pt x="362114" y="102722"/>
                    <a:pt x="424930" y="110851"/>
                  </a:cubicBezTo>
                  <a:lnTo>
                    <a:pt x="459663" y="115285"/>
                  </a:lnTo>
                  <a:close/>
                </a:path>
              </a:pathLst>
            </a:custGeom>
            <a:solidFill>
              <a:srgbClr val="A67DF5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EDDB0D5D-2E9C-12A8-CD73-277EF8ADA5D5}"/>
                </a:ext>
              </a:extLst>
            </p:cNvPr>
            <p:cNvSpPr/>
            <p:nvPr/>
          </p:nvSpPr>
          <p:spPr>
            <a:xfrm>
              <a:off x="9417963" y="3680105"/>
              <a:ext cx="227614" cy="492918"/>
            </a:xfrm>
            <a:custGeom>
              <a:avLst/>
              <a:gdLst>
                <a:gd name="connsiteX0" fmla="*/ 227614 w 227614"/>
                <a:gd name="connsiteY0" fmla="*/ 492919 h 492918"/>
                <a:gd name="connsiteX1" fmla="*/ 209878 w 227614"/>
                <a:gd name="connsiteY1" fmla="*/ 483312 h 492918"/>
                <a:gd name="connsiteX2" fmla="*/ 2216 w 227614"/>
                <a:gd name="connsiteY2" fmla="*/ 146324 h 492918"/>
                <a:gd name="connsiteX3" fmla="*/ 0 w 227614"/>
                <a:gd name="connsiteY3" fmla="*/ 113807 h 492918"/>
                <a:gd name="connsiteX4" fmla="*/ 32516 w 227614"/>
                <a:gd name="connsiteY4" fmla="*/ 109373 h 492918"/>
                <a:gd name="connsiteX5" fmla="*/ 201749 w 227614"/>
                <a:gd name="connsiteY5" fmla="*/ 27343 h 492918"/>
                <a:gd name="connsiteX6" fmla="*/ 227614 w 227614"/>
                <a:gd name="connsiteY6" fmla="*/ 0 h 492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7614" h="492918">
                  <a:moveTo>
                    <a:pt x="227614" y="492919"/>
                  </a:moveTo>
                  <a:lnTo>
                    <a:pt x="209878" y="483312"/>
                  </a:lnTo>
                  <a:cubicBezTo>
                    <a:pt x="87941" y="413845"/>
                    <a:pt x="8868" y="286735"/>
                    <a:pt x="2216" y="146324"/>
                  </a:cubicBezTo>
                  <a:lnTo>
                    <a:pt x="0" y="113807"/>
                  </a:lnTo>
                  <a:lnTo>
                    <a:pt x="32516" y="109373"/>
                  </a:lnTo>
                  <a:cubicBezTo>
                    <a:pt x="95331" y="101983"/>
                    <a:pt x="158147" y="74640"/>
                    <a:pt x="201749" y="27343"/>
                  </a:cubicBezTo>
                  <a:lnTo>
                    <a:pt x="227614" y="0"/>
                  </a:lnTo>
                  <a:close/>
                </a:path>
              </a:pathLst>
            </a:custGeom>
            <a:solidFill>
              <a:srgbClr val="FFFF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D317D685-842E-22DF-9B6A-C37AEDA11ADC}"/>
                </a:ext>
              </a:extLst>
            </p:cNvPr>
            <p:cNvSpPr/>
            <p:nvPr/>
          </p:nvSpPr>
          <p:spPr>
            <a:xfrm>
              <a:off x="9645577" y="3680105"/>
              <a:ext cx="226876" cy="492918"/>
            </a:xfrm>
            <a:custGeom>
              <a:avLst/>
              <a:gdLst>
                <a:gd name="connsiteX0" fmla="*/ 225398 w 226876"/>
                <a:gd name="connsiteY0" fmla="*/ 146324 h 492918"/>
                <a:gd name="connsiteX1" fmla="*/ 16998 w 226876"/>
                <a:gd name="connsiteY1" fmla="*/ 483312 h 492918"/>
                <a:gd name="connsiteX2" fmla="*/ 0 w 226876"/>
                <a:gd name="connsiteY2" fmla="*/ 492919 h 492918"/>
                <a:gd name="connsiteX3" fmla="*/ 0 w 226876"/>
                <a:gd name="connsiteY3" fmla="*/ 0 h 492918"/>
                <a:gd name="connsiteX4" fmla="*/ 25126 w 226876"/>
                <a:gd name="connsiteY4" fmla="*/ 27343 h 492918"/>
                <a:gd name="connsiteX5" fmla="*/ 194360 w 226876"/>
                <a:gd name="connsiteY5" fmla="*/ 109373 h 492918"/>
                <a:gd name="connsiteX6" fmla="*/ 226876 w 226876"/>
                <a:gd name="connsiteY6" fmla="*/ 113807 h 492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6876" h="492918">
                  <a:moveTo>
                    <a:pt x="225398" y="146324"/>
                  </a:moveTo>
                  <a:cubicBezTo>
                    <a:pt x="218008" y="286735"/>
                    <a:pt x="139673" y="413845"/>
                    <a:pt x="16998" y="483312"/>
                  </a:cubicBezTo>
                  <a:lnTo>
                    <a:pt x="0" y="492919"/>
                  </a:lnTo>
                  <a:lnTo>
                    <a:pt x="0" y="0"/>
                  </a:lnTo>
                  <a:lnTo>
                    <a:pt x="25126" y="27343"/>
                  </a:lnTo>
                  <a:cubicBezTo>
                    <a:pt x="68728" y="74640"/>
                    <a:pt x="131544" y="101983"/>
                    <a:pt x="194360" y="109373"/>
                  </a:cubicBezTo>
                  <a:lnTo>
                    <a:pt x="226876" y="113807"/>
                  </a:lnTo>
                  <a:close/>
                </a:path>
              </a:pathLst>
            </a:custGeom>
            <a:solidFill>
              <a:srgbClr val="E8DFFD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E87DB2A9-0356-BE0F-3E51-3DA17986F900}"/>
                </a:ext>
              </a:extLst>
            </p:cNvPr>
            <p:cNvSpPr/>
            <p:nvPr/>
          </p:nvSpPr>
          <p:spPr>
            <a:xfrm>
              <a:off x="9454913" y="3731097"/>
              <a:ext cx="190663" cy="402020"/>
            </a:xfrm>
            <a:custGeom>
              <a:avLst/>
              <a:gdLst>
                <a:gd name="connsiteX0" fmla="*/ 190664 w 190663"/>
                <a:gd name="connsiteY0" fmla="*/ 0 h 402020"/>
                <a:gd name="connsiteX1" fmla="*/ 0 w 190663"/>
                <a:gd name="connsiteY1" fmla="*/ 93115 h 402020"/>
                <a:gd name="connsiteX2" fmla="*/ 190664 w 190663"/>
                <a:gd name="connsiteY2" fmla="*/ 402021 h 40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663" h="402020">
                  <a:moveTo>
                    <a:pt x="190664" y="0"/>
                  </a:moveTo>
                  <a:cubicBezTo>
                    <a:pt x="144846" y="49514"/>
                    <a:pt x="77596" y="83508"/>
                    <a:pt x="0" y="93115"/>
                  </a:cubicBezTo>
                  <a:cubicBezTo>
                    <a:pt x="6650" y="225398"/>
                    <a:pt x="81291" y="339944"/>
                    <a:pt x="190664" y="402021"/>
                  </a:cubicBezTo>
                  <a:close/>
                </a:path>
              </a:pathLst>
            </a:custGeom>
            <a:solidFill>
              <a:srgbClr val="7433EE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BAC45B8-6379-A21B-2045-EEB7D69BDEA7}"/>
                </a:ext>
              </a:extLst>
            </p:cNvPr>
            <p:cNvSpPr/>
            <p:nvPr/>
          </p:nvSpPr>
          <p:spPr>
            <a:xfrm>
              <a:off x="9645577" y="3731097"/>
              <a:ext cx="190664" cy="402020"/>
            </a:xfrm>
            <a:custGeom>
              <a:avLst/>
              <a:gdLst>
                <a:gd name="connsiteX0" fmla="*/ 0 w 190664"/>
                <a:gd name="connsiteY0" fmla="*/ 0 h 402020"/>
                <a:gd name="connsiteX1" fmla="*/ 190665 w 190664"/>
                <a:gd name="connsiteY1" fmla="*/ 93115 h 402020"/>
                <a:gd name="connsiteX2" fmla="*/ 0 w 190664"/>
                <a:gd name="connsiteY2" fmla="*/ 402021 h 40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664" h="402020">
                  <a:moveTo>
                    <a:pt x="0" y="0"/>
                  </a:moveTo>
                  <a:cubicBezTo>
                    <a:pt x="45079" y="49514"/>
                    <a:pt x="113069" y="83508"/>
                    <a:pt x="190665" y="93115"/>
                  </a:cubicBezTo>
                  <a:cubicBezTo>
                    <a:pt x="183275" y="225398"/>
                    <a:pt x="108635" y="339944"/>
                    <a:pt x="0" y="402021"/>
                  </a:cubicBezTo>
                  <a:close/>
                </a:path>
              </a:pathLst>
            </a:custGeom>
            <a:solidFill>
              <a:srgbClr val="4512B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DB15CBF9-7067-B72A-7683-FF0A28E90887}"/>
                </a:ext>
              </a:extLst>
            </p:cNvPr>
            <p:cNvSpPr/>
            <p:nvPr/>
          </p:nvSpPr>
          <p:spPr>
            <a:xfrm>
              <a:off x="9547070" y="3845274"/>
              <a:ext cx="206032" cy="159475"/>
            </a:xfrm>
            <a:custGeom>
              <a:avLst/>
              <a:gdLst>
                <a:gd name="connsiteX0" fmla="*/ 3914 w 206032"/>
                <a:gd name="connsiteY0" fmla="*/ 89050 h 159475"/>
                <a:gd name="connsiteX1" fmla="*/ 7609 w 206032"/>
                <a:gd name="connsiteY1" fmla="*/ 62446 h 159475"/>
                <a:gd name="connsiteX2" fmla="*/ 34213 w 206032"/>
                <a:gd name="connsiteY2" fmla="*/ 66880 h 159475"/>
                <a:gd name="connsiteX3" fmla="*/ 66730 w 206032"/>
                <a:gd name="connsiteY3" fmla="*/ 111221 h 159475"/>
                <a:gd name="connsiteX4" fmla="*/ 173146 w 206032"/>
                <a:gd name="connsiteY4" fmla="*/ 5543 h 159475"/>
                <a:gd name="connsiteX5" fmla="*/ 200490 w 206032"/>
                <a:gd name="connsiteY5" fmla="*/ 5543 h 159475"/>
                <a:gd name="connsiteX6" fmla="*/ 200490 w 206032"/>
                <a:gd name="connsiteY6" fmla="*/ 32886 h 159475"/>
                <a:gd name="connsiteX7" fmla="*/ 78554 w 206032"/>
                <a:gd name="connsiteY7" fmla="*/ 153344 h 159475"/>
                <a:gd name="connsiteX8" fmla="*/ 75598 w 206032"/>
                <a:gd name="connsiteY8" fmla="*/ 155561 h 159475"/>
                <a:gd name="connsiteX9" fmla="*/ 48994 w 206032"/>
                <a:gd name="connsiteY9" fmla="*/ 151866 h 159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6032" h="159475">
                  <a:moveTo>
                    <a:pt x="3914" y="89050"/>
                  </a:moveTo>
                  <a:cubicBezTo>
                    <a:pt x="-2737" y="80921"/>
                    <a:pt x="-521" y="69097"/>
                    <a:pt x="7609" y="62446"/>
                  </a:cubicBezTo>
                  <a:cubicBezTo>
                    <a:pt x="16477" y="56534"/>
                    <a:pt x="28301" y="58012"/>
                    <a:pt x="34213" y="66880"/>
                  </a:cubicBezTo>
                  <a:lnTo>
                    <a:pt x="66730" y="111221"/>
                  </a:lnTo>
                  <a:lnTo>
                    <a:pt x="173146" y="5543"/>
                  </a:lnTo>
                  <a:cubicBezTo>
                    <a:pt x="180537" y="-1848"/>
                    <a:pt x="193100" y="-1848"/>
                    <a:pt x="200490" y="5543"/>
                  </a:cubicBezTo>
                  <a:cubicBezTo>
                    <a:pt x="207880" y="12933"/>
                    <a:pt x="207880" y="25496"/>
                    <a:pt x="200490" y="32886"/>
                  </a:cubicBezTo>
                  <a:lnTo>
                    <a:pt x="78554" y="153344"/>
                  </a:lnTo>
                  <a:cubicBezTo>
                    <a:pt x="77593" y="154327"/>
                    <a:pt x="76558" y="155066"/>
                    <a:pt x="75598" y="155561"/>
                  </a:cubicBezTo>
                  <a:cubicBezTo>
                    <a:pt x="66730" y="162212"/>
                    <a:pt x="54905" y="159995"/>
                    <a:pt x="48994" y="151866"/>
                  </a:cubicBezTo>
                  <a:close/>
                </a:path>
              </a:pathLst>
            </a:custGeom>
            <a:solidFill>
              <a:srgbClr val="F8F9FC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3546D4A6-5221-8C5D-8845-BB875CC7C650}"/>
                </a:ext>
              </a:extLst>
            </p:cNvPr>
            <p:cNvSpPr/>
            <p:nvPr/>
          </p:nvSpPr>
          <p:spPr>
            <a:xfrm>
              <a:off x="8613232" y="3948899"/>
              <a:ext cx="139670" cy="322959"/>
            </a:xfrm>
            <a:custGeom>
              <a:avLst/>
              <a:gdLst>
                <a:gd name="connsiteX0" fmla="*/ 25815 w 139670"/>
                <a:gd name="connsiteY0" fmla="*/ 17202 h 322959"/>
                <a:gd name="connsiteX1" fmla="*/ 12513 w 139670"/>
                <a:gd name="connsiteY1" fmla="*/ 91842 h 322959"/>
                <a:gd name="connsiteX2" fmla="*/ 19164 w 139670"/>
                <a:gd name="connsiteY2" fmla="*/ 119186 h 322959"/>
                <a:gd name="connsiteX3" fmla="*/ 2906 w 139670"/>
                <a:gd name="connsiteY3" fmla="*/ 234471 h 322959"/>
                <a:gd name="connsiteX4" fmla="*/ 42073 w 139670"/>
                <a:gd name="connsiteY4" fmla="*/ 317979 h 322959"/>
                <a:gd name="connsiteX5" fmla="*/ 92326 w 139670"/>
                <a:gd name="connsiteY5" fmla="*/ 315762 h 322959"/>
                <a:gd name="connsiteX6" fmla="*/ 127798 w 139670"/>
                <a:gd name="connsiteY6" fmla="*/ 142095 h 322959"/>
                <a:gd name="connsiteX7" fmla="*/ 118930 w 139670"/>
                <a:gd name="connsiteY7" fmla="*/ 122881 h 322959"/>
                <a:gd name="connsiteX8" fmla="*/ 132233 w 139670"/>
                <a:gd name="connsiteY8" fmla="*/ 106622 h 322959"/>
                <a:gd name="connsiteX9" fmla="*/ 139623 w 139670"/>
                <a:gd name="connsiteY9" fmla="*/ 70411 h 322959"/>
                <a:gd name="connsiteX10" fmla="*/ 124842 w 139670"/>
                <a:gd name="connsiteY10" fmla="*/ 12768 h 322959"/>
                <a:gd name="connsiteX11" fmla="*/ 25815 w 139670"/>
                <a:gd name="connsiteY11" fmla="*/ 17202 h 322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9670" h="322959">
                  <a:moveTo>
                    <a:pt x="25815" y="17202"/>
                  </a:moveTo>
                  <a:cubicBezTo>
                    <a:pt x="25815" y="17202"/>
                    <a:pt x="13251" y="74106"/>
                    <a:pt x="12513" y="91842"/>
                  </a:cubicBezTo>
                  <a:cubicBezTo>
                    <a:pt x="12513" y="91842"/>
                    <a:pt x="22120" y="104405"/>
                    <a:pt x="19164" y="119186"/>
                  </a:cubicBezTo>
                  <a:cubicBezTo>
                    <a:pt x="19164" y="119186"/>
                    <a:pt x="-8919" y="184957"/>
                    <a:pt x="2906" y="234471"/>
                  </a:cubicBezTo>
                  <a:cubicBezTo>
                    <a:pt x="2906" y="234471"/>
                    <a:pt x="26554" y="298765"/>
                    <a:pt x="42073" y="317979"/>
                  </a:cubicBezTo>
                  <a:cubicBezTo>
                    <a:pt x="42073" y="317979"/>
                    <a:pt x="71633" y="330542"/>
                    <a:pt x="92326" y="315762"/>
                  </a:cubicBezTo>
                  <a:cubicBezTo>
                    <a:pt x="147013" y="275116"/>
                    <a:pt x="132233" y="187174"/>
                    <a:pt x="127798" y="142095"/>
                  </a:cubicBezTo>
                  <a:cubicBezTo>
                    <a:pt x="127798" y="142095"/>
                    <a:pt x="115974" y="128793"/>
                    <a:pt x="118930" y="122881"/>
                  </a:cubicBezTo>
                  <a:cubicBezTo>
                    <a:pt x="122625" y="116968"/>
                    <a:pt x="132233" y="106622"/>
                    <a:pt x="132233" y="106622"/>
                  </a:cubicBezTo>
                  <a:cubicBezTo>
                    <a:pt x="132233" y="106622"/>
                    <a:pt x="140361" y="82974"/>
                    <a:pt x="139623" y="70411"/>
                  </a:cubicBezTo>
                  <a:cubicBezTo>
                    <a:pt x="138883" y="58587"/>
                    <a:pt x="141100" y="27549"/>
                    <a:pt x="124842" y="12768"/>
                  </a:cubicBezTo>
                  <a:cubicBezTo>
                    <a:pt x="107845" y="-1273"/>
                    <a:pt x="65722" y="-8663"/>
                    <a:pt x="25815" y="17202"/>
                  </a:cubicBezTo>
                  <a:close/>
                </a:path>
              </a:pathLst>
            </a:custGeom>
            <a:solidFill>
              <a:srgbClr val="1A1840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9B4E1D5C-7BE7-5AE8-A209-865FBB0B78B0}"/>
                </a:ext>
              </a:extLst>
            </p:cNvPr>
            <p:cNvSpPr/>
            <p:nvPr/>
          </p:nvSpPr>
          <p:spPr>
            <a:xfrm>
              <a:off x="8504550" y="3295821"/>
              <a:ext cx="369501" cy="683615"/>
            </a:xfrm>
            <a:custGeom>
              <a:avLst/>
              <a:gdLst>
                <a:gd name="connsiteX0" fmla="*/ 201747 w 369501"/>
                <a:gd name="connsiteY0" fmla="*/ 739 h 683615"/>
                <a:gd name="connsiteX1" fmla="*/ 17733 w 369501"/>
                <a:gd name="connsiteY1" fmla="*/ 135238 h 683615"/>
                <a:gd name="connsiteX2" fmla="*/ 10343 w 369501"/>
                <a:gd name="connsiteY2" fmla="*/ 266043 h 683615"/>
                <a:gd name="connsiteX3" fmla="*/ 120456 w 369501"/>
                <a:gd name="connsiteY3" fmla="*/ 676932 h 683615"/>
                <a:gd name="connsiteX4" fmla="*/ 268996 w 369501"/>
                <a:gd name="connsiteY4" fmla="*/ 676193 h 683615"/>
                <a:gd name="connsiteX5" fmla="*/ 189923 w 369501"/>
                <a:gd name="connsiteY5" fmla="*/ 224659 h 683615"/>
                <a:gd name="connsiteX6" fmla="*/ 350287 w 369501"/>
                <a:gd name="connsiteY6" fmla="*/ 155931 h 683615"/>
                <a:gd name="connsiteX7" fmla="*/ 369501 w 369501"/>
                <a:gd name="connsiteY7" fmla="*/ 0 h 683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501" h="683615">
                  <a:moveTo>
                    <a:pt x="201747" y="739"/>
                  </a:moveTo>
                  <a:lnTo>
                    <a:pt x="17733" y="135238"/>
                  </a:lnTo>
                  <a:cubicBezTo>
                    <a:pt x="-14783" y="158887"/>
                    <a:pt x="6648" y="231310"/>
                    <a:pt x="10343" y="266043"/>
                  </a:cubicBezTo>
                  <a:cubicBezTo>
                    <a:pt x="19951" y="365070"/>
                    <a:pt x="120456" y="676932"/>
                    <a:pt x="120456" y="676932"/>
                  </a:cubicBezTo>
                  <a:cubicBezTo>
                    <a:pt x="120456" y="676932"/>
                    <a:pt x="222439" y="692451"/>
                    <a:pt x="268996" y="676193"/>
                  </a:cubicBezTo>
                  <a:cubicBezTo>
                    <a:pt x="268996" y="676193"/>
                    <a:pt x="203964" y="267521"/>
                    <a:pt x="189923" y="224659"/>
                  </a:cubicBezTo>
                  <a:cubicBezTo>
                    <a:pt x="189923" y="224659"/>
                    <a:pt x="330334" y="160365"/>
                    <a:pt x="350287" y="155931"/>
                  </a:cubicBezTo>
                  <a:lnTo>
                    <a:pt x="369501" y="0"/>
                  </a:lnTo>
                  <a:close/>
                </a:path>
              </a:pathLst>
            </a:custGeom>
            <a:solidFill>
              <a:srgbClr val="2B2468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8E2462A-FF11-A147-6A28-1A49115A561C}"/>
                </a:ext>
              </a:extLst>
            </p:cNvPr>
            <p:cNvSpPr/>
            <p:nvPr/>
          </p:nvSpPr>
          <p:spPr>
            <a:xfrm>
              <a:off x="8636830" y="3363071"/>
              <a:ext cx="229092" cy="615594"/>
            </a:xfrm>
            <a:custGeom>
              <a:avLst/>
              <a:gdLst>
                <a:gd name="connsiteX0" fmla="*/ 101245 w 229092"/>
                <a:gd name="connsiteY0" fmla="*/ 615594 h 615594"/>
                <a:gd name="connsiteX1" fmla="*/ 136717 w 229092"/>
                <a:gd name="connsiteY1" fmla="*/ 608943 h 615594"/>
                <a:gd name="connsiteX2" fmla="*/ 57643 w 229092"/>
                <a:gd name="connsiteY2" fmla="*/ 157409 h 615594"/>
                <a:gd name="connsiteX3" fmla="*/ 218008 w 229092"/>
                <a:gd name="connsiteY3" fmla="*/ 88681 h 615594"/>
                <a:gd name="connsiteX4" fmla="*/ 229093 w 229092"/>
                <a:gd name="connsiteY4" fmla="*/ 0 h 615594"/>
                <a:gd name="connsiteX5" fmla="*/ 0 w 229092"/>
                <a:gd name="connsiteY5" fmla="*/ 139673 h 615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9092" h="615594">
                  <a:moveTo>
                    <a:pt x="101245" y="615594"/>
                  </a:moveTo>
                  <a:cubicBezTo>
                    <a:pt x="114546" y="614116"/>
                    <a:pt x="127110" y="612638"/>
                    <a:pt x="136717" y="608943"/>
                  </a:cubicBezTo>
                  <a:cubicBezTo>
                    <a:pt x="136717" y="608943"/>
                    <a:pt x="71684" y="200271"/>
                    <a:pt x="57643" y="157409"/>
                  </a:cubicBezTo>
                  <a:cubicBezTo>
                    <a:pt x="57643" y="157409"/>
                    <a:pt x="198055" y="93115"/>
                    <a:pt x="218008" y="88681"/>
                  </a:cubicBezTo>
                  <a:lnTo>
                    <a:pt x="229093" y="0"/>
                  </a:lnTo>
                  <a:cubicBezTo>
                    <a:pt x="137455" y="55426"/>
                    <a:pt x="0" y="139673"/>
                    <a:pt x="0" y="139673"/>
                  </a:cubicBezTo>
                  <a:close/>
                </a:path>
              </a:pathLst>
            </a:custGeom>
            <a:solidFill>
              <a:srgbClr val="221E5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91E190D6-BFA1-0960-B250-2C185C984498}"/>
                </a:ext>
              </a:extLst>
            </p:cNvPr>
            <p:cNvSpPr/>
            <p:nvPr/>
          </p:nvSpPr>
          <p:spPr>
            <a:xfrm>
              <a:off x="9030845" y="3977003"/>
              <a:ext cx="265378" cy="278368"/>
            </a:xfrm>
            <a:custGeom>
              <a:avLst/>
              <a:gdLst>
                <a:gd name="connsiteX0" fmla="*/ 15396 w 265378"/>
                <a:gd name="connsiteY0" fmla="*/ 33439 h 278368"/>
                <a:gd name="connsiteX1" fmla="*/ 2094 w 265378"/>
                <a:gd name="connsiteY1" fmla="*/ 91082 h 278368"/>
                <a:gd name="connsiteX2" fmla="*/ 39044 w 265378"/>
                <a:gd name="connsiteY2" fmla="*/ 126555 h 278368"/>
                <a:gd name="connsiteX3" fmla="*/ 101860 w 265378"/>
                <a:gd name="connsiteY3" fmla="*/ 213758 h 278368"/>
                <a:gd name="connsiteX4" fmla="*/ 188324 w 265378"/>
                <a:gd name="connsiteY4" fmla="*/ 273617 h 278368"/>
                <a:gd name="connsiteX5" fmla="*/ 260747 w 265378"/>
                <a:gd name="connsiteY5" fmla="*/ 260315 h 278368"/>
                <a:gd name="connsiteX6" fmla="*/ 257052 w 265378"/>
                <a:gd name="connsiteY6" fmla="*/ 215236 h 278368"/>
                <a:gd name="connsiteX7" fmla="*/ 193497 w 265378"/>
                <a:gd name="connsiteY7" fmla="*/ 98472 h 278368"/>
                <a:gd name="connsiteX8" fmla="*/ 146940 w 265378"/>
                <a:gd name="connsiteY8" fmla="*/ 23832 h 278368"/>
                <a:gd name="connsiteX9" fmla="*/ 106295 w 265378"/>
                <a:gd name="connsiteY9" fmla="*/ 3879 h 278368"/>
                <a:gd name="connsiteX10" fmla="*/ 30915 w 265378"/>
                <a:gd name="connsiteY10" fmla="*/ 923 h 278368"/>
                <a:gd name="connsiteX11" fmla="*/ 15396 w 265378"/>
                <a:gd name="connsiteY11" fmla="*/ 33439 h 278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65378" h="278368">
                  <a:moveTo>
                    <a:pt x="15396" y="33439"/>
                  </a:moveTo>
                  <a:cubicBezTo>
                    <a:pt x="15396" y="33439"/>
                    <a:pt x="-6774" y="71129"/>
                    <a:pt x="2094" y="91082"/>
                  </a:cubicBezTo>
                  <a:cubicBezTo>
                    <a:pt x="10224" y="111035"/>
                    <a:pt x="39044" y="126555"/>
                    <a:pt x="39044" y="126555"/>
                  </a:cubicBezTo>
                  <a:cubicBezTo>
                    <a:pt x="39044" y="126555"/>
                    <a:pt x="56781" y="108079"/>
                    <a:pt x="101860" y="213758"/>
                  </a:cubicBezTo>
                  <a:cubicBezTo>
                    <a:pt x="101860" y="213758"/>
                    <a:pt x="100382" y="262532"/>
                    <a:pt x="188324" y="273617"/>
                  </a:cubicBezTo>
                  <a:cubicBezTo>
                    <a:pt x="188324" y="273617"/>
                    <a:pt x="230448" y="290615"/>
                    <a:pt x="260747" y="260315"/>
                  </a:cubicBezTo>
                  <a:cubicBezTo>
                    <a:pt x="260747" y="260315"/>
                    <a:pt x="273310" y="243318"/>
                    <a:pt x="257052" y="215236"/>
                  </a:cubicBezTo>
                  <a:cubicBezTo>
                    <a:pt x="257052" y="215236"/>
                    <a:pt x="203105" y="167200"/>
                    <a:pt x="193497" y="98472"/>
                  </a:cubicBezTo>
                  <a:cubicBezTo>
                    <a:pt x="193497" y="98472"/>
                    <a:pt x="184629" y="60783"/>
                    <a:pt x="146940" y="23832"/>
                  </a:cubicBezTo>
                  <a:cubicBezTo>
                    <a:pt x="146940" y="23832"/>
                    <a:pt x="118119" y="-4989"/>
                    <a:pt x="106295" y="3879"/>
                  </a:cubicBezTo>
                  <a:cubicBezTo>
                    <a:pt x="96687" y="9791"/>
                    <a:pt x="53824" y="-3511"/>
                    <a:pt x="30915" y="923"/>
                  </a:cubicBezTo>
                  <a:cubicBezTo>
                    <a:pt x="23525" y="2401"/>
                    <a:pt x="15396" y="33439"/>
                    <a:pt x="15396" y="33439"/>
                  </a:cubicBezTo>
                  <a:close/>
                </a:path>
              </a:pathLst>
            </a:custGeom>
            <a:solidFill>
              <a:srgbClr val="1A1840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1A9AA78B-D47F-EAD1-10D1-DC1F4D256224}"/>
                </a:ext>
              </a:extLst>
            </p:cNvPr>
            <p:cNvSpPr/>
            <p:nvPr/>
          </p:nvSpPr>
          <p:spPr>
            <a:xfrm>
              <a:off x="8846709" y="3295821"/>
              <a:ext cx="403042" cy="721903"/>
            </a:xfrm>
            <a:custGeom>
              <a:avLst/>
              <a:gdLst>
                <a:gd name="connsiteX0" fmla="*/ 8129 w 403042"/>
                <a:gd name="connsiteY0" fmla="*/ 155931 h 721903"/>
                <a:gd name="connsiteX1" fmla="*/ 214313 w 403042"/>
                <a:gd name="connsiteY1" fmla="*/ 230571 h 721903"/>
                <a:gd name="connsiteX2" fmla="*/ 193620 w 403042"/>
                <a:gd name="connsiteY2" fmla="*/ 679149 h 721903"/>
                <a:gd name="connsiteX3" fmla="*/ 352507 w 403042"/>
                <a:gd name="connsiteY3" fmla="*/ 718316 h 721903"/>
                <a:gd name="connsiteX4" fmla="*/ 390936 w 403042"/>
                <a:gd name="connsiteY4" fmla="*/ 248307 h 721903"/>
                <a:gd name="connsiteX5" fmla="*/ 384284 w 403042"/>
                <a:gd name="connsiteY5" fmla="*/ 142629 h 721903"/>
                <a:gd name="connsiteX6" fmla="*/ 213574 w 403042"/>
                <a:gd name="connsiteY6" fmla="*/ 25865 h 721903"/>
                <a:gd name="connsiteX7" fmla="*/ 27343 w 403042"/>
                <a:gd name="connsiteY7" fmla="*/ 0 h 721903"/>
                <a:gd name="connsiteX8" fmla="*/ 0 w 403042"/>
                <a:gd name="connsiteY8" fmla="*/ 99766 h 721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3042" h="721903">
                  <a:moveTo>
                    <a:pt x="8129" y="155931"/>
                  </a:moveTo>
                  <a:lnTo>
                    <a:pt x="214313" y="230571"/>
                  </a:lnTo>
                  <a:cubicBezTo>
                    <a:pt x="214313" y="230571"/>
                    <a:pt x="178840" y="365070"/>
                    <a:pt x="193620" y="679149"/>
                  </a:cubicBezTo>
                  <a:cubicBezTo>
                    <a:pt x="197315" y="690973"/>
                    <a:pt x="280823" y="734575"/>
                    <a:pt x="352507" y="718316"/>
                  </a:cubicBezTo>
                  <a:cubicBezTo>
                    <a:pt x="352507" y="718316"/>
                    <a:pt x="372461" y="372460"/>
                    <a:pt x="390936" y="248307"/>
                  </a:cubicBezTo>
                  <a:cubicBezTo>
                    <a:pt x="396847" y="210617"/>
                    <a:pt x="418279" y="175145"/>
                    <a:pt x="384284" y="142629"/>
                  </a:cubicBezTo>
                  <a:cubicBezTo>
                    <a:pt x="362114" y="121197"/>
                    <a:pt x="213574" y="25865"/>
                    <a:pt x="213574" y="25865"/>
                  </a:cubicBezTo>
                  <a:lnTo>
                    <a:pt x="27343" y="0"/>
                  </a:lnTo>
                  <a:lnTo>
                    <a:pt x="0" y="99766"/>
                  </a:lnTo>
                  <a:close/>
                </a:path>
              </a:pathLst>
            </a:custGeom>
            <a:solidFill>
              <a:srgbClr val="2B2468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803BC328-6717-073D-6FAB-A23EB9662207}"/>
                </a:ext>
              </a:extLst>
            </p:cNvPr>
            <p:cNvSpPr/>
            <p:nvPr/>
          </p:nvSpPr>
          <p:spPr>
            <a:xfrm>
              <a:off x="8846709" y="3379329"/>
              <a:ext cx="260870" cy="620028"/>
            </a:xfrm>
            <a:custGeom>
              <a:avLst/>
              <a:gdLst>
                <a:gd name="connsiteX0" fmla="*/ 8129 w 260870"/>
                <a:gd name="connsiteY0" fmla="*/ 72423 h 620028"/>
                <a:gd name="connsiteX1" fmla="*/ 214313 w 260870"/>
                <a:gd name="connsiteY1" fmla="*/ 147063 h 620028"/>
                <a:gd name="connsiteX2" fmla="*/ 193620 w 260870"/>
                <a:gd name="connsiteY2" fmla="*/ 595641 h 620028"/>
                <a:gd name="connsiteX3" fmla="*/ 232049 w 260870"/>
                <a:gd name="connsiteY3" fmla="*/ 620028 h 620028"/>
                <a:gd name="connsiteX4" fmla="*/ 260870 w 260870"/>
                <a:gd name="connsiteY4" fmla="*/ 107156 h 620028"/>
                <a:gd name="connsiteX5" fmla="*/ 4434 w 260870"/>
                <a:gd name="connsiteY5" fmla="*/ 0 h 620028"/>
                <a:gd name="connsiteX6" fmla="*/ 0 w 260870"/>
                <a:gd name="connsiteY6" fmla="*/ 16258 h 62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0870" h="620028">
                  <a:moveTo>
                    <a:pt x="8129" y="72423"/>
                  </a:moveTo>
                  <a:lnTo>
                    <a:pt x="214313" y="147063"/>
                  </a:lnTo>
                  <a:cubicBezTo>
                    <a:pt x="214313" y="147063"/>
                    <a:pt x="178840" y="281562"/>
                    <a:pt x="193620" y="595641"/>
                  </a:cubicBezTo>
                  <a:cubicBezTo>
                    <a:pt x="195098" y="600814"/>
                    <a:pt x="209879" y="611160"/>
                    <a:pt x="232049" y="620028"/>
                  </a:cubicBezTo>
                  <a:lnTo>
                    <a:pt x="260870" y="107156"/>
                  </a:lnTo>
                  <a:cubicBezTo>
                    <a:pt x="260870" y="107156"/>
                    <a:pt x="102722" y="40645"/>
                    <a:pt x="4434" y="0"/>
                  </a:cubicBezTo>
                  <a:lnTo>
                    <a:pt x="0" y="16258"/>
                  </a:lnTo>
                  <a:close/>
                </a:path>
              </a:pathLst>
            </a:custGeom>
            <a:solidFill>
              <a:srgbClr val="221E5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5C27C056-7621-75CE-3A52-48958F77E34D}"/>
                </a:ext>
              </a:extLst>
            </p:cNvPr>
            <p:cNvSpPr/>
            <p:nvPr/>
          </p:nvSpPr>
          <p:spPr>
            <a:xfrm>
              <a:off x="8613007" y="2730457"/>
              <a:ext cx="462071" cy="624484"/>
            </a:xfrm>
            <a:custGeom>
              <a:avLst/>
              <a:gdLst>
                <a:gd name="connsiteX0" fmla="*/ 30474 w 462071"/>
                <a:gd name="connsiteY0" fmla="*/ 68750 h 624484"/>
                <a:gd name="connsiteX1" fmla="*/ 59296 w 462071"/>
                <a:gd name="connsiteY1" fmla="*/ 458207 h 624484"/>
                <a:gd name="connsiteX2" fmla="*/ 64468 w 462071"/>
                <a:gd name="connsiteY2" fmla="*/ 474465 h 624484"/>
                <a:gd name="connsiteX3" fmla="*/ 58557 w 462071"/>
                <a:gd name="connsiteY3" fmla="*/ 503287 h 624484"/>
                <a:gd name="connsiteX4" fmla="*/ 76292 w 462071"/>
                <a:gd name="connsiteY4" fmla="*/ 582361 h 624484"/>
                <a:gd name="connsiteX5" fmla="*/ 132458 w 462071"/>
                <a:gd name="connsiteY5" fmla="*/ 612660 h 624484"/>
                <a:gd name="connsiteX6" fmla="*/ 139848 w 462071"/>
                <a:gd name="connsiteY6" fmla="*/ 620050 h 624484"/>
                <a:gd name="connsiteX7" fmla="*/ 183449 w 462071"/>
                <a:gd name="connsiteY7" fmla="*/ 621528 h 624484"/>
                <a:gd name="connsiteX8" fmla="*/ 218182 w 462071"/>
                <a:gd name="connsiteY8" fmla="*/ 624484 h 624484"/>
                <a:gd name="connsiteX9" fmla="*/ 238874 w 462071"/>
                <a:gd name="connsiteY9" fmla="*/ 623745 h 624484"/>
                <a:gd name="connsiteX10" fmla="*/ 260306 w 462071"/>
                <a:gd name="connsiteY10" fmla="*/ 624484 h 624484"/>
                <a:gd name="connsiteX11" fmla="*/ 294300 w 462071"/>
                <a:gd name="connsiteY11" fmla="*/ 621528 h 624484"/>
                <a:gd name="connsiteX12" fmla="*/ 337901 w 462071"/>
                <a:gd name="connsiteY12" fmla="*/ 620050 h 624484"/>
                <a:gd name="connsiteX13" fmla="*/ 345292 w 462071"/>
                <a:gd name="connsiteY13" fmla="*/ 612660 h 624484"/>
                <a:gd name="connsiteX14" fmla="*/ 401456 w 462071"/>
                <a:gd name="connsiteY14" fmla="*/ 582361 h 624484"/>
                <a:gd name="connsiteX15" fmla="*/ 419192 w 462071"/>
                <a:gd name="connsiteY15" fmla="*/ 503287 h 624484"/>
                <a:gd name="connsiteX16" fmla="*/ 413281 w 462071"/>
                <a:gd name="connsiteY16" fmla="*/ 474465 h 624484"/>
                <a:gd name="connsiteX17" fmla="*/ 419192 w 462071"/>
                <a:gd name="connsiteY17" fmla="*/ 458207 h 624484"/>
                <a:gd name="connsiteX18" fmla="*/ 427321 w 462071"/>
                <a:gd name="connsiteY18" fmla="*/ 68750 h 624484"/>
                <a:gd name="connsiteX19" fmla="*/ 304646 w 462071"/>
                <a:gd name="connsiteY19" fmla="*/ 14063 h 624484"/>
                <a:gd name="connsiteX20" fmla="*/ 238874 w 462071"/>
                <a:gd name="connsiteY20" fmla="*/ 761 h 624484"/>
                <a:gd name="connsiteX21" fmla="*/ 173103 w 462071"/>
                <a:gd name="connsiteY21" fmla="*/ 14063 h 624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62071" h="624484">
                  <a:moveTo>
                    <a:pt x="30474" y="68750"/>
                  </a:moveTo>
                  <a:cubicBezTo>
                    <a:pt x="-17561" y="90920"/>
                    <a:pt x="-9433" y="194381"/>
                    <a:pt x="59296" y="458207"/>
                  </a:cubicBezTo>
                  <a:cubicBezTo>
                    <a:pt x="59296" y="458207"/>
                    <a:pt x="60773" y="464858"/>
                    <a:pt x="64468" y="474465"/>
                  </a:cubicBezTo>
                  <a:cubicBezTo>
                    <a:pt x="62473" y="484812"/>
                    <a:pt x="60551" y="494419"/>
                    <a:pt x="58557" y="503287"/>
                  </a:cubicBezTo>
                  <a:cubicBezTo>
                    <a:pt x="45993" y="556495"/>
                    <a:pt x="69642" y="570537"/>
                    <a:pt x="76292" y="582361"/>
                  </a:cubicBezTo>
                  <a:cubicBezTo>
                    <a:pt x="84422" y="596402"/>
                    <a:pt x="107331" y="606009"/>
                    <a:pt x="132458" y="612660"/>
                  </a:cubicBezTo>
                  <a:cubicBezTo>
                    <a:pt x="134896" y="615121"/>
                    <a:pt x="137408" y="617589"/>
                    <a:pt x="139848" y="620050"/>
                  </a:cubicBezTo>
                  <a:lnTo>
                    <a:pt x="183449" y="621528"/>
                  </a:lnTo>
                  <a:cubicBezTo>
                    <a:pt x="203402" y="623745"/>
                    <a:pt x="218182" y="624484"/>
                    <a:pt x="218182" y="624484"/>
                  </a:cubicBezTo>
                  <a:lnTo>
                    <a:pt x="238874" y="623745"/>
                  </a:lnTo>
                  <a:lnTo>
                    <a:pt x="260306" y="624484"/>
                  </a:lnTo>
                  <a:cubicBezTo>
                    <a:pt x="260306" y="624484"/>
                    <a:pt x="274347" y="623745"/>
                    <a:pt x="294300" y="621528"/>
                  </a:cubicBezTo>
                  <a:lnTo>
                    <a:pt x="337901" y="620050"/>
                  </a:lnTo>
                  <a:cubicBezTo>
                    <a:pt x="340341" y="617589"/>
                    <a:pt x="342853" y="615121"/>
                    <a:pt x="345292" y="612660"/>
                  </a:cubicBezTo>
                  <a:cubicBezTo>
                    <a:pt x="370418" y="606009"/>
                    <a:pt x="393327" y="596402"/>
                    <a:pt x="401456" y="582361"/>
                  </a:cubicBezTo>
                  <a:cubicBezTo>
                    <a:pt x="408107" y="570537"/>
                    <a:pt x="431756" y="556495"/>
                    <a:pt x="419192" y="503287"/>
                  </a:cubicBezTo>
                  <a:cubicBezTo>
                    <a:pt x="417197" y="494419"/>
                    <a:pt x="415275" y="484812"/>
                    <a:pt x="413281" y="474465"/>
                  </a:cubicBezTo>
                  <a:cubicBezTo>
                    <a:pt x="416976" y="464858"/>
                    <a:pt x="419192" y="458207"/>
                    <a:pt x="419192" y="458207"/>
                  </a:cubicBezTo>
                  <a:cubicBezTo>
                    <a:pt x="465750" y="203249"/>
                    <a:pt x="482747" y="102744"/>
                    <a:pt x="427321" y="68750"/>
                  </a:cubicBezTo>
                  <a:lnTo>
                    <a:pt x="304646" y="14063"/>
                  </a:lnTo>
                  <a:cubicBezTo>
                    <a:pt x="278042" y="3717"/>
                    <a:pt x="249220" y="-2195"/>
                    <a:pt x="238874" y="761"/>
                  </a:cubicBezTo>
                  <a:cubicBezTo>
                    <a:pt x="228529" y="-2195"/>
                    <a:pt x="199707" y="3717"/>
                    <a:pt x="173103" y="14063"/>
                  </a:cubicBezTo>
                  <a:close/>
                </a:path>
              </a:pathLst>
            </a:custGeom>
            <a:solidFill>
              <a:srgbClr val="FB394B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A7A18D7-615D-2A41-981F-2C36B14096DA}"/>
                </a:ext>
              </a:extLst>
            </p:cNvPr>
            <p:cNvSpPr/>
            <p:nvPr/>
          </p:nvSpPr>
          <p:spPr>
            <a:xfrm>
              <a:off x="9006770" y="2794034"/>
              <a:ext cx="69252" cy="257175"/>
            </a:xfrm>
            <a:custGeom>
              <a:avLst/>
              <a:gdLst>
                <a:gd name="connsiteX0" fmla="*/ 49818 w 69252"/>
                <a:gd name="connsiteY0" fmla="*/ 257175 h 257175"/>
                <a:gd name="connsiteX1" fmla="*/ 21735 w 69252"/>
                <a:gd name="connsiteY1" fmla="*/ 0 h 257175"/>
                <a:gd name="connsiteX2" fmla="*/ 49818 w 69252"/>
                <a:gd name="connsiteY2" fmla="*/ 257175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252" h="257175">
                  <a:moveTo>
                    <a:pt x="49818" y="257175"/>
                  </a:moveTo>
                  <a:cubicBezTo>
                    <a:pt x="58685" y="202488"/>
                    <a:pt x="101548" y="4434"/>
                    <a:pt x="21735" y="0"/>
                  </a:cubicBezTo>
                  <a:cubicBezTo>
                    <a:pt x="-435" y="45819"/>
                    <a:pt x="-23345" y="148541"/>
                    <a:pt x="49818" y="257175"/>
                  </a:cubicBezTo>
                  <a:close/>
                </a:path>
              </a:pathLst>
            </a:custGeom>
            <a:solidFill>
              <a:srgbClr val="221E5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3C72A6E-5C79-0896-7F61-FD180F1DA3E7}"/>
                </a:ext>
              </a:extLst>
            </p:cNvPr>
            <p:cNvSpPr/>
            <p:nvPr/>
          </p:nvSpPr>
          <p:spPr>
            <a:xfrm>
              <a:off x="8603196" y="2795440"/>
              <a:ext cx="73984" cy="249118"/>
            </a:xfrm>
            <a:custGeom>
              <a:avLst/>
              <a:gdLst>
                <a:gd name="connsiteX0" fmla="*/ 33634 w 73984"/>
                <a:gd name="connsiteY0" fmla="*/ 249119 h 249118"/>
                <a:gd name="connsiteX1" fmla="*/ 49153 w 73984"/>
                <a:gd name="connsiteY1" fmla="*/ 73 h 249118"/>
                <a:gd name="connsiteX2" fmla="*/ 33634 w 73984"/>
                <a:gd name="connsiteY2" fmla="*/ 249119 h 249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3984" h="249118">
                  <a:moveTo>
                    <a:pt x="33634" y="249119"/>
                  </a:moveTo>
                  <a:cubicBezTo>
                    <a:pt x="98667" y="140484"/>
                    <a:pt x="70584" y="39979"/>
                    <a:pt x="49153" y="73"/>
                  </a:cubicBezTo>
                  <a:cubicBezTo>
                    <a:pt x="-1099" y="-3623"/>
                    <a:pt x="-23269" y="134572"/>
                    <a:pt x="33634" y="249119"/>
                  </a:cubicBezTo>
                  <a:close/>
                </a:path>
              </a:pathLst>
            </a:custGeom>
            <a:solidFill>
              <a:srgbClr val="221E5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2670C53-34C6-D9F7-687B-12305CBAFDAB}"/>
                </a:ext>
              </a:extLst>
            </p:cNvPr>
            <p:cNvSpPr/>
            <p:nvPr/>
          </p:nvSpPr>
          <p:spPr>
            <a:xfrm>
              <a:off x="8471183" y="2808075"/>
              <a:ext cx="258761" cy="559429"/>
            </a:xfrm>
            <a:custGeom>
              <a:avLst/>
              <a:gdLst>
                <a:gd name="connsiteX0" fmla="*/ 162690 w 258761"/>
                <a:gd name="connsiteY0" fmla="*/ 0 h 559429"/>
                <a:gd name="connsiteX1" fmla="*/ 3065 w 258761"/>
                <a:gd name="connsiteY1" fmla="*/ 346595 h 559429"/>
                <a:gd name="connsiteX2" fmla="*/ 164169 w 258761"/>
                <a:gd name="connsiteY2" fmla="*/ 559429 h 559429"/>
                <a:gd name="connsiteX3" fmla="*/ 258762 w 258761"/>
                <a:gd name="connsiteY3" fmla="*/ 538737 h 559429"/>
                <a:gd name="connsiteX4" fmla="*/ 102831 w 258761"/>
                <a:gd name="connsiteY4" fmla="*/ 298559 h 559429"/>
                <a:gd name="connsiteX5" fmla="*/ 172298 w 258761"/>
                <a:gd name="connsiteY5" fmla="*/ 184013 h 559429"/>
                <a:gd name="connsiteX6" fmla="*/ 162690 w 258761"/>
                <a:gd name="connsiteY6" fmla="*/ 0 h 55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8761" h="559429">
                  <a:moveTo>
                    <a:pt x="162690" y="0"/>
                  </a:moveTo>
                  <a:cubicBezTo>
                    <a:pt x="83617" y="18475"/>
                    <a:pt x="-19106" y="282301"/>
                    <a:pt x="3065" y="346595"/>
                  </a:cubicBezTo>
                  <a:cubicBezTo>
                    <a:pt x="3065" y="346595"/>
                    <a:pt x="103570" y="502526"/>
                    <a:pt x="164169" y="559429"/>
                  </a:cubicBezTo>
                  <a:lnTo>
                    <a:pt x="258762" y="538737"/>
                  </a:lnTo>
                  <a:cubicBezTo>
                    <a:pt x="258762" y="538737"/>
                    <a:pt x="173037" y="345117"/>
                    <a:pt x="102831" y="298559"/>
                  </a:cubicBezTo>
                  <a:cubicBezTo>
                    <a:pt x="102831" y="298559"/>
                    <a:pt x="164908" y="221703"/>
                    <a:pt x="172298" y="184013"/>
                  </a:cubicBezTo>
                  <a:cubicBezTo>
                    <a:pt x="186339" y="172928"/>
                    <a:pt x="192990" y="9607"/>
                    <a:pt x="162690" y="0"/>
                  </a:cubicBezTo>
                  <a:close/>
                </a:path>
              </a:pathLst>
            </a:custGeom>
            <a:solidFill>
              <a:srgbClr val="FFFF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0C109514-C90D-3459-5184-E4C73FD6BE14}"/>
                </a:ext>
              </a:extLst>
            </p:cNvPr>
            <p:cNvSpPr/>
            <p:nvPr/>
          </p:nvSpPr>
          <p:spPr>
            <a:xfrm>
              <a:off x="8743248" y="2730457"/>
              <a:ext cx="208461" cy="123458"/>
            </a:xfrm>
            <a:custGeom>
              <a:avLst/>
              <a:gdLst>
                <a:gd name="connsiteX0" fmla="*/ 208400 w 208461"/>
                <a:gd name="connsiteY0" fmla="*/ 29582 h 123458"/>
                <a:gd name="connsiteX1" fmla="*/ 208400 w 208461"/>
                <a:gd name="connsiteY1" fmla="*/ 31799 h 123458"/>
                <a:gd name="connsiteX2" fmla="*/ 191403 w 208461"/>
                <a:gd name="connsiteY2" fmla="*/ 82052 h 123458"/>
                <a:gd name="connsiteX3" fmla="*/ 103461 w 208461"/>
                <a:gd name="connsiteY3" fmla="*/ 123436 h 123458"/>
                <a:gd name="connsiteX4" fmla="*/ 0 w 208461"/>
                <a:gd name="connsiteY4" fmla="*/ 31799 h 123458"/>
                <a:gd name="connsiteX5" fmla="*/ 0 w 208461"/>
                <a:gd name="connsiteY5" fmla="*/ 30321 h 123458"/>
                <a:gd name="connsiteX6" fmla="*/ 42863 w 208461"/>
                <a:gd name="connsiteY6" fmla="*/ 14063 h 123458"/>
                <a:gd name="connsiteX7" fmla="*/ 108634 w 208461"/>
                <a:gd name="connsiteY7" fmla="*/ 761 h 123458"/>
                <a:gd name="connsiteX8" fmla="*/ 174406 w 208461"/>
                <a:gd name="connsiteY8" fmla="*/ 14063 h 12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8461" h="123458">
                  <a:moveTo>
                    <a:pt x="208400" y="29582"/>
                  </a:moveTo>
                  <a:lnTo>
                    <a:pt x="208400" y="31799"/>
                  </a:lnTo>
                  <a:cubicBezTo>
                    <a:pt x="209140" y="50274"/>
                    <a:pt x="203227" y="67272"/>
                    <a:pt x="191403" y="82052"/>
                  </a:cubicBezTo>
                  <a:cubicBezTo>
                    <a:pt x="171450" y="106439"/>
                    <a:pt x="137455" y="124175"/>
                    <a:pt x="103461" y="123436"/>
                  </a:cubicBezTo>
                  <a:cubicBezTo>
                    <a:pt x="52469" y="122697"/>
                    <a:pt x="1478" y="87225"/>
                    <a:pt x="0" y="31799"/>
                  </a:cubicBezTo>
                  <a:lnTo>
                    <a:pt x="0" y="30321"/>
                  </a:lnTo>
                  <a:lnTo>
                    <a:pt x="42863" y="14063"/>
                  </a:lnTo>
                  <a:cubicBezTo>
                    <a:pt x="69467" y="3717"/>
                    <a:pt x="98289" y="-2195"/>
                    <a:pt x="108634" y="761"/>
                  </a:cubicBezTo>
                  <a:cubicBezTo>
                    <a:pt x="118980" y="-2195"/>
                    <a:pt x="147802" y="3717"/>
                    <a:pt x="174406" y="14063"/>
                  </a:cubicBezTo>
                  <a:close/>
                </a:path>
              </a:pathLst>
            </a:custGeom>
            <a:solidFill>
              <a:srgbClr val="221E5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1CB68656-D92D-7C72-4377-C868142B3955}"/>
                </a:ext>
              </a:extLst>
            </p:cNvPr>
            <p:cNvSpPr/>
            <p:nvPr/>
          </p:nvSpPr>
          <p:spPr>
            <a:xfrm>
              <a:off x="8764679" y="2681705"/>
              <a:ext cx="166279" cy="145401"/>
            </a:xfrm>
            <a:custGeom>
              <a:avLst/>
              <a:gdLst>
                <a:gd name="connsiteX0" fmla="*/ 7390 w 166279"/>
                <a:gd name="connsiteY0" fmla="*/ 23648 h 145401"/>
                <a:gd name="connsiteX1" fmla="*/ 0 w 166279"/>
                <a:gd name="connsiteY1" fmla="*/ 80552 h 145401"/>
                <a:gd name="connsiteX2" fmla="*/ 166277 w 166279"/>
                <a:gd name="connsiteY2" fmla="*/ 80552 h 145401"/>
                <a:gd name="connsiteX3" fmla="*/ 158148 w 166279"/>
                <a:gd name="connsiteY3" fmla="*/ 23648 h 145401"/>
                <a:gd name="connsiteX4" fmla="*/ 84986 w 166279"/>
                <a:gd name="connsiteY4" fmla="*/ 739 h 145401"/>
                <a:gd name="connsiteX5" fmla="*/ 84986 w 166279"/>
                <a:gd name="connsiteY5" fmla="*/ 0 h 145401"/>
                <a:gd name="connsiteX6" fmla="*/ 82769 w 166279"/>
                <a:gd name="connsiteY6" fmla="*/ 739 h 145401"/>
                <a:gd name="connsiteX7" fmla="*/ 81291 w 166279"/>
                <a:gd name="connsiteY7" fmla="*/ 0 h 145401"/>
                <a:gd name="connsiteX8" fmla="*/ 81291 w 166279"/>
                <a:gd name="connsiteY8" fmla="*/ 739 h 145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279" h="145401">
                  <a:moveTo>
                    <a:pt x="7390" y="23648"/>
                  </a:moveTo>
                  <a:cubicBezTo>
                    <a:pt x="7390" y="23648"/>
                    <a:pt x="24387" y="56904"/>
                    <a:pt x="0" y="80552"/>
                  </a:cubicBezTo>
                  <a:cubicBezTo>
                    <a:pt x="2216" y="166277"/>
                    <a:pt x="167016" y="167755"/>
                    <a:pt x="166277" y="80552"/>
                  </a:cubicBezTo>
                  <a:cubicBezTo>
                    <a:pt x="141889" y="56904"/>
                    <a:pt x="158148" y="23648"/>
                    <a:pt x="158148" y="23648"/>
                  </a:cubicBezTo>
                  <a:lnTo>
                    <a:pt x="84986" y="739"/>
                  </a:lnTo>
                  <a:lnTo>
                    <a:pt x="84986" y="0"/>
                  </a:lnTo>
                  <a:lnTo>
                    <a:pt x="82769" y="739"/>
                  </a:lnTo>
                  <a:lnTo>
                    <a:pt x="81291" y="0"/>
                  </a:lnTo>
                  <a:lnTo>
                    <a:pt x="81291" y="739"/>
                  </a:lnTo>
                  <a:close/>
                </a:path>
              </a:pathLst>
            </a:custGeom>
            <a:solidFill>
              <a:srgbClr val="FDCB90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885EDBFB-26E8-1C5E-CD55-82E48E07D679}"/>
                </a:ext>
              </a:extLst>
            </p:cNvPr>
            <p:cNvSpPr/>
            <p:nvPr/>
          </p:nvSpPr>
          <p:spPr>
            <a:xfrm>
              <a:off x="8953126" y="2805119"/>
              <a:ext cx="258761" cy="559429"/>
            </a:xfrm>
            <a:custGeom>
              <a:avLst/>
              <a:gdLst>
                <a:gd name="connsiteX0" fmla="*/ 96071 w 258761"/>
                <a:gd name="connsiteY0" fmla="*/ 0 h 559429"/>
                <a:gd name="connsiteX1" fmla="*/ 255697 w 258761"/>
                <a:gd name="connsiteY1" fmla="*/ 346595 h 559429"/>
                <a:gd name="connsiteX2" fmla="*/ 93854 w 258761"/>
                <a:gd name="connsiteY2" fmla="*/ 559430 h 559429"/>
                <a:gd name="connsiteX3" fmla="*/ 0 w 258761"/>
                <a:gd name="connsiteY3" fmla="*/ 539476 h 559429"/>
                <a:gd name="connsiteX4" fmla="*/ 155931 w 258761"/>
                <a:gd name="connsiteY4" fmla="*/ 298560 h 559429"/>
                <a:gd name="connsiteX5" fmla="*/ 89420 w 258761"/>
                <a:gd name="connsiteY5" fmla="*/ 186230 h 559429"/>
                <a:gd name="connsiteX6" fmla="*/ 96071 w 258761"/>
                <a:gd name="connsiteY6" fmla="*/ 0 h 55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8761" h="559429">
                  <a:moveTo>
                    <a:pt x="96071" y="0"/>
                  </a:moveTo>
                  <a:cubicBezTo>
                    <a:pt x="175145" y="18475"/>
                    <a:pt x="277867" y="283040"/>
                    <a:pt x="255697" y="346595"/>
                  </a:cubicBezTo>
                  <a:cubicBezTo>
                    <a:pt x="255697" y="346595"/>
                    <a:pt x="155192" y="502526"/>
                    <a:pt x="93854" y="559430"/>
                  </a:cubicBezTo>
                  <a:lnTo>
                    <a:pt x="0" y="539476"/>
                  </a:lnTo>
                  <a:cubicBezTo>
                    <a:pt x="0" y="539476"/>
                    <a:pt x="85725" y="345117"/>
                    <a:pt x="155931" y="298560"/>
                  </a:cubicBezTo>
                  <a:cubicBezTo>
                    <a:pt x="155931" y="298560"/>
                    <a:pt x="97549" y="223920"/>
                    <a:pt x="89420" y="186230"/>
                  </a:cubicBezTo>
                  <a:cubicBezTo>
                    <a:pt x="76117" y="175884"/>
                    <a:pt x="65772" y="9607"/>
                    <a:pt x="96071" y="0"/>
                  </a:cubicBezTo>
                  <a:close/>
                </a:path>
              </a:pathLst>
            </a:custGeom>
            <a:solidFill>
              <a:srgbClr val="FFFF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C6EE7220-E7D0-A9E2-1DC1-2A95BD14666D}"/>
                </a:ext>
              </a:extLst>
            </p:cNvPr>
            <p:cNvSpPr/>
            <p:nvPr/>
          </p:nvSpPr>
          <p:spPr>
            <a:xfrm>
              <a:off x="8550993" y="3047514"/>
              <a:ext cx="609901" cy="352507"/>
            </a:xfrm>
            <a:custGeom>
              <a:avLst/>
              <a:gdLst>
                <a:gd name="connsiteX0" fmla="*/ 26717 w 609901"/>
                <a:gd name="connsiteY0" fmla="*/ 0 h 352507"/>
                <a:gd name="connsiteX1" fmla="*/ 582452 w 609901"/>
                <a:gd name="connsiteY1" fmla="*/ 0 h 352507"/>
                <a:gd name="connsiteX2" fmla="*/ 609795 w 609901"/>
                <a:gd name="connsiteY2" fmla="*/ 27343 h 352507"/>
                <a:gd name="connsiteX3" fmla="*/ 569888 w 609901"/>
                <a:gd name="connsiteY3" fmla="*/ 326642 h 352507"/>
                <a:gd name="connsiteX4" fmla="*/ 543284 w 609901"/>
                <a:gd name="connsiteY4" fmla="*/ 352507 h 352507"/>
                <a:gd name="connsiteX5" fmla="*/ 58494 w 609901"/>
                <a:gd name="connsiteY5" fmla="*/ 352507 h 352507"/>
                <a:gd name="connsiteX6" fmla="*/ 31890 w 609901"/>
                <a:gd name="connsiteY6" fmla="*/ 326642 h 352507"/>
                <a:gd name="connsiteX7" fmla="*/ 113 w 609901"/>
                <a:gd name="connsiteY7" fmla="*/ 27343 h 352507"/>
                <a:gd name="connsiteX8" fmla="*/ 26717 w 609901"/>
                <a:gd name="connsiteY8" fmla="*/ 0 h 352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9901" h="352507">
                  <a:moveTo>
                    <a:pt x="26717" y="0"/>
                  </a:moveTo>
                  <a:lnTo>
                    <a:pt x="582452" y="0"/>
                  </a:lnTo>
                  <a:cubicBezTo>
                    <a:pt x="597232" y="0"/>
                    <a:pt x="611272" y="12563"/>
                    <a:pt x="609795" y="27343"/>
                  </a:cubicBezTo>
                  <a:lnTo>
                    <a:pt x="569888" y="326642"/>
                  </a:lnTo>
                  <a:cubicBezTo>
                    <a:pt x="568410" y="340683"/>
                    <a:pt x="558064" y="352507"/>
                    <a:pt x="543284" y="352507"/>
                  </a:cubicBezTo>
                  <a:lnTo>
                    <a:pt x="58494" y="352507"/>
                  </a:lnTo>
                  <a:cubicBezTo>
                    <a:pt x="43714" y="352507"/>
                    <a:pt x="33368" y="340683"/>
                    <a:pt x="31890" y="326642"/>
                  </a:cubicBezTo>
                  <a:lnTo>
                    <a:pt x="113" y="27343"/>
                  </a:lnTo>
                  <a:cubicBezTo>
                    <a:pt x="-1365" y="12563"/>
                    <a:pt x="11936" y="0"/>
                    <a:pt x="26717" y="0"/>
                  </a:cubicBezTo>
                  <a:close/>
                </a:path>
              </a:pathLst>
            </a:custGeom>
            <a:solidFill>
              <a:srgbClr val="1369B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4A7758A-CED5-5A3F-A1F5-FB8B39D8C942}"/>
                </a:ext>
              </a:extLst>
            </p:cNvPr>
            <p:cNvSpPr/>
            <p:nvPr/>
          </p:nvSpPr>
          <p:spPr>
            <a:xfrm>
              <a:off x="8555504" y="3052687"/>
              <a:ext cx="600243" cy="342899"/>
            </a:xfrm>
            <a:custGeom>
              <a:avLst/>
              <a:gdLst>
                <a:gd name="connsiteX0" fmla="*/ 22205 w 600243"/>
                <a:gd name="connsiteY0" fmla="*/ 0 h 342899"/>
                <a:gd name="connsiteX1" fmla="*/ 577940 w 600243"/>
                <a:gd name="connsiteY1" fmla="*/ 0 h 342899"/>
                <a:gd name="connsiteX2" fmla="*/ 600111 w 600243"/>
                <a:gd name="connsiteY2" fmla="*/ 21431 h 342899"/>
                <a:gd name="connsiteX3" fmla="*/ 560943 w 600243"/>
                <a:gd name="connsiteY3" fmla="*/ 320730 h 342899"/>
                <a:gd name="connsiteX4" fmla="*/ 538772 w 600243"/>
                <a:gd name="connsiteY4" fmla="*/ 342900 h 342899"/>
                <a:gd name="connsiteX5" fmla="*/ 53983 w 600243"/>
                <a:gd name="connsiteY5" fmla="*/ 342900 h 342899"/>
                <a:gd name="connsiteX6" fmla="*/ 31813 w 600243"/>
                <a:gd name="connsiteY6" fmla="*/ 320730 h 342899"/>
                <a:gd name="connsiteX7" fmla="*/ 35 w 600243"/>
                <a:gd name="connsiteY7" fmla="*/ 21431 h 342899"/>
                <a:gd name="connsiteX8" fmla="*/ 22205 w 600243"/>
                <a:gd name="connsiteY8" fmla="*/ 0 h 342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0243" h="342899">
                  <a:moveTo>
                    <a:pt x="22205" y="0"/>
                  </a:moveTo>
                  <a:lnTo>
                    <a:pt x="577940" y="0"/>
                  </a:lnTo>
                  <a:cubicBezTo>
                    <a:pt x="590503" y="0"/>
                    <a:pt x="601588" y="9607"/>
                    <a:pt x="600111" y="21431"/>
                  </a:cubicBezTo>
                  <a:lnTo>
                    <a:pt x="560943" y="320730"/>
                  </a:lnTo>
                  <a:cubicBezTo>
                    <a:pt x="558725" y="332554"/>
                    <a:pt x="550596" y="342900"/>
                    <a:pt x="538772" y="342900"/>
                  </a:cubicBezTo>
                  <a:lnTo>
                    <a:pt x="53983" y="342900"/>
                  </a:lnTo>
                  <a:cubicBezTo>
                    <a:pt x="42159" y="342900"/>
                    <a:pt x="33290" y="332554"/>
                    <a:pt x="31813" y="320730"/>
                  </a:cubicBezTo>
                  <a:lnTo>
                    <a:pt x="35" y="21431"/>
                  </a:lnTo>
                  <a:cubicBezTo>
                    <a:pt x="-704" y="9607"/>
                    <a:pt x="10381" y="0"/>
                    <a:pt x="22205" y="0"/>
                  </a:cubicBezTo>
                  <a:close/>
                </a:path>
              </a:pathLst>
            </a:custGeom>
            <a:solidFill>
              <a:srgbClr val="3EA5EC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6919FA2-2E31-7820-4B1C-054E619FC6F4}"/>
                </a:ext>
              </a:extLst>
            </p:cNvPr>
            <p:cNvSpPr/>
            <p:nvPr/>
          </p:nvSpPr>
          <p:spPr>
            <a:xfrm>
              <a:off x="8712293" y="2593390"/>
              <a:ext cx="63798" cy="80559"/>
            </a:xfrm>
            <a:custGeom>
              <a:avLst/>
              <a:gdLst>
                <a:gd name="connsiteX0" fmla="*/ 14696 w 63798"/>
                <a:gd name="connsiteY0" fmla="*/ 1851 h 80559"/>
                <a:gd name="connsiteX1" fmla="*/ 59037 w 63798"/>
                <a:gd name="connsiteY1" fmla="*/ 28455 h 80559"/>
                <a:gd name="connsiteX2" fmla="*/ 49429 w 63798"/>
                <a:gd name="connsiteY2" fmla="*/ 78708 h 80559"/>
                <a:gd name="connsiteX3" fmla="*/ 5089 w 63798"/>
                <a:gd name="connsiteY3" fmla="*/ 52104 h 80559"/>
                <a:gd name="connsiteX4" fmla="*/ 14696 w 63798"/>
                <a:gd name="connsiteY4" fmla="*/ 1851 h 80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98" h="80559">
                  <a:moveTo>
                    <a:pt x="14696" y="1851"/>
                  </a:moveTo>
                  <a:cubicBezTo>
                    <a:pt x="29477" y="-4800"/>
                    <a:pt x="49429" y="7024"/>
                    <a:pt x="59037" y="28455"/>
                  </a:cubicBezTo>
                  <a:cubicBezTo>
                    <a:pt x="67905" y="49148"/>
                    <a:pt x="64210" y="72057"/>
                    <a:pt x="49429" y="78708"/>
                  </a:cubicBezTo>
                  <a:cubicBezTo>
                    <a:pt x="34649" y="85359"/>
                    <a:pt x="14696" y="73535"/>
                    <a:pt x="5089" y="52104"/>
                  </a:cubicBezTo>
                  <a:cubicBezTo>
                    <a:pt x="-4519" y="31412"/>
                    <a:pt x="-84" y="8502"/>
                    <a:pt x="14696" y="1851"/>
                  </a:cubicBezTo>
                  <a:close/>
                </a:path>
              </a:pathLst>
            </a:custGeom>
            <a:solidFill>
              <a:srgbClr val="FCBE72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2A36BBB-C741-B9CC-55FA-278F94C81575}"/>
                </a:ext>
              </a:extLst>
            </p:cNvPr>
            <p:cNvSpPr/>
            <p:nvPr/>
          </p:nvSpPr>
          <p:spPr>
            <a:xfrm>
              <a:off x="8924202" y="2588956"/>
              <a:ext cx="63759" cy="80559"/>
            </a:xfrm>
            <a:custGeom>
              <a:avLst/>
              <a:gdLst>
                <a:gd name="connsiteX0" fmla="*/ 48877 w 63759"/>
                <a:gd name="connsiteY0" fmla="*/ 1851 h 80559"/>
                <a:gd name="connsiteX1" fmla="*/ 5275 w 63759"/>
                <a:gd name="connsiteY1" fmla="*/ 28456 h 80559"/>
                <a:gd name="connsiteX2" fmla="*/ 14883 w 63759"/>
                <a:gd name="connsiteY2" fmla="*/ 78708 h 80559"/>
                <a:gd name="connsiteX3" fmla="*/ 58484 w 63759"/>
                <a:gd name="connsiteY3" fmla="*/ 52104 h 80559"/>
                <a:gd name="connsiteX4" fmla="*/ 48877 w 63759"/>
                <a:gd name="connsiteY4" fmla="*/ 1851 h 80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59" h="80559">
                  <a:moveTo>
                    <a:pt x="48877" y="1851"/>
                  </a:moveTo>
                  <a:cubicBezTo>
                    <a:pt x="34097" y="-4800"/>
                    <a:pt x="14883" y="7024"/>
                    <a:pt x="5275" y="28456"/>
                  </a:cubicBezTo>
                  <a:cubicBezTo>
                    <a:pt x="-4331" y="49148"/>
                    <a:pt x="-636" y="72057"/>
                    <a:pt x="14883" y="78708"/>
                  </a:cubicBezTo>
                  <a:cubicBezTo>
                    <a:pt x="29663" y="85359"/>
                    <a:pt x="48877" y="73535"/>
                    <a:pt x="58484" y="52104"/>
                  </a:cubicBezTo>
                  <a:cubicBezTo>
                    <a:pt x="68091" y="31412"/>
                    <a:pt x="64396" y="8502"/>
                    <a:pt x="48877" y="1851"/>
                  </a:cubicBezTo>
                  <a:close/>
                </a:path>
              </a:pathLst>
            </a:custGeom>
            <a:solidFill>
              <a:srgbClr val="FCBE72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4F35CDEB-A1C2-14DA-93AD-6E5F2AC7880A}"/>
                </a:ext>
              </a:extLst>
            </p:cNvPr>
            <p:cNvSpPr/>
            <p:nvPr/>
          </p:nvSpPr>
          <p:spPr>
            <a:xfrm>
              <a:off x="8711008" y="2419726"/>
              <a:ext cx="272963" cy="352174"/>
            </a:xfrm>
            <a:custGeom>
              <a:avLst/>
              <a:gdLst>
                <a:gd name="connsiteX0" fmla="*/ 18198 w 272963"/>
                <a:gd name="connsiteY0" fmla="*/ 185861 h 352174"/>
                <a:gd name="connsiteX1" fmla="*/ 45542 w 272963"/>
                <a:gd name="connsiteY1" fmla="*/ 288583 h 352174"/>
                <a:gd name="connsiteX2" fmla="*/ 136440 w 272963"/>
                <a:gd name="connsiteY2" fmla="*/ 352138 h 352174"/>
                <a:gd name="connsiteX3" fmla="*/ 231033 w 272963"/>
                <a:gd name="connsiteY3" fmla="*/ 288583 h 352174"/>
                <a:gd name="connsiteX4" fmla="*/ 257637 w 272963"/>
                <a:gd name="connsiteY4" fmla="*/ 185861 h 352174"/>
                <a:gd name="connsiteX5" fmla="*/ 266505 w 272963"/>
                <a:gd name="connsiteY5" fmla="*/ 74270 h 352174"/>
                <a:gd name="connsiteX6" fmla="*/ 170434 w 272963"/>
                <a:gd name="connsiteY6" fmla="*/ 5543 h 352174"/>
                <a:gd name="connsiteX7" fmla="*/ 105402 w 272963"/>
                <a:gd name="connsiteY7" fmla="*/ 5543 h 352174"/>
                <a:gd name="connsiteX8" fmla="*/ 10808 w 272963"/>
                <a:gd name="connsiteY8" fmla="*/ 74270 h 352174"/>
                <a:gd name="connsiteX9" fmla="*/ 18198 w 272963"/>
                <a:gd name="connsiteY9" fmla="*/ 185861 h 352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2963" h="352174">
                  <a:moveTo>
                    <a:pt x="18198" y="185861"/>
                  </a:moveTo>
                  <a:cubicBezTo>
                    <a:pt x="18198" y="185861"/>
                    <a:pt x="29284" y="256806"/>
                    <a:pt x="45542" y="288583"/>
                  </a:cubicBezTo>
                  <a:cubicBezTo>
                    <a:pt x="53671" y="310014"/>
                    <a:pt x="114270" y="353616"/>
                    <a:pt x="136440" y="352138"/>
                  </a:cubicBezTo>
                  <a:cubicBezTo>
                    <a:pt x="166000" y="349921"/>
                    <a:pt x="217731" y="319621"/>
                    <a:pt x="231033" y="288583"/>
                  </a:cubicBezTo>
                  <a:cubicBezTo>
                    <a:pt x="246552" y="256806"/>
                    <a:pt x="257637" y="185861"/>
                    <a:pt x="257637" y="185861"/>
                  </a:cubicBezTo>
                  <a:cubicBezTo>
                    <a:pt x="275374" y="147432"/>
                    <a:pt x="276852" y="131174"/>
                    <a:pt x="266505" y="74270"/>
                  </a:cubicBezTo>
                  <a:cubicBezTo>
                    <a:pt x="266505" y="15889"/>
                    <a:pt x="170434" y="5543"/>
                    <a:pt x="170434" y="5543"/>
                  </a:cubicBezTo>
                  <a:cubicBezTo>
                    <a:pt x="146786" y="-1848"/>
                    <a:pt x="129050" y="-1848"/>
                    <a:pt x="105402" y="5543"/>
                  </a:cubicBezTo>
                  <a:cubicBezTo>
                    <a:pt x="105402" y="5543"/>
                    <a:pt x="10808" y="15889"/>
                    <a:pt x="10808" y="74270"/>
                  </a:cubicBezTo>
                  <a:cubicBezTo>
                    <a:pt x="-8406" y="134130"/>
                    <a:pt x="462" y="147432"/>
                    <a:pt x="18198" y="185861"/>
                  </a:cubicBezTo>
                  <a:close/>
                </a:path>
              </a:pathLst>
            </a:custGeom>
            <a:solidFill>
              <a:srgbClr val="FDDDB6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CC58F29-C6D3-A60B-8F37-5DDC7CB0F6EF}"/>
                </a:ext>
              </a:extLst>
            </p:cNvPr>
            <p:cNvSpPr/>
            <p:nvPr/>
          </p:nvSpPr>
          <p:spPr>
            <a:xfrm>
              <a:off x="8680674" y="2387929"/>
              <a:ext cx="334397" cy="246397"/>
            </a:xfrm>
            <a:custGeom>
              <a:avLst/>
              <a:gdLst>
                <a:gd name="connsiteX0" fmla="*/ 52966 w 334397"/>
                <a:gd name="connsiteY0" fmla="*/ 160015 h 246397"/>
                <a:gd name="connsiteX1" fmla="*/ 52966 w 334397"/>
                <a:gd name="connsiteY1" fmla="*/ 245001 h 246397"/>
                <a:gd name="connsiteX2" fmla="*/ 49271 w 334397"/>
                <a:gd name="connsiteY2" fmla="*/ 245001 h 246397"/>
                <a:gd name="connsiteX3" fmla="*/ 26362 w 334397"/>
                <a:gd name="connsiteY3" fmla="*/ 170362 h 246397"/>
                <a:gd name="connsiteX4" fmla="*/ 21189 w 334397"/>
                <a:gd name="connsiteY4" fmla="*/ 92766 h 246397"/>
                <a:gd name="connsiteX5" fmla="*/ 86961 w 334397"/>
                <a:gd name="connsiteY5" fmla="*/ 25516 h 246397"/>
                <a:gd name="connsiteX6" fmla="*/ 159383 w 334397"/>
                <a:gd name="connsiteY6" fmla="*/ 22560 h 246397"/>
                <a:gd name="connsiteX7" fmla="*/ 225894 w 334397"/>
                <a:gd name="connsiteY7" fmla="*/ 16648 h 246397"/>
                <a:gd name="connsiteX8" fmla="*/ 285754 w 334397"/>
                <a:gd name="connsiteY8" fmla="*/ 63205 h 246397"/>
                <a:gd name="connsiteX9" fmla="*/ 333050 w 334397"/>
                <a:gd name="connsiteY9" fmla="*/ 118631 h 246397"/>
                <a:gd name="connsiteX10" fmla="*/ 309403 w 334397"/>
                <a:gd name="connsiteY10" fmla="*/ 160015 h 246397"/>
                <a:gd name="connsiteX11" fmla="*/ 287971 w 334397"/>
                <a:gd name="connsiteY11" fmla="*/ 245740 h 246397"/>
                <a:gd name="connsiteX12" fmla="*/ 282059 w 334397"/>
                <a:gd name="connsiteY12" fmla="*/ 245740 h 246397"/>
                <a:gd name="connsiteX13" fmla="*/ 283537 w 334397"/>
                <a:gd name="connsiteY13" fmla="*/ 164450 h 246397"/>
                <a:gd name="connsiteX14" fmla="*/ 204463 w 334397"/>
                <a:gd name="connsiteY14" fmla="*/ 155581 h 246397"/>
                <a:gd name="connsiteX15" fmla="*/ 118738 w 334397"/>
                <a:gd name="connsiteY15" fmla="*/ 155581 h 246397"/>
                <a:gd name="connsiteX16" fmla="*/ 52966 w 334397"/>
                <a:gd name="connsiteY16" fmla="*/ 160015 h 246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4397" h="246397">
                  <a:moveTo>
                    <a:pt x="52966" y="160015"/>
                  </a:moveTo>
                  <a:lnTo>
                    <a:pt x="52966" y="245001"/>
                  </a:lnTo>
                  <a:lnTo>
                    <a:pt x="49271" y="245001"/>
                  </a:lnTo>
                  <a:cubicBezTo>
                    <a:pt x="49271" y="245001"/>
                    <a:pt x="27840" y="183664"/>
                    <a:pt x="26362" y="170362"/>
                  </a:cubicBezTo>
                  <a:cubicBezTo>
                    <a:pt x="15277" y="174796"/>
                    <a:pt x="-23890" y="119370"/>
                    <a:pt x="21189" y="92766"/>
                  </a:cubicBezTo>
                  <a:cubicBezTo>
                    <a:pt x="13799" y="83159"/>
                    <a:pt x="35231" y="-1827"/>
                    <a:pt x="86961" y="25516"/>
                  </a:cubicBezTo>
                  <a:cubicBezTo>
                    <a:pt x="86961" y="19604"/>
                    <a:pt x="119477" y="-26954"/>
                    <a:pt x="159383" y="22560"/>
                  </a:cubicBezTo>
                  <a:cubicBezTo>
                    <a:pt x="160122" y="15909"/>
                    <a:pt x="195595" y="-14391"/>
                    <a:pt x="225894" y="16648"/>
                  </a:cubicBezTo>
                  <a:cubicBezTo>
                    <a:pt x="229589" y="12953"/>
                    <a:pt x="286493" y="9997"/>
                    <a:pt x="285754" y="63205"/>
                  </a:cubicBezTo>
                  <a:cubicBezTo>
                    <a:pt x="290927" y="58771"/>
                    <a:pt x="343397" y="63205"/>
                    <a:pt x="333050" y="118631"/>
                  </a:cubicBezTo>
                  <a:cubicBezTo>
                    <a:pt x="334529" y="123804"/>
                    <a:pt x="333050" y="150408"/>
                    <a:pt x="309403" y="160015"/>
                  </a:cubicBezTo>
                  <a:cubicBezTo>
                    <a:pt x="302012" y="189576"/>
                    <a:pt x="287971" y="243523"/>
                    <a:pt x="287971" y="245740"/>
                  </a:cubicBezTo>
                  <a:cubicBezTo>
                    <a:pt x="287971" y="247218"/>
                    <a:pt x="282059" y="245740"/>
                    <a:pt x="282059" y="245740"/>
                  </a:cubicBezTo>
                  <a:lnTo>
                    <a:pt x="283537" y="164450"/>
                  </a:lnTo>
                  <a:cubicBezTo>
                    <a:pt x="268757" y="174057"/>
                    <a:pt x="231807" y="179969"/>
                    <a:pt x="204463" y="155581"/>
                  </a:cubicBezTo>
                  <a:cubicBezTo>
                    <a:pt x="200029" y="164450"/>
                    <a:pt x="146821" y="183664"/>
                    <a:pt x="118738" y="155581"/>
                  </a:cubicBezTo>
                  <a:cubicBezTo>
                    <a:pt x="114304" y="162232"/>
                    <a:pt x="76615" y="182925"/>
                    <a:pt x="52966" y="160015"/>
                  </a:cubicBezTo>
                  <a:close/>
                </a:path>
              </a:pathLst>
            </a:custGeom>
            <a:solidFill>
              <a:srgbClr val="221E5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F25300AE-0B26-3540-A76C-25C7C6885D3D}"/>
                </a:ext>
              </a:extLst>
            </p:cNvPr>
            <p:cNvSpPr/>
            <p:nvPr/>
          </p:nvSpPr>
          <p:spPr>
            <a:xfrm>
              <a:off x="8734142" y="2634408"/>
              <a:ext cx="233262" cy="166252"/>
            </a:xfrm>
            <a:custGeom>
              <a:avLst/>
              <a:gdLst>
                <a:gd name="connsiteX0" fmla="*/ 4671 w 233262"/>
                <a:gd name="connsiteY0" fmla="*/ 8129 h 166252"/>
                <a:gd name="connsiteX1" fmla="*/ 50489 w 233262"/>
                <a:gd name="connsiteY1" fmla="*/ 38428 h 166252"/>
                <a:gd name="connsiteX2" fmla="*/ 80050 w 233262"/>
                <a:gd name="connsiteY2" fmla="*/ 28821 h 166252"/>
                <a:gd name="connsiteX3" fmla="*/ 117000 w 233262"/>
                <a:gd name="connsiteY3" fmla="*/ 31038 h 166252"/>
                <a:gd name="connsiteX4" fmla="*/ 153212 w 233262"/>
                <a:gd name="connsiteY4" fmla="*/ 28821 h 166252"/>
                <a:gd name="connsiteX5" fmla="*/ 182772 w 233262"/>
                <a:gd name="connsiteY5" fmla="*/ 38428 h 166252"/>
                <a:gd name="connsiteX6" fmla="*/ 227851 w 233262"/>
                <a:gd name="connsiteY6" fmla="*/ 4434 h 166252"/>
                <a:gd name="connsiteX7" fmla="*/ 233025 w 233262"/>
                <a:gd name="connsiteY7" fmla="*/ 0 h 166252"/>
                <a:gd name="connsiteX8" fmla="*/ 228590 w 233262"/>
                <a:gd name="connsiteY8" fmla="*/ 33994 h 166252"/>
                <a:gd name="connsiteX9" fmla="*/ 208637 w 233262"/>
                <a:gd name="connsiteY9" fmla="*/ 79074 h 166252"/>
                <a:gd name="connsiteX10" fmla="*/ 187206 w 233262"/>
                <a:gd name="connsiteY10" fmla="*/ 129327 h 166252"/>
                <a:gd name="connsiteX11" fmla="*/ 156907 w 233262"/>
                <a:gd name="connsiteY11" fmla="*/ 152236 h 166252"/>
                <a:gd name="connsiteX12" fmla="*/ 117000 w 233262"/>
                <a:gd name="connsiteY12" fmla="*/ 164060 h 166252"/>
                <a:gd name="connsiteX13" fmla="*/ 76355 w 233262"/>
                <a:gd name="connsiteY13" fmla="*/ 152236 h 166252"/>
                <a:gd name="connsiteX14" fmla="*/ 46056 w 233262"/>
                <a:gd name="connsiteY14" fmla="*/ 129327 h 166252"/>
                <a:gd name="connsiteX15" fmla="*/ 24624 w 233262"/>
                <a:gd name="connsiteY15" fmla="*/ 79074 h 166252"/>
                <a:gd name="connsiteX16" fmla="*/ 4671 w 233262"/>
                <a:gd name="connsiteY16" fmla="*/ 33994 h 166252"/>
                <a:gd name="connsiteX17" fmla="*/ 237 w 233262"/>
                <a:gd name="connsiteY17" fmla="*/ 0 h 166252"/>
                <a:gd name="connsiteX18" fmla="*/ 85223 w 233262"/>
                <a:gd name="connsiteY18" fmla="*/ 74640 h 166252"/>
                <a:gd name="connsiteX19" fmla="*/ 116261 w 233262"/>
                <a:gd name="connsiteY19" fmla="*/ 79813 h 166252"/>
                <a:gd name="connsiteX20" fmla="*/ 147299 w 233262"/>
                <a:gd name="connsiteY20" fmla="*/ 74640 h 166252"/>
                <a:gd name="connsiteX21" fmla="*/ 159863 w 233262"/>
                <a:gd name="connsiteY21" fmla="*/ 56904 h 166252"/>
                <a:gd name="connsiteX22" fmla="*/ 73398 w 233262"/>
                <a:gd name="connsiteY22" fmla="*/ 56904 h 166252"/>
                <a:gd name="connsiteX23" fmla="*/ 85223 w 233262"/>
                <a:gd name="connsiteY23" fmla="*/ 74640 h 166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3262" h="166252">
                  <a:moveTo>
                    <a:pt x="4671" y="8129"/>
                  </a:moveTo>
                  <a:cubicBezTo>
                    <a:pt x="6888" y="16258"/>
                    <a:pt x="25363" y="40645"/>
                    <a:pt x="50489" y="38428"/>
                  </a:cubicBezTo>
                  <a:cubicBezTo>
                    <a:pt x="50489" y="36211"/>
                    <a:pt x="68226" y="25126"/>
                    <a:pt x="80050" y="28821"/>
                  </a:cubicBezTo>
                  <a:cubicBezTo>
                    <a:pt x="79311" y="27343"/>
                    <a:pt x="97047" y="13302"/>
                    <a:pt x="117000" y="31038"/>
                  </a:cubicBezTo>
                  <a:cubicBezTo>
                    <a:pt x="133998" y="11085"/>
                    <a:pt x="153951" y="26604"/>
                    <a:pt x="153212" y="28821"/>
                  </a:cubicBezTo>
                  <a:cubicBezTo>
                    <a:pt x="165036" y="25126"/>
                    <a:pt x="182772" y="33994"/>
                    <a:pt x="182772" y="38428"/>
                  </a:cubicBezTo>
                  <a:cubicBezTo>
                    <a:pt x="209376" y="40645"/>
                    <a:pt x="227113" y="14041"/>
                    <a:pt x="227851" y="4434"/>
                  </a:cubicBezTo>
                  <a:lnTo>
                    <a:pt x="233025" y="0"/>
                  </a:lnTo>
                  <a:cubicBezTo>
                    <a:pt x="234503" y="22909"/>
                    <a:pt x="228590" y="33994"/>
                    <a:pt x="228590" y="33994"/>
                  </a:cubicBezTo>
                  <a:cubicBezTo>
                    <a:pt x="229330" y="62816"/>
                    <a:pt x="208637" y="79074"/>
                    <a:pt x="208637" y="79074"/>
                  </a:cubicBezTo>
                  <a:cubicBezTo>
                    <a:pt x="220461" y="104200"/>
                    <a:pt x="195335" y="127848"/>
                    <a:pt x="187206" y="129327"/>
                  </a:cubicBezTo>
                  <a:cubicBezTo>
                    <a:pt x="179077" y="155931"/>
                    <a:pt x="156907" y="152236"/>
                    <a:pt x="156907" y="152236"/>
                  </a:cubicBezTo>
                  <a:cubicBezTo>
                    <a:pt x="143604" y="168494"/>
                    <a:pt x="127346" y="167755"/>
                    <a:pt x="117000" y="164060"/>
                  </a:cubicBezTo>
                  <a:cubicBezTo>
                    <a:pt x="105915" y="167755"/>
                    <a:pt x="89657" y="168494"/>
                    <a:pt x="76355" y="152236"/>
                  </a:cubicBezTo>
                  <a:cubicBezTo>
                    <a:pt x="76355" y="152236"/>
                    <a:pt x="54184" y="155931"/>
                    <a:pt x="46056" y="129327"/>
                  </a:cubicBezTo>
                  <a:cubicBezTo>
                    <a:pt x="37927" y="127848"/>
                    <a:pt x="12800" y="104200"/>
                    <a:pt x="24624" y="79074"/>
                  </a:cubicBezTo>
                  <a:cubicBezTo>
                    <a:pt x="24624" y="79074"/>
                    <a:pt x="3932" y="62816"/>
                    <a:pt x="4671" y="33994"/>
                  </a:cubicBezTo>
                  <a:cubicBezTo>
                    <a:pt x="4671" y="33994"/>
                    <a:pt x="-1241" y="22909"/>
                    <a:pt x="237" y="0"/>
                  </a:cubicBezTo>
                  <a:close/>
                  <a:moveTo>
                    <a:pt x="85223" y="74640"/>
                  </a:moveTo>
                  <a:cubicBezTo>
                    <a:pt x="85223" y="74640"/>
                    <a:pt x="98525" y="79074"/>
                    <a:pt x="116261" y="79813"/>
                  </a:cubicBezTo>
                  <a:cubicBezTo>
                    <a:pt x="134737" y="79074"/>
                    <a:pt x="147299" y="74640"/>
                    <a:pt x="147299" y="74640"/>
                  </a:cubicBezTo>
                  <a:cubicBezTo>
                    <a:pt x="161341" y="66511"/>
                    <a:pt x="159863" y="56904"/>
                    <a:pt x="159863" y="56904"/>
                  </a:cubicBezTo>
                  <a:cubicBezTo>
                    <a:pt x="144344" y="63555"/>
                    <a:pt x="88179" y="63555"/>
                    <a:pt x="73398" y="56904"/>
                  </a:cubicBezTo>
                  <a:cubicBezTo>
                    <a:pt x="73398" y="56904"/>
                    <a:pt x="71921" y="66511"/>
                    <a:pt x="85223" y="74640"/>
                  </a:cubicBezTo>
                  <a:close/>
                </a:path>
              </a:pathLst>
            </a:custGeom>
            <a:solidFill>
              <a:srgbClr val="221E5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1E8E794-9137-80A7-256A-A6A46CD921AA}"/>
                </a:ext>
              </a:extLst>
            </p:cNvPr>
            <p:cNvSpPr/>
            <p:nvPr/>
          </p:nvSpPr>
          <p:spPr>
            <a:xfrm>
              <a:off x="4519813" y="3315035"/>
              <a:ext cx="3643312" cy="1488363"/>
            </a:xfrm>
            <a:custGeom>
              <a:avLst/>
              <a:gdLst>
                <a:gd name="connsiteX0" fmla="*/ 2930169 w 3643312"/>
                <a:gd name="connsiteY0" fmla="*/ 614855 h 1488363"/>
                <a:gd name="connsiteX1" fmla="*/ 2930169 w 3643312"/>
                <a:gd name="connsiteY1" fmla="*/ 913415 h 1488363"/>
                <a:gd name="connsiteX2" fmla="*/ 2912433 w 3643312"/>
                <a:gd name="connsiteY2" fmla="*/ 930412 h 1488363"/>
                <a:gd name="connsiteX3" fmla="*/ 2893958 w 3643312"/>
                <a:gd name="connsiteY3" fmla="*/ 930412 h 1488363"/>
                <a:gd name="connsiteX4" fmla="*/ 2405473 w 3643312"/>
                <a:gd name="connsiteY4" fmla="*/ 930412 h 1488363"/>
                <a:gd name="connsiteX5" fmla="*/ 2386259 w 3643312"/>
                <a:gd name="connsiteY5" fmla="*/ 930412 h 1488363"/>
                <a:gd name="connsiteX6" fmla="*/ 2369262 w 3643312"/>
                <a:gd name="connsiteY6" fmla="*/ 913415 h 1488363"/>
                <a:gd name="connsiteX7" fmla="*/ 2369262 w 3643312"/>
                <a:gd name="connsiteY7" fmla="*/ 856511 h 1488363"/>
                <a:gd name="connsiteX8" fmla="*/ 2369262 w 3643312"/>
                <a:gd name="connsiteY8" fmla="*/ 855772 h 1488363"/>
                <a:gd name="connsiteX9" fmla="*/ 2355220 w 3643312"/>
                <a:gd name="connsiteY9" fmla="*/ 847643 h 1488363"/>
                <a:gd name="connsiteX10" fmla="*/ 2353743 w 3643312"/>
                <a:gd name="connsiteY10" fmla="*/ 843948 h 1488363"/>
                <a:gd name="connsiteX11" fmla="*/ 2361871 w 3643312"/>
                <a:gd name="connsiteY11" fmla="*/ 827690 h 1488363"/>
                <a:gd name="connsiteX12" fmla="*/ 2349309 w 3643312"/>
                <a:gd name="connsiteY12" fmla="*/ 815126 h 1488363"/>
                <a:gd name="connsiteX13" fmla="*/ 2333050 w 3643312"/>
                <a:gd name="connsiteY13" fmla="*/ 823256 h 1488363"/>
                <a:gd name="connsiteX14" fmla="*/ 2329355 w 3643312"/>
                <a:gd name="connsiteY14" fmla="*/ 821777 h 1488363"/>
                <a:gd name="connsiteX15" fmla="*/ 2320487 w 3643312"/>
                <a:gd name="connsiteY15" fmla="*/ 806997 h 1488363"/>
                <a:gd name="connsiteX16" fmla="*/ 2321226 w 3643312"/>
                <a:gd name="connsiteY16" fmla="*/ 803302 h 1488363"/>
                <a:gd name="connsiteX17" fmla="*/ 2336745 w 3643312"/>
                <a:gd name="connsiteY17" fmla="*/ 792217 h 1488363"/>
                <a:gd name="connsiteX18" fmla="*/ 2332311 w 3643312"/>
                <a:gd name="connsiteY18" fmla="*/ 775220 h 1488363"/>
                <a:gd name="connsiteX19" fmla="*/ 2313836 w 3643312"/>
                <a:gd name="connsiteY19" fmla="*/ 773742 h 1488363"/>
                <a:gd name="connsiteX20" fmla="*/ 2310880 w 3643312"/>
                <a:gd name="connsiteY20" fmla="*/ 771525 h 1488363"/>
                <a:gd name="connsiteX21" fmla="*/ 2310880 w 3643312"/>
                <a:gd name="connsiteY21" fmla="*/ 753789 h 1488363"/>
                <a:gd name="connsiteX22" fmla="*/ 2313836 w 3643312"/>
                <a:gd name="connsiteY22" fmla="*/ 750833 h 1488363"/>
                <a:gd name="connsiteX23" fmla="*/ 2332311 w 3643312"/>
                <a:gd name="connsiteY23" fmla="*/ 749355 h 1488363"/>
                <a:gd name="connsiteX24" fmla="*/ 2336745 w 3643312"/>
                <a:gd name="connsiteY24" fmla="*/ 733096 h 1488363"/>
                <a:gd name="connsiteX25" fmla="*/ 2321226 w 3643312"/>
                <a:gd name="connsiteY25" fmla="*/ 722011 h 1488363"/>
                <a:gd name="connsiteX26" fmla="*/ 2320487 w 3643312"/>
                <a:gd name="connsiteY26" fmla="*/ 718316 h 1488363"/>
                <a:gd name="connsiteX27" fmla="*/ 2329355 w 3643312"/>
                <a:gd name="connsiteY27" fmla="*/ 703536 h 1488363"/>
                <a:gd name="connsiteX28" fmla="*/ 2333050 w 3643312"/>
                <a:gd name="connsiteY28" fmla="*/ 702058 h 1488363"/>
                <a:gd name="connsiteX29" fmla="*/ 2349309 w 3643312"/>
                <a:gd name="connsiteY29" fmla="*/ 710187 h 1488363"/>
                <a:gd name="connsiteX30" fmla="*/ 2361871 w 3643312"/>
                <a:gd name="connsiteY30" fmla="*/ 697624 h 1488363"/>
                <a:gd name="connsiteX31" fmla="*/ 2353743 w 3643312"/>
                <a:gd name="connsiteY31" fmla="*/ 681366 h 1488363"/>
                <a:gd name="connsiteX32" fmla="*/ 2355220 w 3643312"/>
                <a:gd name="connsiteY32" fmla="*/ 677671 h 1488363"/>
                <a:gd name="connsiteX33" fmla="*/ 2369262 w 3643312"/>
                <a:gd name="connsiteY33" fmla="*/ 669542 h 1488363"/>
                <a:gd name="connsiteX34" fmla="*/ 2369262 w 3643312"/>
                <a:gd name="connsiteY34" fmla="*/ 614855 h 1488363"/>
                <a:gd name="connsiteX35" fmla="*/ 2369262 w 3643312"/>
                <a:gd name="connsiteY35" fmla="*/ 572732 h 1488363"/>
                <a:gd name="connsiteX36" fmla="*/ 2386259 w 3643312"/>
                <a:gd name="connsiteY36" fmla="*/ 555734 h 1488363"/>
                <a:gd name="connsiteX37" fmla="*/ 2405473 w 3643312"/>
                <a:gd name="connsiteY37" fmla="*/ 555734 h 1488363"/>
                <a:gd name="connsiteX38" fmla="*/ 2523715 w 3643312"/>
                <a:gd name="connsiteY38" fmla="*/ 555734 h 1488363"/>
                <a:gd name="connsiteX39" fmla="*/ 2524453 w 3643312"/>
                <a:gd name="connsiteY39" fmla="*/ 555734 h 1488363"/>
                <a:gd name="connsiteX40" fmla="*/ 2542929 w 3643312"/>
                <a:gd name="connsiteY40" fmla="*/ 555734 h 1488363"/>
                <a:gd name="connsiteX41" fmla="*/ 2553275 w 3643312"/>
                <a:gd name="connsiteY41" fmla="*/ 559429 h 1488363"/>
                <a:gd name="connsiteX42" fmla="*/ 2602788 w 3643312"/>
                <a:gd name="connsiteY42" fmla="*/ 594902 h 1488363"/>
                <a:gd name="connsiteX43" fmla="*/ 2613134 w 3643312"/>
                <a:gd name="connsiteY43" fmla="*/ 598597 h 1488363"/>
                <a:gd name="connsiteX44" fmla="*/ 2902087 w 3643312"/>
                <a:gd name="connsiteY44" fmla="*/ 598597 h 1488363"/>
                <a:gd name="connsiteX45" fmla="*/ 2921302 w 3643312"/>
                <a:gd name="connsiteY45" fmla="*/ 598597 h 1488363"/>
                <a:gd name="connsiteX46" fmla="*/ 2930169 w 3643312"/>
                <a:gd name="connsiteY46" fmla="*/ 607465 h 1488363"/>
                <a:gd name="connsiteX47" fmla="*/ 3643313 w 3643312"/>
                <a:gd name="connsiteY47" fmla="*/ 614855 h 1488363"/>
                <a:gd name="connsiteX48" fmla="*/ 3643313 w 3643312"/>
                <a:gd name="connsiteY48" fmla="*/ 912676 h 1488363"/>
                <a:gd name="connsiteX49" fmla="*/ 3626315 w 3643312"/>
                <a:gd name="connsiteY49" fmla="*/ 929673 h 1488363"/>
                <a:gd name="connsiteX50" fmla="*/ 3607101 w 3643312"/>
                <a:gd name="connsiteY50" fmla="*/ 929673 h 1488363"/>
                <a:gd name="connsiteX51" fmla="*/ 3118616 w 3643312"/>
                <a:gd name="connsiteY51" fmla="*/ 929673 h 1488363"/>
                <a:gd name="connsiteX52" fmla="*/ 3099402 w 3643312"/>
                <a:gd name="connsiteY52" fmla="*/ 929673 h 1488363"/>
                <a:gd name="connsiteX53" fmla="*/ 3082405 w 3643312"/>
                <a:gd name="connsiteY53" fmla="*/ 912676 h 1488363"/>
                <a:gd name="connsiteX54" fmla="*/ 3082405 w 3643312"/>
                <a:gd name="connsiteY54" fmla="*/ 869813 h 1488363"/>
                <a:gd name="connsiteX55" fmla="*/ 3082405 w 3643312"/>
                <a:gd name="connsiteY55" fmla="*/ 855772 h 1488363"/>
                <a:gd name="connsiteX56" fmla="*/ 3057278 w 3643312"/>
                <a:gd name="connsiteY56" fmla="*/ 855772 h 1488363"/>
                <a:gd name="connsiteX57" fmla="*/ 3024763 w 3643312"/>
                <a:gd name="connsiteY57" fmla="*/ 823256 h 1488363"/>
                <a:gd name="connsiteX58" fmla="*/ 3024763 w 3643312"/>
                <a:gd name="connsiteY58" fmla="*/ 689495 h 1488363"/>
                <a:gd name="connsiteX59" fmla="*/ 3057278 w 3643312"/>
                <a:gd name="connsiteY59" fmla="*/ 656979 h 1488363"/>
                <a:gd name="connsiteX60" fmla="*/ 3082405 w 3643312"/>
                <a:gd name="connsiteY60" fmla="*/ 656979 h 1488363"/>
                <a:gd name="connsiteX61" fmla="*/ 3082405 w 3643312"/>
                <a:gd name="connsiteY61" fmla="*/ 614855 h 1488363"/>
                <a:gd name="connsiteX62" fmla="*/ 3082405 w 3643312"/>
                <a:gd name="connsiteY62" fmla="*/ 571993 h 1488363"/>
                <a:gd name="connsiteX63" fmla="*/ 3099402 w 3643312"/>
                <a:gd name="connsiteY63" fmla="*/ 554995 h 1488363"/>
                <a:gd name="connsiteX64" fmla="*/ 3118616 w 3643312"/>
                <a:gd name="connsiteY64" fmla="*/ 554995 h 1488363"/>
                <a:gd name="connsiteX65" fmla="*/ 3237597 w 3643312"/>
                <a:gd name="connsiteY65" fmla="*/ 554995 h 1488363"/>
                <a:gd name="connsiteX66" fmla="*/ 3256072 w 3643312"/>
                <a:gd name="connsiteY66" fmla="*/ 554995 h 1488363"/>
                <a:gd name="connsiteX67" fmla="*/ 3267157 w 3643312"/>
                <a:gd name="connsiteY67" fmla="*/ 558690 h 1488363"/>
                <a:gd name="connsiteX68" fmla="*/ 3315931 w 3643312"/>
                <a:gd name="connsiteY68" fmla="*/ 594163 h 1488363"/>
                <a:gd name="connsiteX69" fmla="*/ 3326278 w 3643312"/>
                <a:gd name="connsiteY69" fmla="*/ 597858 h 1488363"/>
                <a:gd name="connsiteX70" fmla="*/ 3615970 w 3643312"/>
                <a:gd name="connsiteY70" fmla="*/ 597858 h 1488363"/>
                <a:gd name="connsiteX71" fmla="*/ 3634445 w 3643312"/>
                <a:gd name="connsiteY71" fmla="*/ 597858 h 1488363"/>
                <a:gd name="connsiteX72" fmla="*/ 3643313 w 3643312"/>
                <a:gd name="connsiteY72" fmla="*/ 606726 h 1488363"/>
                <a:gd name="connsiteX73" fmla="*/ 3643313 w 3643312"/>
                <a:gd name="connsiteY73" fmla="*/ 59860 h 1488363"/>
                <a:gd name="connsiteX74" fmla="*/ 3643313 w 3643312"/>
                <a:gd name="connsiteY74" fmla="*/ 357680 h 1488363"/>
                <a:gd name="connsiteX75" fmla="*/ 3626315 w 3643312"/>
                <a:gd name="connsiteY75" fmla="*/ 374677 h 1488363"/>
                <a:gd name="connsiteX76" fmla="*/ 3607101 w 3643312"/>
                <a:gd name="connsiteY76" fmla="*/ 374677 h 1488363"/>
                <a:gd name="connsiteX77" fmla="*/ 3118616 w 3643312"/>
                <a:gd name="connsiteY77" fmla="*/ 374677 h 1488363"/>
                <a:gd name="connsiteX78" fmla="*/ 3099402 w 3643312"/>
                <a:gd name="connsiteY78" fmla="*/ 374677 h 1488363"/>
                <a:gd name="connsiteX79" fmla="*/ 3082405 w 3643312"/>
                <a:gd name="connsiteY79" fmla="*/ 357680 h 1488363"/>
                <a:gd name="connsiteX80" fmla="*/ 3082405 w 3643312"/>
                <a:gd name="connsiteY80" fmla="*/ 315557 h 1488363"/>
                <a:gd name="connsiteX81" fmla="*/ 3082405 w 3643312"/>
                <a:gd name="connsiteY81" fmla="*/ 300776 h 1488363"/>
                <a:gd name="connsiteX82" fmla="*/ 3057278 w 3643312"/>
                <a:gd name="connsiteY82" fmla="*/ 300776 h 1488363"/>
                <a:gd name="connsiteX83" fmla="*/ 3024763 w 3643312"/>
                <a:gd name="connsiteY83" fmla="*/ 268260 h 1488363"/>
                <a:gd name="connsiteX84" fmla="*/ 3024763 w 3643312"/>
                <a:gd name="connsiteY84" fmla="*/ 134499 h 1488363"/>
                <a:gd name="connsiteX85" fmla="*/ 3057278 w 3643312"/>
                <a:gd name="connsiteY85" fmla="*/ 101983 h 1488363"/>
                <a:gd name="connsiteX86" fmla="*/ 3082405 w 3643312"/>
                <a:gd name="connsiteY86" fmla="*/ 101983 h 1488363"/>
                <a:gd name="connsiteX87" fmla="*/ 3082405 w 3643312"/>
                <a:gd name="connsiteY87" fmla="*/ 59860 h 1488363"/>
                <a:gd name="connsiteX88" fmla="*/ 3082405 w 3643312"/>
                <a:gd name="connsiteY88" fmla="*/ 17736 h 1488363"/>
                <a:gd name="connsiteX89" fmla="*/ 3099402 w 3643312"/>
                <a:gd name="connsiteY89" fmla="*/ 0 h 1488363"/>
                <a:gd name="connsiteX90" fmla="*/ 3118616 w 3643312"/>
                <a:gd name="connsiteY90" fmla="*/ 0 h 1488363"/>
                <a:gd name="connsiteX91" fmla="*/ 3237597 w 3643312"/>
                <a:gd name="connsiteY91" fmla="*/ 0 h 1488363"/>
                <a:gd name="connsiteX92" fmla="*/ 3256072 w 3643312"/>
                <a:gd name="connsiteY92" fmla="*/ 0 h 1488363"/>
                <a:gd name="connsiteX93" fmla="*/ 3267157 w 3643312"/>
                <a:gd name="connsiteY93" fmla="*/ 3695 h 1488363"/>
                <a:gd name="connsiteX94" fmla="*/ 3315931 w 3643312"/>
                <a:gd name="connsiteY94" fmla="*/ 39167 h 1488363"/>
                <a:gd name="connsiteX95" fmla="*/ 3326278 w 3643312"/>
                <a:gd name="connsiteY95" fmla="*/ 42862 h 1488363"/>
                <a:gd name="connsiteX96" fmla="*/ 3615970 w 3643312"/>
                <a:gd name="connsiteY96" fmla="*/ 42862 h 1488363"/>
                <a:gd name="connsiteX97" fmla="*/ 3634445 w 3643312"/>
                <a:gd name="connsiteY97" fmla="*/ 42862 h 1488363"/>
                <a:gd name="connsiteX98" fmla="*/ 3643313 w 3643312"/>
                <a:gd name="connsiteY98" fmla="*/ 51731 h 1488363"/>
                <a:gd name="connsiteX99" fmla="*/ 2929430 w 3643312"/>
                <a:gd name="connsiteY99" fmla="*/ 1172807 h 1488363"/>
                <a:gd name="connsiteX100" fmla="*/ 2929430 w 3643312"/>
                <a:gd name="connsiteY100" fmla="*/ 1470627 h 1488363"/>
                <a:gd name="connsiteX101" fmla="*/ 2912433 w 3643312"/>
                <a:gd name="connsiteY101" fmla="*/ 1487624 h 1488363"/>
                <a:gd name="connsiteX102" fmla="*/ 2893219 w 3643312"/>
                <a:gd name="connsiteY102" fmla="*/ 1487624 h 1488363"/>
                <a:gd name="connsiteX103" fmla="*/ 2405473 w 3643312"/>
                <a:gd name="connsiteY103" fmla="*/ 1487624 h 1488363"/>
                <a:gd name="connsiteX104" fmla="*/ 2386259 w 3643312"/>
                <a:gd name="connsiteY104" fmla="*/ 1487624 h 1488363"/>
                <a:gd name="connsiteX105" fmla="*/ 2369262 w 3643312"/>
                <a:gd name="connsiteY105" fmla="*/ 1470627 h 1488363"/>
                <a:gd name="connsiteX106" fmla="*/ 2369262 w 3643312"/>
                <a:gd name="connsiteY106" fmla="*/ 1427765 h 1488363"/>
                <a:gd name="connsiteX107" fmla="*/ 2369262 w 3643312"/>
                <a:gd name="connsiteY107" fmla="*/ 1413723 h 1488363"/>
                <a:gd name="connsiteX108" fmla="*/ 2344135 w 3643312"/>
                <a:gd name="connsiteY108" fmla="*/ 1413723 h 1488363"/>
                <a:gd name="connsiteX109" fmla="*/ 2311619 w 3643312"/>
                <a:gd name="connsiteY109" fmla="*/ 1381207 h 1488363"/>
                <a:gd name="connsiteX110" fmla="*/ 2311619 w 3643312"/>
                <a:gd name="connsiteY110" fmla="*/ 1247447 h 1488363"/>
                <a:gd name="connsiteX111" fmla="*/ 2344135 w 3643312"/>
                <a:gd name="connsiteY111" fmla="*/ 1214930 h 1488363"/>
                <a:gd name="connsiteX112" fmla="*/ 2369262 w 3643312"/>
                <a:gd name="connsiteY112" fmla="*/ 1214930 h 1488363"/>
                <a:gd name="connsiteX113" fmla="*/ 2369262 w 3643312"/>
                <a:gd name="connsiteY113" fmla="*/ 1172807 h 1488363"/>
                <a:gd name="connsiteX114" fmla="*/ 2369262 w 3643312"/>
                <a:gd name="connsiteY114" fmla="*/ 1129944 h 1488363"/>
                <a:gd name="connsiteX115" fmla="*/ 2386259 w 3643312"/>
                <a:gd name="connsiteY115" fmla="*/ 1112947 h 1488363"/>
                <a:gd name="connsiteX116" fmla="*/ 2405473 w 3643312"/>
                <a:gd name="connsiteY116" fmla="*/ 1112947 h 1488363"/>
                <a:gd name="connsiteX117" fmla="*/ 2523715 w 3643312"/>
                <a:gd name="connsiteY117" fmla="*/ 1112947 h 1488363"/>
                <a:gd name="connsiteX118" fmla="*/ 2542929 w 3643312"/>
                <a:gd name="connsiteY118" fmla="*/ 1112947 h 1488363"/>
                <a:gd name="connsiteX119" fmla="*/ 2553275 w 3643312"/>
                <a:gd name="connsiteY119" fmla="*/ 1116642 h 1488363"/>
                <a:gd name="connsiteX120" fmla="*/ 2602049 w 3643312"/>
                <a:gd name="connsiteY120" fmla="*/ 1152114 h 1488363"/>
                <a:gd name="connsiteX121" fmla="*/ 2612396 w 3643312"/>
                <a:gd name="connsiteY121" fmla="*/ 1155810 h 1488363"/>
                <a:gd name="connsiteX122" fmla="*/ 2902087 w 3643312"/>
                <a:gd name="connsiteY122" fmla="*/ 1155810 h 1488363"/>
                <a:gd name="connsiteX123" fmla="*/ 2921302 w 3643312"/>
                <a:gd name="connsiteY123" fmla="*/ 1155810 h 1488363"/>
                <a:gd name="connsiteX124" fmla="*/ 2929430 w 3643312"/>
                <a:gd name="connsiteY124" fmla="*/ 1164677 h 1488363"/>
                <a:gd name="connsiteX125" fmla="*/ 3643313 w 3643312"/>
                <a:gd name="connsiteY125" fmla="*/ 1172807 h 1488363"/>
                <a:gd name="connsiteX126" fmla="*/ 3643313 w 3643312"/>
                <a:gd name="connsiteY126" fmla="*/ 1470627 h 1488363"/>
                <a:gd name="connsiteX127" fmla="*/ 3626315 w 3643312"/>
                <a:gd name="connsiteY127" fmla="*/ 1487624 h 1488363"/>
                <a:gd name="connsiteX128" fmla="*/ 3607101 w 3643312"/>
                <a:gd name="connsiteY128" fmla="*/ 1487624 h 1488363"/>
                <a:gd name="connsiteX129" fmla="*/ 3119355 w 3643312"/>
                <a:gd name="connsiteY129" fmla="*/ 1487624 h 1488363"/>
                <a:gd name="connsiteX130" fmla="*/ 3100141 w 3643312"/>
                <a:gd name="connsiteY130" fmla="*/ 1487624 h 1488363"/>
                <a:gd name="connsiteX131" fmla="*/ 3083144 w 3643312"/>
                <a:gd name="connsiteY131" fmla="*/ 1470627 h 1488363"/>
                <a:gd name="connsiteX132" fmla="*/ 3083144 w 3643312"/>
                <a:gd name="connsiteY132" fmla="*/ 1413723 h 1488363"/>
                <a:gd name="connsiteX133" fmla="*/ 3083144 w 3643312"/>
                <a:gd name="connsiteY133" fmla="*/ 1412985 h 1488363"/>
                <a:gd name="connsiteX134" fmla="*/ 3069103 w 3643312"/>
                <a:gd name="connsiteY134" fmla="*/ 1404855 h 1488363"/>
                <a:gd name="connsiteX135" fmla="*/ 3067625 w 3643312"/>
                <a:gd name="connsiteY135" fmla="*/ 1401160 h 1488363"/>
                <a:gd name="connsiteX136" fmla="*/ 3075754 w 3643312"/>
                <a:gd name="connsiteY136" fmla="*/ 1384902 h 1488363"/>
                <a:gd name="connsiteX137" fmla="*/ 3063191 w 3643312"/>
                <a:gd name="connsiteY137" fmla="*/ 1372339 h 1488363"/>
                <a:gd name="connsiteX138" fmla="*/ 3046193 w 3643312"/>
                <a:gd name="connsiteY138" fmla="*/ 1380468 h 1488363"/>
                <a:gd name="connsiteX139" fmla="*/ 3043238 w 3643312"/>
                <a:gd name="connsiteY139" fmla="*/ 1378990 h 1488363"/>
                <a:gd name="connsiteX140" fmla="*/ 3034369 w 3643312"/>
                <a:gd name="connsiteY140" fmla="*/ 1364210 h 1488363"/>
                <a:gd name="connsiteX141" fmla="*/ 3035108 w 3643312"/>
                <a:gd name="connsiteY141" fmla="*/ 1360515 h 1488363"/>
                <a:gd name="connsiteX142" fmla="*/ 3050628 w 3643312"/>
                <a:gd name="connsiteY142" fmla="*/ 1350169 h 1488363"/>
                <a:gd name="connsiteX143" fmla="*/ 3046193 w 3643312"/>
                <a:gd name="connsiteY143" fmla="*/ 1333172 h 1488363"/>
                <a:gd name="connsiteX144" fmla="*/ 3026979 w 3643312"/>
                <a:gd name="connsiteY144" fmla="*/ 1331693 h 1488363"/>
                <a:gd name="connsiteX145" fmla="*/ 3024763 w 3643312"/>
                <a:gd name="connsiteY145" fmla="*/ 1328737 h 1488363"/>
                <a:gd name="connsiteX146" fmla="*/ 3024763 w 3643312"/>
                <a:gd name="connsiteY146" fmla="*/ 1311001 h 1488363"/>
                <a:gd name="connsiteX147" fmla="*/ 3026979 w 3643312"/>
                <a:gd name="connsiteY147" fmla="*/ 1308784 h 1488363"/>
                <a:gd name="connsiteX148" fmla="*/ 3045454 w 3643312"/>
                <a:gd name="connsiteY148" fmla="*/ 1307306 h 1488363"/>
                <a:gd name="connsiteX149" fmla="*/ 3050628 w 3643312"/>
                <a:gd name="connsiteY149" fmla="*/ 1290309 h 1488363"/>
                <a:gd name="connsiteX150" fmla="*/ 3035108 w 3643312"/>
                <a:gd name="connsiteY150" fmla="*/ 1279224 h 1488363"/>
                <a:gd name="connsiteX151" fmla="*/ 3034369 w 3643312"/>
                <a:gd name="connsiteY151" fmla="*/ 1276268 h 1488363"/>
                <a:gd name="connsiteX152" fmla="*/ 3043238 w 3643312"/>
                <a:gd name="connsiteY152" fmla="*/ 1260749 h 1488363"/>
                <a:gd name="connsiteX153" fmla="*/ 3046193 w 3643312"/>
                <a:gd name="connsiteY153" fmla="*/ 1260010 h 1488363"/>
                <a:gd name="connsiteX154" fmla="*/ 3063191 w 3643312"/>
                <a:gd name="connsiteY154" fmla="*/ 1267400 h 1488363"/>
                <a:gd name="connsiteX155" fmla="*/ 3075754 w 3643312"/>
                <a:gd name="connsiteY155" fmla="*/ 1255576 h 1488363"/>
                <a:gd name="connsiteX156" fmla="*/ 3067625 w 3643312"/>
                <a:gd name="connsiteY156" fmla="*/ 1238578 h 1488363"/>
                <a:gd name="connsiteX157" fmla="*/ 3069103 w 3643312"/>
                <a:gd name="connsiteY157" fmla="*/ 1234883 h 1488363"/>
                <a:gd name="connsiteX158" fmla="*/ 3083144 w 3643312"/>
                <a:gd name="connsiteY158" fmla="*/ 1226754 h 1488363"/>
                <a:gd name="connsiteX159" fmla="*/ 3083144 w 3643312"/>
                <a:gd name="connsiteY159" fmla="*/ 1172807 h 1488363"/>
                <a:gd name="connsiteX160" fmla="*/ 3083144 w 3643312"/>
                <a:gd name="connsiteY160" fmla="*/ 1130683 h 1488363"/>
                <a:gd name="connsiteX161" fmla="*/ 3100141 w 3643312"/>
                <a:gd name="connsiteY161" fmla="*/ 1112947 h 1488363"/>
                <a:gd name="connsiteX162" fmla="*/ 3119355 w 3643312"/>
                <a:gd name="connsiteY162" fmla="*/ 1112947 h 1488363"/>
                <a:gd name="connsiteX163" fmla="*/ 3237597 w 3643312"/>
                <a:gd name="connsiteY163" fmla="*/ 1112947 h 1488363"/>
                <a:gd name="connsiteX164" fmla="*/ 3256811 w 3643312"/>
                <a:gd name="connsiteY164" fmla="*/ 1112947 h 1488363"/>
                <a:gd name="connsiteX165" fmla="*/ 3267157 w 3643312"/>
                <a:gd name="connsiteY165" fmla="*/ 1116642 h 1488363"/>
                <a:gd name="connsiteX166" fmla="*/ 3315931 w 3643312"/>
                <a:gd name="connsiteY166" fmla="*/ 1152114 h 1488363"/>
                <a:gd name="connsiteX167" fmla="*/ 3327017 w 3643312"/>
                <a:gd name="connsiteY167" fmla="*/ 1155810 h 1488363"/>
                <a:gd name="connsiteX168" fmla="*/ 3615970 w 3643312"/>
                <a:gd name="connsiteY168" fmla="*/ 1155810 h 1488363"/>
                <a:gd name="connsiteX169" fmla="*/ 3635184 w 3643312"/>
                <a:gd name="connsiteY169" fmla="*/ 1155810 h 1488363"/>
                <a:gd name="connsiteX170" fmla="*/ 3643313 w 3643312"/>
                <a:gd name="connsiteY170" fmla="*/ 1164677 h 1488363"/>
                <a:gd name="connsiteX171" fmla="*/ 618550 w 3643312"/>
                <a:gd name="connsiteY171" fmla="*/ 59860 h 1488363"/>
                <a:gd name="connsiteX172" fmla="*/ 618550 w 3643312"/>
                <a:gd name="connsiteY172" fmla="*/ 357680 h 1488363"/>
                <a:gd name="connsiteX173" fmla="*/ 601553 w 3643312"/>
                <a:gd name="connsiteY173" fmla="*/ 375416 h 1488363"/>
                <a:gd name="connsiteX174" fmla="*/ 582339 w 3643312"/>
                <a:gd name="connsiteY174" fmla="*/ 375416 h 1488363"/>
                <a:gd name="connsiteX175" fmla="*/ 93854 w 3643312"/>
                <a:gd name="connsiteY175" fmla="*/ 375416 h 1488363"/>
                <a:gd name="connsiteX176" fmla="*/ 75379 w 3643312"/>
                <a:gd name="connsiteY176" fmla="*/ 375416 h 1488363"/>
                <a:gd name="connsiteX177" fmla="*/ 57643 w 3643312"/>
                <a:gd name="connsiteY177" fmla="*/ 357680 h 1488363"/>
                <a:gd name="connsiteX178" fmla="*/ 57643 w 3643312"/>
                <a:gd name="connsiteY178" fmla="*/ 315557 h 1488363"/>
                <a:gd name="connsiteX179" fmla="*/ 57643 w 3643312"/>
                <a:gd name="connsiteY179" fmla="*/ 300776 h 1488363"/>
                <a:gd name="connsiteX180" fmla="*/ 32517 w 3643312"/>
                <a:gd name="connsiteY180" fmla="*/ 300776 h 1488363"/>
                <a:gd name="connsiteX181" fmla="*/ 0 w 3643312"/>
                <a:gd name="connsiteY181" fmla="*/ 268260 h 1488363"/>
                <a:gd name="connsiteX182" fmla="*/ 0 w 3643312"/>
                <a:gd name="connsiteY182" fmla="*/ 135238 h 1488363"/>
                <a:gd name="connsiteX183" fmla="*/ 32517 w 3643312"/>
                <a:gd name="connsiteY183" fmla="*/ 102722 h 1488363"/>
                <a:gd name="connsiteX184" fmla="*/ 57643 w 3643312"/>
                <a:gd name="connsiteY184" fmla="*/ 102722 h 1488363"/>
                <a:gd name="connsiteX185" fmla="*/ 57643 w 3643312"/>
                <a:gd name="connsiteY185" fmla="*/ 59860 h 1488363"/>
                <a:gd name="connsiteX186" fmla="*/ 57643 w 3643312"/>
                <a:gd name="connsiteY186" fmla="*/ 17736 h 1488363"/>
                <a:gd name="connsiteX187" fmla="*/ 75379 w 3643312"/>
                <a:gd name="connsiteY187" fmla="*/ 739 h 1488363"/>
                <a:gd name="connsiteX188" fmla="*/ 93854 w 3643312"/>
                <a:gd name="connsiteY188" fmla="*/ 739 h 1488363"/>
                <a:gd name="connsiteX189" fmla="*/ 212834 w 3643312"/>
                <a:gd name="connsiteY189" fmla="*/ 739 h 1488363"/>
                <a:gd name="connsiteX190" fmla="*/ 231310 w 3643312"/>
                <a:gd name="connsiteY190" fmla="*/ 739 h 1488363"/>
                <a:gd name="connsiteX191" fmla="*/ 242395 w 3643312"/>
                <a:gd name="connsiteY191" fmla="*/ 4434 h 1488363"/>
                <a:gd name="connsiteX192" fmla="*/ 291170 w 3643312"/>
                <a:gd name="connsiteY192" fmla="*/ 39906 h 1488363"/>
                <a:gd name="connsiteX193" fmla="*/ 301515 w 3643312"/>
                <a:gd name="connsiteY193" fmla="*/ 43601 h 1488363"/>
                <a:gd name="connsiteX194" fmla="*/ 591207 w 3643312"/>
                <a:gd name="connsiteY194" fmla="*/ 43601 h 1488363"/>
                <a:gd name="connsiteX195" fmla="*/ 609682 w 3643312"/>
                <a:gd name="connsiteY195" fmla="*/ 43601 h 1488363"/>
                <a:gd name="connsiteX196" fmla="*/ 618550 w 3643312"/>
                <a:gd name="connsiteY196" fmla="*/ 51731 h 1488363"/>
                <a:gd name="connsiteX197" fmla="*/ 618550 w 3643312"/>
                <a:gd name="connsiteY197" fmla="*/ 614855 h 1488363"/>
                <a:gd name="connsiteX198" fmla="*/ 618550 w 3643312"/>
                <a:gd name="connsiteY198" fmla="*/ 912676 h 1488363"/>
                <a:gd name="connsiteX199" fmla="*/ 601553 w 3643312"/>
                <a:gd name="connsiteY199" fmla="*/ 929673 h 1488363"/>
                <a:gd name="connsiteX200" fmla="*/ 582339 w 3643312"/>
                <a:gd name="connsiteY200" fmla="*/ 929673 h 1488363"/>
                <a:gd name="connsiteX201" fmla="*/ 93854 w 3643312"/>
                <a:gd name="connsiteY201" fmla="*/ 929673 h 1488363"/>
                <a:gd name="connsiteX202" fmla="*/ 75379 w 3643312"/>
                <a:gd name="connsiteY202" fmla="*/ 929673 h 1488363"/>
                <a:gd name="connsiteX203" fmla="*/ 57643 w 3643312"/>
                <a:gd name="connsiteY203" fmla="*/ 912676 h 1488363"/>
                <a:gd name="connsiteX204" fmla="*/ 57643 w 3643312"/>
                <a:gd name="connsiteY204" fmla="*/ 856511 h 1488363"/>
                <a:gd name="connsiteX205" fmla="*/ 57643 w 3643312"/>
                <a:gd name="connsiteY205" fmla="*/ 855772 h 1488363"/>
                <a:gd name="connsiteX206" fmla="*/ 43602 w 3643312"/>
                <a:gd name="connsiteY206" fmla="*/ 847643 h 1488363"/>
                <a:gd name="connsiteX207" fmla="*/ 42862 w 3643312"/>
                <a:gd name="connsiteY207" fmla="*/ 843948 h 1488363"/>
                <a:gd name="connsiteX208" fmla="*/ 50992 w 3643312"/>
                <a:gd name="connsiteY208" fmla="*/ 826951 h 1488363"/>
                <a:gd name="connsiteX209" fmla="*/ 38429 w 3643312"/>
                <a:gd name="connsiteY209" fmla="*/ 814387 h 1488363"/>
                <a:gd name="connsiteX210" fmla="*/ 21431 w 3643312"/>
                <a:gd name="connsiteY210" fmla="*/ 822517 h 1488363"/>
                <a:gd name="connsiteX211" fmla="*/ 17736 w 3643312"/>
                <a:gd name="connsiteY211" fmla="*/ 821777 h 1488363"/>
                <a:gd name="connsiteX212" fmla="*/ 9607 w 3643312"/>
                <a:gd name="connsiteY212" fmla="*/ 806258 h 1488363"/>
                <a:gd name="connsiteX213" fmla="*/ 10346 w 3643312"/>
                <a:gd name="connsiteY213" fmla="*/ 802563 h 1488363"/>
                <a:gd name="connsiteX214" fmla="*/ 25126 w 3643312"/>
                <a:gd name="connsiteY214" fmla="*/ 792217 h 1488363"/>
                <a:gd name="connsiteX215" fmla="*/ 20692 w 3643312"/>
                <a:gd name="connsiteY215" fmla="*/ 775220 h 1488363"/>
                <a:gd name="connsiteX216" fmla="*/ 2217 w 3643312"/>
                <a:gd name="connsiteY216" fmla="*/ 773742 h 1488363"/>
                <a:gd name="connsiteX217" fmla="*/ 0 w 3643312"/>
                <a:gd name="connsiteY217" fmla="*/ 770786 h 1488363"/>
                <a:gd name="connsiteX218" fmla="*/ 0 w 3643312"/>
                <a:gd name="connsiteY218" fmla="*/ 753789 h 1488363"/>
                <a:gd name="connsiteX219" fmla="*/ 2217 w 3643312"/>
                <a:gd name="connsiteY219" fmla="*/ 750833 h 1488363"/>
                <a:gd name="connsiteX220" fmla="*/ 20692 w 3643312"/>
                <a:gd name="connsiteY220" fmla="*/ 749355 h 1488363"/>
                <a:gd name="connsiteX221" fmla="*/ 25126 w 3643312"/>
                <a:gd name="connsiteY221" fmla="*/ 732357 h 1488363"/>
                <a:gd name="connsiteX222" fmla="*/ 10346 w 3643312"/>
                <a:gd name="connsiteY222" fmla="*/ 722011 h 1488363"/>
                <a:gd name="connsiteX223" fmla="*/ 9607 w 3643312"/>
                <a:gd name="connsiteY223" fmla="*/ 718316 h 1488363"/>
                <a:gd name="connsiteX224" fmla="*/ 17736 w 3643312"/>
                <a:gd name="connsiteY224" fmla="*/ 702797 h 1488363"/>
                <a:gd name="connsiteX225" fmla="*/ 21431 w 3643312"/>
                <a:gd name="connsiteY225" fmla="*/ 702058 h 1488363"/>
                <a:gd name="connsiteX226" fmla="*/ 38429 w 3643312"/>
                <a:gd name="connsiteY226" fmla="*/ 710187 h 1488363"/>
                <a:gd name="connsiteX227" fmla="*/ 50992 w 3643312"/>
                <a:gd name="connsiteY227" fmla="*/ 697624 h 1488363"/>
                <a:gd name="connsiteX228" fmla="*/ 42862 w 3643312"/>
                <a:gd name="connsiteY228" fmla="*/ 680627 h 1488363"/>
                <a:gd name="connsiteX229" fmla="*/ 43602 w 3643312"/>
                <a:gd name="connsiteY229" fmla="*/ 676932 h 1488363"/>
                <a:gd name="connsiteX230" fmla="*/ 57643 w 3643312"/>
                <a:gd name="connsiteY230" fmla="*/ 668803 h 1488363"/>
                <a:gd name="connsiteX231" fmla="*/ 57643 w 3643312"/>
                <a:gd name="connsiteY231" fmla="*/ 614855 h 1488363"/>
                <a:gd name="connsiteX232" fmla="*/ 57643 w 3643312"/>
                <a:gd name="connsiteY232" fmla="*/ 572732 h 1488363"/>
                <a:gd name="connsiteX233" fmla="*/ 75379 w 3643312"/>
                <a:gd name="connsiteY233" fmla="*/ 555734 h 1488363"/>
                <a:gd name="connsiteX234" fmla="*/ 93854 w 3643312"/>
                <a:gd name="connsiteY234" fmla="*/ 555734 h 1488363"/>
                <a:gd name="connsiteX235" fmla="*/ 212834 w 3643312"/>
                <a:gd name="connsiteY235" fmla="*/ 555734 h 1488363"/>
                <a:gd name="connsiteX236" fmla="*/ 231310 w 3643312"/>
                <a:gd name="connsiteY236" fmla="*/ 555734 h 1488363"/>
                <a:gd name="connsiteX237" fmla="*/ 242395 w 3643312"/>
                <a:gd name="connsiteY237" fmla="*/ 559429 h 1488363"/>
                <a:gd name="connsiteX238" fmla="*/ 291170 w 3643312"/>
                <a:gd name="connsiteY238" fmla="*/ 594163 h 1488363"/>
                <a:gd name="connsiteX239" fmla="*/ 301515 w 3643312"/>
                <a:gd name="connsiteY239" fmla="*/ 597858 h 1488363"/>
                <a:gd name="connsiteX240" fmla="*/ 591207 w 3643312"/>
                <a:gd name="connsiteY240" fmla="*/ 597858 h 1488363"/>
                <a:gd name="connsiteX241" fmla="*/ 609682 w 3643312"/>
                <a:gd name="connsiteY241" fmla="*/ 597858 h 1488363"/>
                <a:gd name="connsiteX242" fmla="*/ 618550 w 3643312"/>
                <a:gd name="connsiteY242" fmla="*/ 606726 h 1488363"/>
                <a:gd name="connsiteX243" fmla="*/ 1331694 w 3643312"/>
                <a:gd name="connsiteY243" fmla="*/ 614855 h 1488363"/>
                <a:gd name="connsiteX244" fmla="*/ 1331694 w 3643312"/>
                <a:gd name="connsiteY244" fmla="*/ 912676 h 1488363"/>
                <a:gd name="connsiteX245" fmla="*/ 1314697 w 3643312"/>
                <a:gd name="connsiteY245" fmla="*/ 930412 h 1488363"/>
                <a:gd name="connsiteX246" fmla="*/ 1295482 w 3643312"/>
                <a:gd name="connsiteY246" fmla="*/ 930412 h 1488363"/>
                <a:gd name="connsiteX247" fmla="*/ 807736 w 3643312"/>
                <a:gd name="connsiteY247" fmla="*/ 930412 h 1488363"/>
                <a:gd name="connsiteX248" fmla="*/ 788522 w 3643312"/>
                <a:gd name="connsiteY248" fmla="*/ 930412 h 1488363"/>
                <a:gd name="connsiteX249" fmla="*/ 771525 w 3643312"/>
                <a:gd name="connsiteY249" fmla="*/ 912676 h 1488363"/>
                <a:gd name="connsiteX250" fmla="*/ 771525 w 3643312"/>
                <a:gd name="connsiteY250" fmla="*/ 870552 h 1488363"/>
                <a:gd name="connsiteX251" fmla="*/ 771525 w 3643312"/>
                <a:gd name="connsiteY251" fmla="*/ 855772 h 1488363"/>
                <a:gd name="connsiteX252" fmla="*/ 746399 w 3643312"/>
                <a:gd name="connsiteY252" fmla="*/ 855772 h 1488363"/>
                <a:gd name="connsiteX253" fmla="*/ 713882 w 3643312"/>
                <a:gd name="connsiteY253" fmla="*/ 823256 h 1488363"/>
                <a:gd name="connsiteX254" fmla="*/ 713882 w 3643312"/>
                <a:gd name="connsiteY254" fmla="*/ 690234 h 1488363"/>
                <a:gd name="connsiteX255" fmla="*/ 746399 w 3643312"/>
                <a:gd name="connsiteY255" fmla="*/ 657718 h 1488363"/>
                <a:gd name="connsiteX256" fmla="*/ 771525 w 3643312"/>
                <a:gd name="connsiteY256" fmla="*/ 657718 h 1488363"/>
                <a:gd name="connsiteX257" fmla="*/ 771525 w 3643312"/>
                <a:gd name="connsiteY257" fmla="*/ 614855 h 1488363"/>
                <a:gd name="connsiteX258" fmla="*/ 771525 w 3643312"/>
                <a:gd name="connsiteY258" fmla="*/ 572732 h 1488363"/>
                <a:gd name="connsiteX259" fmla="*/ 788522 w 3643312"/>
                <a:gd name="connsiteY259" fmla="*/ 555734 h 1488363"/>
                <a:gd name="connsiteX260" fmla="*/ 807736 w 3643312"/>
                <a:gd name="connsiteY260" fmla="*/ 555734 h 1488363"/>
                <a:gd name="connsiteX261" fmla="*/ 925978 w 3643312"/>
                <a:gd name="connsiteY261" fmla="*/ 555734 h 1488363"/>
                <a:gd name="connsiteX262" fmla="*/ 945192 w 3643312"/>
                <a:gd name="connsiteY262" fmla="*/ 555734 h 1488363"/>
                <a:gd name="connsiteX263" fmla="*/ 955538 w 3643312"/>
                <a:gd name="connsiteY263" fmla="*/ 559429 h 1488363"/>
                <a:gd name="connsiteX264" fmla="*/ 1005052 w 3643312"/>
                <a:gd name="connsiteY264" fmla="*/ 594902 h 1488363"/>
                <a:gd name="connsiteX265" fmla="*/ 1015398 w 3643312"/>
                <a:gd name="connsiteY265" fmla="*/ 598597 h 1488363"/>
                <a:gd name="connsiteX266" fmla="*/ 1304350 w 3643312"/>
                <a:gd name="connsiteY266" fmla="*/ 598597 h 1488363"/>
                <a:gd name="connsiteX267" fmla="*/ 1323564 w 3643312"/>
                <a:gd name="connsiteY267" fmla="*/ 598597 h 1488363"/>
                <a:gd name="connsiteX268" fmla="*/ 1331694 w 3643312"/>
                <a:gd name="connsiteY268" fmla="*/ 606726 h 1488363"/>
                <a:gd name="connsiteX269" fmla="*/ 1331694 w 3643312"/>
                <a:gd name="connsiteY269" fmla="*/ 59860 h 1488363"/>
                <a:gd name="connsiteX270" fmla="*/ 1331694 w 3643312"/>
                <a:gd name="connsiteY270" fmla="*/ 358419 h 1488363"/>
                <a:gd name="connsiteX271" fmla="*/ 1314697 w 3643312"/>
                <a:gd name="connsiteY271" fmla="*/ 375416 h 1488363"/>
                <a:gd name="connsiteX272" fmla="*/ 1295482 w 3643312"/>
                <a:gd name="connsiteY272" fmla="*/ 375416 h 1488363"/>
                <a:gd name="connsiteX273" fmla="*/ 807736 w 3643312"/>
                <a:gd name="connsiteY273" fmla="*/ 375416 h 1488363"/>
                <a:gd name="connsiteX274" fmla="*/ 788522 w 3643312"/>
                <a:gd name="connsiteY274" fmla="*/ 375416 h 1488363"/>
                <a:gd name="connsiteX275" fmla="*/ 771525 w 3643312"/>
                <a:gd name="connsiteY275" fmla="*/ 358419 h 1488363"/>
                <a:gd name="connsiteX276" fmla="*/ 771525 w 3643312"/>
                <a:gd name="connsiteY276" fmla="*/ 315557 h 1488363"/>
                <a:gd name="connsiteX277" fmla="*/ 771525 w 3643312"/>
                <a:gd name="connsiteY277" fmla="*/ 300776 h 1488363"/>
                <a:gd name="connsiteX278" fmla="*/ 746399 w 3643312"/>
                <a:gd name="connsiteY278" fmla="*/ 300776 h 1488363"/>
                <a:gd name="connsiteX279" fmla="*/ 713882 w 3643312"/>
                <a:gd name="connsiteY279" fmla="*/ 268260 h 1488363"/>
                <a:gd name="connsiteX280" fmla="*/ 713882 w 3643312"/>
                <a:gd name="connsiteY280" fmla="*/ 135238 h 1488363"/>
                <a:gd name="connsiteX281" fmla="*/ 746399 w 3643312"/>
                <a:gd name="connsiteY281" fmla="*/ 102722 h 1488363"/>
                <a:gd name="connsiteX282" fmla="*/ 771525 w 3643312"/>
                <a:gd name="connsiteY282" fmla="*/ 102722 h 1488363"/>
                <a:gd name="connsiteX283" fmla="*/ 771525 w 3643312"/>
                <a:gd name="connsiteY283" fmla="*/ 59860 h 1488363"/>
                <a:gd name="connsiteX284" fmla="*/ 771525 w 3643312"/>
                <a:gd name="connsiteY284" fmla="*/ 17736 h 1488363"/>
                <a:gd name="connsiteX285" fmla="*/ 788522 w 3643312"/>
                <a:gd name="connsiteY285" fmla="*/ 739 h 1488363"/>
                <a:gd name="connsiteX286" fmla="*/ 807736 w 3643312"/>
                <a:gd name="connsiteY286" fmla="*/ 739 h 1488363"/>
                <a:gd name="connsiteX287" fmla="*/ 925978 w 3643312"/>
                <a:gd name="connsiteY287" fmla="*/ 739 h 1488363"/>
                <a:gd name="connsiteX288" fmla="*/ 945192 w 3643312"/>
                <a:gd name="connsiteY288" fmla="*/ 739 h 1488363"/>
                <a:gd name="connsiteX289" fmla="*/ 955538 w 3643312"/>
                <a:gd name="connsiteY289" fmla="*/ 4434 h 1488363"/>
                <a:gd name="connsiteX290" fmla="*/ 1005052 w 3643312"/>
                <a:gd name="connsiteY290" fmla="*/ 39906 h 1488363"/>
                <a:gd name="connsiteX291" fmla="*/ 1015398 w 3643312"/>
                <a:gd name="connsiteY291" fmla="*/ 43601 h 1488363"/>
                <a:gd name="connsiteX292" fmla="*/ 1304350 w 3643312"/>
                <a:gd name="connsiteY292" fmla="*/ 43601 h 1488363"/>
                <a:gd name="connsiteX293" fmla="*/ 1323564 w 3643312"/>
                <a:gd name="connsiteY293" fmla="*/ 43601 h 1488363"/>
                <a:gd name="connsiteX294" fmla="*/ 1331694 w 3643312"/>
                <a:gd name="connsiteY294" fmla="*/ 51731 h 1488363"/>
                <a:gd name="connsiteX295" fmla="*/ 1331694 w 3643312"/>
                <a:gd name="connsiteY295" fmla="*/ 59860 h 1488363"/>
                <a:gd name="connsiteX296" fmla="*/ 618550 w 3643312"/>
                <a:gd name="connsiteY296" fmla="*/ 1172807 h 1488363"/>
                <a:gd name="connsiteX297" fmla="*/ 618550 w 3643312"/>
                <a:gd name="connsiteY297" fmla="*/ 1470627 h 1488363"/>
                <a:gd name="connsiteX298" fmla="*/ 600814 w 3643312"/>
                <a:gd name="connsiteY298" fmla="*/ 1487624 h 1488363"/>
                <a:gd name="connsiteX299" fmla="*/ 582339 w 3643312"/>
                <a:gd name="connsiteY299" fmla="*/ 1487624 h 1488363"/>
                <a:gd name="connsiteX300" fmla="*/ 93854 w 3643312"/>
                <a:gd name="connsiteY300" fmla="*/ 1487624 h 1488363"/>
                <a:gd name="connsiteX301" fmla="*/ 74640 w 3643312"/>
                <a:gd name="connsiteY301" fmla="*/ 1487624 h 1488363"/>
                <a:gd name="connsiteX302" fmla="*/ 57643 w 3643312"/>
                <a:gd name="connsiteY302" fmla="*/ 1470627 h 1488363"/>
                <a:gd name="connsiteX303" fmla="*/ 57643 w 3643312"/>
                <a:gd name="connsiteY303" fmla="*/ 1428504 h 1488363"/>
                <a:gd name="connsiteX304" fmla="*/ 57643 w 3643312"/>
                <a:gd name="connsiteY304" fmla="*/ 1413723 h 1488363"/>
                <a:gd name="connsiteX305" fmla="*/ 32517 w 3643312"/>
                <a:gd name="connsiteY305" fmla="*/ 1413723 h 1488363"/>
                <a:gd name="connsiteX306" fmla="*/ 0 w 3643312"/>
                <a:gd name="connsiteY306" fmla="*/ 1381207 h 1488363"/>
                <a:gd name="connsiteX307" fmla="*/ 0 w 3643312"/>
                <a:gd name="connsiteY307" fmla="*/ 1248186 h 1488363"/>
                <a:gd name="connsiteX308" fmla="*/ 32517 w 3643312"/>
                <a:gd name="connsiteY308" fmla="*/ 1215669 h 1488363"/>
                <a:gd name="connsiteX309" fmla="*/ 57643 w 3643312"/>
                <a:gd name="connsiteY309" fmla="*/ 1215669 h 1488363"/>
                <a:gd name="connsiteX310" fmla="*/ 57643 w 3643312"/>
                <a:gd name="connsiteY310" fmla="*/ 1172807 h 1488363"/>
                <a:gd name="connsiteX311" fmla="*/ 57643 w 3643312"/>
                <a:gd name="connsiteY311" fmla="*/ 1130683 h 1488363"/>
                <a:gd name="connsiteX312" fmla="*/ 74640 w 3643312"/>
                <a:gd name="connsiteY312" fmla="*/ 1113686 h 1488363"/>
                <a:gd name="connsiteX313" fmla="*/ 93854 w 3643312"/>
                <a:gd name="connsiteY313" fmla="*/ 1113686 h 1488363"/>
                <a:gd name="connsiteX314" fmla="*/ 212096 w 3643312"/>
                <a:gd name="connsiteY314" fmla="*/ 1113686 h 1488363"/>
                <a:gd name="connsiteX315" fmla="*/ 212834 w 3643312"/>
                <a:gd name="connsiteY315" fmla="*/ 1113686 h 1488363"/>
                <a:gd name="connsiteX316" fmla="*/ 231310 w 3643312"/>
                <a:gd name="connsiteY316" fmla="*/ 1113686 h 1488363"/>
                <a:gd name="connsiteX317" fmla="*/ 241656 w 3643312"/>
                <a:gd name="connsiteY317" fmla="*/ 1117381 h 1488363"/>
                <a:gd name="connsiteX318" fmla="*/ 291170 w 3643312"/>
                <a:gd name="connsiteY318" fmla="*/ 1152854 h 1488363"/>
                <a:gd name="connsiteX319" fmla="*/ 301515 w 3643312"/>
                <a:gd name="connsiteY319" fmla="*/ 1155810 h 1488363"/>
                <a:gd name="connsiteX320" fmla="*/ 590468 w 3643312"/>
                <a:gd name="connsiteY320" fmla="*/ 1155810 h 1488363"/>
                <a:gd name="connsiteX321" fmla="*/ 609682 w 3643312"/>
                <a:gd name="connsiteY321" fmla="*/ 1155810 h 1488363"/>
                <a:gd name="connsiteX322" fmla="*/ 618550 w 3643312"/>
                <a:gd name="connsiteY322" fmla="*/ 1164677 h 1488363"/>
                <a:gd name="connsiteX323" fmla="*/ 1332433 w 3643312"/>
                <a:gd name="connsiteY323" fmla="*/ 1172807 h 1488363"/>
                <a:gd name="connsiteX324" fmla="*/ 1332433 w 3643312"/>
                <a:gd name="connsiteY324" fmla="*/ 1470627 h 1488363"/>
                <a:gd name="connsiteX325" fmla="*/ 1314697 w 3643312"/>
                <a:gd name="connsiteY325" fmla="*/ 1488363 h 1488363"/>
                <a:gd name="connsiteX326" fmla="*/ 1296221 w 3643312"/>
                <a:gd name="connsiteY326" fmla="*/ 1488363 h 1488363"/>
                <a:gd name="connsiteX327" fmla="*/ 807736 w 3643312"/>
                <a:gd name="connsiteY327" fmla="*/ 1488363 h 1488363"/>
                <a:gd name="connsiteX328" fmla="*/ 788522 w 3643312"/>
                <a:gd name="connsiteY328" fmla="*/ 1488363 h 1488363"/>
                <a:gd name="connsiteX329" fmla="*/ 771525 w 3643312"/>
                <a:gd name="connsiteY329" fmla="*/ 1470627 h 1488363"/>
                <a:gd name="connsiteX330" fmla="*/ 771525 w 3643312"/>
                <a:gd name="connsiteY330" fmla="*/ 1414462 h 1488363"/>
                <a:gd name="connsiteX331" fmla="*/ 771525 w 3643312"/>
                <a:gd name="connsiteY331" fmla="*/ 1413723 h 1488363"/>
                <a:gd name="connsiteX332" fmla="*/ 757484 w 3643312"/>
                <a:gd name="connsiteY332" fmla="*/ 1405594 h 1488363"/>
                <a:gd name="connsiteX333" fmla="*/ 756745 w 3643312"/>
                <a:gd name="connsiteY333" fmla="*/ 1401899 h 1488363"/>
                <a:gd name="connsiteX334" fmla="*/ 764135 w 3643312"/>
                <a:gd name="connsiteY334" fmla="*/ 1384902 h 1488363"/>
                <a:gd name="connsiteX335" fmla="*/ 752311 w 3643312"/>
                <a:gd name="connsiteY335" fmla="*/ 1372339 h 1488363"/>
                <a:gd name="connsiteX336" fmla="*/ 735314 w 3643312"/>
                <a:gd name="connsiteY336" fmla="*/ 1380468 h 1488363"/>
                <a:gd name="connsiteX337" fmla="*/ 731619 w 3643312"/>
                <a:gd name="connsiteY337" fmla="*/ 1379729 h 1488363"/>
                <a:gd name="connsiteX338" fmla="*/ 722750 w 3643312"/>
                <a:gd name="connsiteY338" fmla="*/ 1364210 h 1488363"/>
                <a:gd name="connsiteX339" fmla="*/ 723490 w 3643312"/>
                <a:gd name="connsiteY339" fmla="*/ 1360515 h 1488363"/>
                <a:gd name="connsiteX340" fmla="*/ 739009 w 3643312"/>
                <a:gd name="connsiteY340" fmla="*/ 1350169 h 1488363"/>
                <a:gd name="connsiteX341" fmla="*/ 734575 w 3643312"/>
                <a:gd name="connsiteY341" fmla="*/ 1333172 h 1488363"/>
                <a:gd name="connsiteX342" fmla="*/ 716100 w 3643312"/>
                <a:gd name="connsiteY342" fmla="*/ 1331693 h 1488363"/>
                <a:gd name="connsiteX343" fmla="*/ 713143 w 3643312"/>
                <a:gd name="connsiteY343" fmla="*/ 1328737 h 1488363"/>
                <a:gd name="connsiteX344" fmla="*/ 713143 w 3643312"/>
                <a:gd name="connsiteY344" fmla="*/ 1311740 h 1488363"/>
                <a:gd name="connsiteX345" fmla="*/ 716100 w 3643312"/>
                <a:gd name="connsiteY345" fmla="*/ 1308784 h 1488363"/>
                <a:gd name="connsiteX346" fmla="*/ 734575 w 3643312"/>
                <a:gd name="connsiteY346" fmla="*/ 1307306 h 1488363"/>
                <a:gd name="connsiteX347" fmla="*/ 739009 w 3643312"/>
                <a:gd name="connsiteY347" fmla="*/ 1290309 h 1488363"/>
                <a:gd name="connsiteX348" fmla="*/ 723490 w 3643312"/>
                <a:gd name="connsiteY348" fmla="*/ 1279963 h 1488363"/>
                <a:gd name="connsiteX349" fmla="*/ 722750 w 3643312"/>
                <a:gd name="connsiteY349" fmla="*/ 1276268 h 1488363"/>
                <a:gd name="connsiteX350" fmla="*/ 731619 w 3643312"/>
                <a:gd name="connsiteY350" fmla="*/ 1260749 h 1488363"/>
                <a:gd name="connsiteX351" fmla="*/ 735314 w 3643312"/>
                <a:gd name="connsiteY351" fmla="*/ 1260010 h 1488363"/>
                <a:gd name="connsiteX352" fmla="*/ 752311 w 3643312"/>
                <a:gd name="connsiteY352" fmla="*/ 1268139 h 1488363"/>
                <a:gd name="connsiteX353" fmla="*/ 764135 w 3643312"/>
                <a:gd name="connsiteY353" fmla="*/ 1255576 h 1488363"/>
                <a:gd name="connsiteX354" fmla="*/ 756745 w 3643312"/>
                <a:gd name="connsiteY354" fmla="*/ 1238578 h 1488363"/>
                <a:gd name="connsiteX355" fmla="*/ 757484 w 3643312"/>
                <a:gd name="connsiteY355" fmla="*/ 1235622 h 1488363"/>
                <a:gd name="connsiteX356" fmla="*/ 771525 w 3643312"/>
                <a:gd name="connsiteY356" fmla="*/ 1227493 h 1488363"/>
                <a:gd name="connsiteX357" fmla="*/ 771525 w 3643312"/>
                <a:gd name="connsiteY357" fmla="*/ 1172807 h 1488363"/>
                <a:gd name="connsiteX358" fmla="*/ 771525 w 3643312"/>
                <a:gd name="connsiteY358" fmla="*/ 1130683 h 1488363"/>
                <a:gd name="connsiteX359" fmla="*/ 788522 w 3643312"/>
                <a:gd name="connsiteY359" fmla="*/ 1113686 h 1488363"/>
                <a:gd name="connsiteX360" fmla="*/ 807736 w 3643312"/>
                <a:gd name="connsiteY360" fmla="*/ 1113686 h 1488363"/>
                <a:gd name="connsiteX361" fmla="*/ 925978 w 3643312"/>
                <a:gd name="connsiteY361" fmla="*/ 1113686 h 1488363"/>
                <a:gd name="connsiteX362" fmla="*/ 926717 w 3643312"/>
                <a:gd name="connsiteY362" fmla="*/ 1113686 h 1488363"/>
                <a:gd name="connsiteX363" fmla="*/ 945192 w 3643312"/>
                <a:gd name="connsiteY363" fmla="*/ 1113686 h 1488363"/>
                <a:gd name="connsiteX364" fmla="*/ 955538 w 3643312"/>
                <a:gd name="connsiteY364" fmla="*/ 1117381 h 1488363"/>
                <a:gd name="connsiteX365" fmla="*/ 1005052 w 3643312"/>
                <a:gd name="connsiteY365" fmla="*/ 1152854 h 1488363"/>
                <a:gd name="connsiteX366" fmla="*/ 1015398 w 3643312"/>
                <a:gd name="connsiteY366" fmla="*/ 1156549 h 1488363"/>
                <a:gd name="connsiteX367" fmla="*/ 1304350 w 3643312"/>
                <a:gd name="connsiteY367" fmla="*/ 1156549 h 1488363"/>
                <a:gd name="connsiteX368" fmla="*/ 1323564 w 3643312"/>
                <a:gd name="connsiteY368" fmla="*/ 1156549 h 1488363"/>
                <a:gd name="connsiteX369" fmla="*/ 1332433 w 3643312"/>
                <a:gd name="connsiteY369" fmla="*/ 1164677 h 1488363"/>
                <a:gd name="connsiteX370" fmla="*/ 2930169 w 3643312"/>
                <a:gd name="connsiteY370" fmla="*/ 60599 h 1488363"/>
                <a:gd name="connsiteX371" fmla="*/ 2930169 w 3643312"/>
                <a:gd name="connsiteY371" fmla="*/ 358419 h 1488363"/>
                <a:gd name="connsiteX372" fmla="*/ 2912433 w 3643312"/>
                <a:gd name="connsiteY372" fmla="*/ 375416 h 1488363"/>
                <a:gd name="connsiteX373" fmla="*/ 2893958 w 3643312"/>
                <a:gd name="connsiteY373" fmla="*/ 375416 h 1488363"/>
                <a:gd name="connsiteX374" fmla="*/ 2405473 w 3643312"/>
                <a:gd name="connsiteY374" fmla="*/ 375416 h 1488363"/>
                <a:gd name="connsiteX375" fmla="*/ 2386259 w 3643312"/>
                <a:gd name="connsiteY375" fmla="*/ 375416 h 1488363"/>
                <a:gd name="connsiteX376" fmla="*/ 2369262 w 3643312"/>
                <a:gd name="connsiteY376" fmla="*/ 358419 h 1488363"/>
                <a:gd name="connsiteX377" fmla="*/ 2369262 w 3643312"/>
                <a:gd name="connsiteY377" fmla="*/ 315557 h 1488363"/>
                <a:gd name="connsiteX378" fmla="*/ 2369262 w 3643312"/>
                <a:gd name="connsiteY378" fmla="*/ 301515 h 1488363"/>
                <a:gd name="connsiteX379" fmla="*/ 2344135 w 3643312"/>
                <a:gd name="connsiteY379" fmla="*/ 301515 h 1488363"/>
                <a:gd name="connsiteX380" fmla="*/ 2311619 w 3643312"/>
                <a:gd name="connsiteY380" fmla="*/ 268999 h 1488363"/>
                <a:gd name="connsiteX381" fmla="*/ 2311619 w 3643312"/>
                <a:gd name="connsiteY381" fmla="*/ 135238 h 1488363"/>
                <a:gd name="connsiteX382" fmla="*/ 2344135 w 3643312"/>
                <a:gd name="connsiteY382" fmla="*/ 102722 h 1488363"/>
                <a:gd name="connsiteX383" fmla="*/ 2369262 w 3643312"/>
                <a:gd name="connsiteY383" fmla="*/ 102722 h 1488363"/>
                <a:gd name="connsiteX384" fmla="*/ 2369262 w 3643312"/>
                <a:gd name="connsiteY384" fmla="*/ 60599 h 1488363"/>
                <a:gd name="connsiteX385" fmla="*/ 2369262 w 3643312"/>
                <a:gd name="connsiteY385" fmla="*/ 17736 h 1488363"/>
                <a:gd name="connsiteX386" fmla="*/ 2386259 w 3643312"/>
                <a:gd name="connsiteY386" fmla="*/ 739 h 1488363"/>
                <a:gd name="connsiteX387" fmla="*/ 2405473 w 3643312"/>
                <a:gd name="connsiteY387" fmla="*/ 739 h 1488363"/>
                <a:gd name="connsiteX388" fmla="*/ 2524453 w 3643312"/>
                <a:gd name="connsiteY388" fmla="*/ 739 h 1488363"/>
                <a:gd name="connsiteX389" fmla="*/ 2542929 w 3643312"/>
                <a:gd name="connsiteY389" fmla="*/ 739 h 1488363"/>
                <a:gd name="connsiteX390" fmla="*/ 2553275 w 3643312"/>
                <a:gd name="connsiteY390" fmla="*/ 4434 h 1488363"/>
                <a:gd name="connsiteX391" fmla="*/ 2602788 w 3643312"/>
                <a:gd name="connsiteY391" fmla="*/ 39906 h 1488363"/>
                <a:gd name="connsiteX392" fmla="*/ 2613134 w 3643312"/>
                <a:gd name="connsiteY392" fmla="*/ 43601 h 1488363"/>
                <a:gd name="connsiteX393" fmla="*/ 2902087 w 3643312"/>
                <a:gd name="connsiteY393" fmla="*/ 43601 h 1488363"/>
                <a:gd name="connsiteX394" fmla="*/ 2921302 w 3643312"/>
                <a:gd name="connsiteY394" fmla="*/ 43601 h 1488363"/>
                <a:gd name="connsiteX395" fmla="*/ 2930169 w 3643312"/>
                <a:gd name="connsiteY395" fmla="*/ 52469 h 148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</a:cxnLst>
              <a:rect l="l" t="t" r="r" b="b"/>
              <a:pathLst>
                <a:path w="3643312" h="1488363">
                  <a:moveTo>
                    <a:pt x="2930169" y="614855"/>
                  </a:moveTo>
                  <a:lnTo>
                    <a:pt x="2930169" y="913415"/>
                  </a:lnTo>
                  <a:cubicBezTo>
                    <a:pt x="2930169" y="922283"/>
                    <a:pt x="2922040" y="930412"/>
                    <a:pt x="2912433" y="930412"/>
                  </a:cubicBezTo>
                  <a:lnTo>
                    <a:pt x="2893958" y="930412"/>
                  </a:lnTo>
                  <a:lnTo>
                    <a:pt x="2405473" y="930412"/>
                  </a:lnTo>
                  <a:lnTo>
                    <a:pt x="2386259" y="930412"/>
                  </a:lnTo>
                  <a:cubicBezTo>
                    <a:pt x="2376652" y="930412"/>
                    <a:pt x="2369262" y="922283"/>
                    <a:pt x="2369262" y="913415"/>
                  </a:cubicBezTo>
                  <a:lnTo>
                    <a:pt x="2369262" y="856511"/>
                  </a:lnTo>
                  <a:lnTo>
                    <a:pt x="2369262" y="855772"/>
                  </a:lnTo>
                  <a:lnTo>
                    <a:pt x="2355220" y="847643"/>
                  </a:lnTo>
                  <a:cubicBezTo>
                    <a:pt x="2353743" y="846904"/>
                    <a:pt x="2353743" y="845426"/>
                    <a:pt x="2353743" y="843948"/>
                  </a:cubicBezTo>
                  <a:lnTo>
                    <a:pt x="2361871" y="827690"/>
                  </a:lnTo>
                  <a:cubicBezTo>
                    <a:pt x="2357438" y="823751"/>
                    <a:pt x="2353226" y="819561"/>
                    <a:pt x="2349309" y="815126"/>
                  </a:cubicBezTo>
                  <a:lnTo>
                    <a:pt x="2333050" y="823256"/>
                  </a:lnTo>
                  <a:cubicBezTo>
                    <a:pt x="2331572" y="823256"/>
                    <a:pt x="2330095" y="823256"/>
                    <a:pt x="2329355" y="821777"/>
                  </a:cubicBezTo>
                  <a:lnTo>
                    <a:pt x="2320487" y="806997"/>
                  </a:lnTo>
                  <a:cubicBezTo>
                    <a:pt x="2319748" y="805519"/>
                    <a:pt x="2320487" y="804041"/>
                    <a:pt x="2321226" y="803302"/>
                  </a:cubicBezTo>
                  <a:lnTo>
                    <a:pt x="2336745" y="792217"/>
                  </a:lnTo>
                  <a:cubicBezTo>
                    <a:pt x="2334750" y="786800"/>
                    <a:pt x="2333272" y="781132"/>
                    <a:pt x="2332311" y="775220"/>
                  </a:cubicBezTo>
                  <a:lnTo>
                    <a:pt x="2313836" y="773742"/>
                  </a:lnTo>
                  <a:cubicBezTo>
                    <a:pt x="2312358" y="773742"/>
                    <a:pt x="2310880" y="773003"/>
                    <a:pt x="2310880" y="771525"/>
                  </a:cubicBezTo>
                  <a:lnTo>
                    <a:pt x="2310880" y="753789"/>
                  </a:lnTo>
                  <a:cubicBezTo>
                    <a:pt x="2310880" y="752311"/>
                    <a:pt x="2312358" y="751572"/>
                    <a:pt x="2313836" y="750833"/>
                  </a:cubicBezTo>
                  <a:lnTo>
                    <a:pt x="2332311" y="749355"/>
                  </a:lnTo>
                  <a:cubicBezTo>
                    <a:pt x="2333272" y="743938"/>
                    <a:pt x="2334750" y="738513"/>
                    <a:pt x="2336745" y="733096"/>
                  </a:cubicBezTo>
                  <a:lnTo>
                    <a:pt x="2321226" y="722011"/>
                  </a:lnTo>
                  <a:cubicBezTo>
                    <a:pt x="2320487" y="721272"/>
                    <a:pt x="2319748" y="719794"/>
                    <a:pt x="2320487" y="718316"/>
                  </a:cubicBezTo>
                  <a:lnTo>
                    <a:pt x="2329355" y="703536"/>
                  </a:lnTo>
                  <a:cubicBezTo>
                    <a:pt x="2330095" y="702058"/>
                    <a:pt x="2331572" y="701319"/>
                    <a:pt x="2333050" y="702058"/>
                  </a:cubicBezTo>
                  <a:lnTo>
                    <a:pt x="2349309" y="710187"/>
                  </a:lnTo>
                  <a:cubicBezTo>
                    <a:pt x="2353226" y="705753"/>
                    <a:pt x="2357438" y="701563"/>
                    <a:pt x="2361871" y="697624"/>
                  </a:cubicBezTo>
                  <a:lnTo>
                    <a:pt x="2353743" y="681366"/>
                  </a:lnTo>
                  <a:cubicBezTo>
                    <a:pt x="2353743" y="679888"/>
                    <a:pt x="2353743" y="678410"/>
                    <a:pt x="2355220" y="677671"/>
                  </a:cubicBezTo>
                  <a:lnTo>
                    <a:pt x="2369262" y="669542"/>
                  </a:lnTo>
                  <a:lnTo>
                    <a:pt x="2369262" y="614855"/>
                  </a:lnTo>
                  <a:lnTo>
                    <a:pt x="2369262" y="572732"/>
                  </a:lnTo>
                  <a:cubicBezTo>
                    <a:pt x="2369262" y="563864"/>
                    <a:pt x="2376652" y="555734"/>
                    <a:pt x="2386259" y="555734"/>
                  </a:cubicBezTo>
                  <a:lnTo>
                    <a:pt x="2405473" y="555734"/>
                  </a:lnTo>
                  <a:lnTo>
                    <a:pt x="2523715" y="555734"/>
                  </a:lnTo>
                  <a:lnTo>
                    <a:pt x="2524453" y="555734"/>
                  </a:lnTo>
                  <a:lnTo>
                    <a:pt x="2542929" y="555734"/>
                  </a:lnTo>
                  <a:cubicBezTo>
                    <a:pt x="2546624" y="555734"/>
                    <a:pt x="2550319" y="557212"/>
                    <a:pt x="2553275" y="559429"/>
                  </a:cubicBezTo>
                  <a:lnTo>
                    <a:pt x="2602788" y="594902"/>
                  </a:lnTo>
                  <a:cubicBezTo>
                    <a:pt x="2605744" y="597119"/>
                    <a:pt x="2609439" y="598597"/>
                    <a:pt x="2613134" y="598597"/>
                  </a:cubicBezTo>
                  <a:lnTo>
                    <a:pt x="2902087" y="598597"/>
                  </a:lnTo>
                  <a:lnTo>
                    <a:pt x="2921302" y="598597"/>
                  </a:lnTo>
                  <a:cubicBezTo>
                    <a:pt x="2925735" y="598597"/>
                    <a:pt x="2930169" y="602292"/>
                    <a:pt x="2930169" y="607465"/>
                  </a:cubicBezTo>
                  <a:close/>
                  <a:moveTo>
                    <a:pt x="3643313" y="614855"/>
                  </a:moveTo>
                  <a:lnTo>
                    <a:pt x="3643313" y="912676"/>
                  </a:lnTo>
                  <a:cubicBezTo>
                    <a:pt x="3643313" y="922283"/>
                    <a:pt x="3635184" y="929673"/>
                    <a:pt x="3626315" y="929673"/>
                  </a:cubicBezTo>
                  <a:lnTo>
                    <a:pt x="3607101" y="929673"/>
                  </a:lnTo>
                  <a:lnTo>
                    <a:pt x="3118616" y="929673"/>
                  </a:lnTo>
                  <a:lnTo>
                    <a:pt x="3099402" y="929673"/>
                  </a:lnTo>
                  <a:cubicBezTo>
                    <a:pt x="3090534" y="929673"/>
                    <a:pt x="3082405" y="922283"/>
                    <a:pt x="3082405" y="912676"/>
                  </a:cubicBezTo>
                  <a:lnTo>
                    <a:pt x="3082405" y="869813"/>
                  </a:lnTo>
                  <a:lnTo>
                    <a:pt x="3082405" y="855772"/>
                  </a:lnTo>
                  <a:lnTo>
                    <a:pt x="3057278" y="855772"/>
                  </a:lnTo>
                  <a:cubicBezTo>
                    <a:pt x="3039543" y="855772"/>
                    <a:pt x="3024763" y="840992"/>
                    <a:pt x="3024763" y="823256"/>
                  </a:cubicBezTo>
                  <a:lnTo>
                    <a:pt x="3024763" y="689495"/>
                  </a:lnTo>
                  <a:cubicBezTo>
                    <a:pt x="3024763" y="671759"/>
                    <a:pt x="3039543" y="656979"/>
                    <a:pt x="3057278" y="656979"/>
                  </a:cubicBezTo>
                  <a:lnTo>
                    <a:pt x="3082405" y="656979"/>
                  </a:lnTo>
                  <a:lnTo>
                    <a:pt x="3082405" y="614855"/>
                  </a:lnTo>
                  <a:lnTo>
                    <a:pt x="3082405" y="571993"/>
                  </a:lnTo>
                  <a:cubicBezTo>
                    <a:pt x="3082405" y="563124"/>
                    <a:pt x="3090534" y="554995"/>
                    <a:pt x="3099402" y="554995"/>
                  </a:cubicBezTo>
                  <a:lnTo>
                    <a:pt x="3118616" y="554995"/>
                  </a:lnTo>
                  <a:lnTo>
                    <a:pt x="3237597" y="554995"/>
                  </a:lnTo>
                  <a:lnTo>
                    <a:pt x="3256072" y="554995"/>
                  </a:lnTo>
                  <a:cubicBezTo>
                    <a:pt x="3260506" y="554995"/>
                    <a:pt x="3263462" y="556473"/>
                    <a:pt x="3267157" y="558690"/>
                  </a:cubicBezTo>
                  <a:lnTo>
                    <a:pt x="3315931" y="594163"/>
                  </a:lnTo>
                  <a:cubicBezTo>
                    <a:pt x="3318888" y="596380"/>
                    <a:pt x="3322583" y="597858"/>
                    <a:pt x="3326278" y="597858"/>
                  </a:cubicBezTo>
                  <a:lnTo>
                    <a:pt x="3615970" y="597858"/>
                  </a:lnTo>
                  <a:lnTo>
                    <a:pt x="3634445" y="597858"/>
                  </a:lnTo>
                  <a:cubicBezTo>
                    <a:pt x="3639618" y="597858"/>
                    <a:pt x="3643313" y="601553"/>
                    <a:pt x="3643313" y="606726"/>
                  </a:cubicBezTo>
                  <a:close/>
                  <a:moveTo>
                    <a:pt x="3643313" y="59860"/>
                  </a:moveTo>
                  <a:lnTo>
                    <a:pt x="3643313" y="357680"/>
                  </a:lnTo>
                  <a:cubicBezTo>
                    <a:pt x="3643313" y="367287"/>
                    <a:pt x="3635184" y="374677"/>
                    <a:pt x="3626315" y="374677"/>
                  </a:cubicBezTo>
                  <a:lnTo>
                    <a:pt x="3607101" y="374677"/>
                  </a:lnTo>
                  <a:lnTo>
                    <a:pt x="3118616" y="374677"/>
                  </a:lnTo>
                  <a:lnTo>
                    <a:pt x="3099402" y="374677"/>
                  </a:lnTo>
                  <a:cubicBezTo>
                    <a:pt x="3090534" y="374677"/>
                    <a:pt x="3082405" y="367287"/>
                    <a:pt x="3082405" y="357680"/>
                  </a:cubicBezTo>
                  <a:lnTo>
                    <a:pt x="3082405" y="315557"/>
                  </a:lnTo>
                  <a:lnTo>
                    <a:pt x="3082405" y="300776"/>
                  </a:lnTo>
                  <a:lnTo>
                    <a:pt x="3057278" y="300776"/>
                  </a:lnTo>
                  <a:cubicBezTo>
                    <a:pt x="3039543" y="300776"/>
                    <a:pt x="3024763" y="285996"/>
                    <a:pt x="3024763" y="268260"/>
                  </a:cubicBezTo>
                  <a:lnTo>
                    <a:pt x="3024763" y="134499"/>
                  </a:lnTo>
                  <a:cubicBezTo>
                    <a:pt x="3024763" y="116763"/>
                    <a:pt x="3039543" y="101983"/>
                    <a:pt x="3057278" y="101983"/>
                  </a:cubicBezTo>
                  <a:lnTo>
                    <a:pt x="3082405" y="101983"/>
                  </a:lnTo>
                  <a:lnTo>
                    <a:pt x="3082405" y="59860"/>
                  </a:lnTo>
                  <a:lnTo>
                    <a:pt x="3082405" y="17736"/>
                  </a:lnTo>
                  <a:cubicBezTo>
                    <a:pt x="3082405" y="8129"/>
                    <a:pt x="3090534" y="0"/>
                    <a:pt x="3099402" y="0"/>
                  </a:cubicBezTo>
                  <a:lnTo>
                    <a:pt x="3118616" y="0"/>
                  </a:lnTo>
                  <a:lnTo>
                    <a:pt x="3237597" y="0"/>
                  </a:lnTo>
                  <a:lnTo>
                    <a:pt x="3256072" y="0"/>
                  </a:lnTo>
                  <a:cubicBezTo>
                    <a:pt x="3260506" y="0"/>
                    <a:pt x="3263462" y="1478"/>
                    <a:pt x="3267157" y="3695"/>
                  </a:cubicBezTo>
                  <a:lnTo>
                    <a:pt x="3315931" y="39167"/>
                  </a:lnTo>
                  <a:cubicBezTo>
                    <a:pt x="3318888" y="41384"/>
                    <a:pt x="3322583" y="42862"/>
                    <a:pt x="3326278" y="42862"/>
                  </a:cubicBezTo>
                  <a:lnTo>
                    <a:pt x="3615970" y="42862"/>
                  </a:lnTo>
                  <a:lnTo>
                    <a:pt x="3634445" y="42862"/>
                  </a:lnTo>
                  <a:cubicBezTo>
                    <a:pt x="3639618" y="42862"/>
                    <a:pt x="3643313" y="46557"/>
                    <a:pt x="3643313" y="51731"/>
                  </a:cubicBezTo>
                  <a:close/>
                  <a:moveTo>
                    <a:pt x="2929430" y="1172807"/>
                  </a:moveTo>
                  <a:lnTo>
                    <a:pt x="2929430" y="1470627"/>
                  </a:lnTo>
                  <a:cubicBezTo>
                    <a:pt x="2929430" y="1480234"/>
                    <a:pt x="2922040" y="1487624"/>
                    <a:pt x="2912433" y="1487624"/>
                  </a:cubicBezTo>
                  <a:lnTo>
                    <a:pt x="2893219" y="1487624"/>
                  </a:lnTo>
                  <a:lnTo>
                    <a:pt x="2405473" y="1487624"/>
                  </a:lnTo>
                  <a:lnTo>
                    <a:pt x="2386259" y="1487624"/>
                  </a:lnTo>
                  <a:cubicBezTo>
                    <a:pt x="2376652" y="1487624"/>
                    <a:pt x="2369262" y="1480234"/>
                    <a:pt x="2369262" y="1470627"/>
                  </a:cubicBezTo>
                  <a:lnTo>
                    <a:pt x="2369262" y="1427765"/>
                  </a:lnTo>
                  <a:lnTo>
                    <a:pt x="2369262" y="1413723"/>
                  </a:lnTo>
                  <a:lnTo>
                    <a:pt x="2344135" y="1413723"/>
                  </a:lnTo>
                  <a:cubicBezTo>
                    <a:pt x="2325660" y="1413723"/>
                    <a:pt x="2311619" y="1398943"/>
                    <a:pt x="2311619" y="1381207"/>
                  </a:cubicBezTo>
                  <a:lnTo>
                    <a:pt x="2311619" y="1247447"/>
                  </a:lnTo>
                  <a:cubicBezTo>
                    <a:pt x="2311619" y="1229710"/>
                    <a:pt x="2325660" y="1214930"/>
                    <a:pt x="2344135" y="1214930"/>
                  </a:cubicBezTo>
                  <a:lnTo>
                    <a:pt x="2369262" y="1214930"/>
                  </a:lnTo>
                  <a:lnTo>
                    <a:pt x="2369262" y="1172807"/>
                  </a:lnTo>
                  <a:lnTo>
                    <a:pt x="2369262" y="1129944"/>
                  </a:lnTo>
                  <a:cubicBezTo>
                    <a:pt x="2369262" y="1121076"/>
                    <a:pt x="2376652" y="1112947"/>
                    <a:pt x="2386259" y="1112947"/>
                  </a:cubicBezTo>
                  <a:lnTo>
                    <a:pt x="2405473" y="1112947"/>
                  </a:lnTo>
                  <a:lnTo>
                    <a:pt x="2523715" y="1112947"/>
                  </a:lnTo>
                  <a:lnTo>
                    <a:pt x="2542929" y="1112947"/>
                  </a:lnTo>
                  <a:cubicBezTo>
                    <a:pt x="2546624" y="1112947"/>
                    <a:pt x="2550319" y="1114425"/>
                    <a:pt x="2553275" y="1116642"/>
                  </a:cubicBezTo>
                  <a:lnTo>
                    <a:pt x="2602049" y="1152114"/>
                  </a:lnTo>
                  <a:cubicBezTo>
                    <a:pt x="2605744" y="1154331"/>
                    <a:pt x="2608701" y="1155810"/>
                    <a:pt x="2612396" y="1155810"/>
                  </a:cubicBezTo>
                  <a:lnTo>
                    <a:pt x="2902087" y="1155810"/>
                  </a:lnTo>
                  <a:lnTo>
                    <a:pt x="2921302" y="1155810"/>
                  </a:lnTo>
                  <a:cubicBezTo>
                    <a:pt x="2925735" y="1155810"/>
                    <a:pt x="2929430" y="1159505"/>
                    <a:pt x="2929430" y="1164677"/>
                  </a:cubicBezTo>
                  <a:close/>
                  <a:moveTo>
                    <a:pt x="3643313" y="1172807"/>
                  </a:moveTo>
                  <a:lnTo>
                    <a:pt x="3643313" y="1470627"/>
                  </a:lnTo>
                  <a:cubicBezTo>
                    <a:pt x="3643313" y="1480234"/>
                    <a:pt x="3635923" y="1487624"/>
                    <a:pt x="3626315" y="1487624"/>
                  </a:cubicBezTo>
                  <a:lnTo>
                    <a:pt x="3607101" y="1487624"/>
                  </a:lnTo>
                  <a:lnTo>
                    <a:pt x="3119355" y="1487624"/>
                  </a:lnTo>
                  <a:lnTo>
                    <a:pt x="3100141" y="1487624"/>
                  </a:lnTo>
                  <a:cubicBezTo>
                    <a:pt x="3090534" y="1487624"/>
                    <a:pt x="3083144" y="1480234"/>
                    <a:pt x="3083144" y="1470627"/>
                  </a:cubicBezTo>
                  <a:lnTo>
                    <a:pt x="3083144" y="1413723"/>
                  </a:lnTo>
                  <a:lnTo>
                    <a:pt x="3083144" y="1412985"/>
                  </a:lnTo>
                  <a:lnTo>
                    <a:pt x="3069103" y="1404855"/>
                  </a:lnTo>
                  <a:cubicBezTo>
                    <a:pt x="3067625" y="1404116"/>
                    <a:pt x="3066886" y="1402638"/>
                    <a:pt x="3067625" y="1401160"/>
                  </a:cubicBezTo>
                  <a:lnTo>
                    <a:pt x="3075754" y="1384902"/>
                  </a:lnTo>
                  <a:cubicBezTo>
                    <a:pt x="3071320" y="1380963"/>
                    <a:pt x="3067108" y="1376773"/>
                    <a:pt x="3063191" y="1372339"/>
                  </a:cubicBezTo>
                  <a:lnTo>
                    <a:pt x="3046193" y="1380468"/>
                  </a:lnTo>
                  <a:cubicBezTo>
                    <a:pt x="3045454" y="1381207"/>
                    <a:pt x="3043977" y="1380468"/>
                    <a:pt x="3043238" y="1378990"/>
                  </a:cubicBezTo>
                  <a:lnTo>
                    <a:pt x="3034369" y="1364210"/>
                  </a:lnTo>
                  <a:cubicBezTo>
                    <a:pt x="3033630" y="1362732"/>
                    <a:pt x="3033630" y="1361254"/>
                    <a:pt x="3035108" y="1360515"/>
                  </a:cubicBezTo>
                  <a:lnTo>
                    <a:pt x="3050628" y="1350169"/>
                  </a:lnTo>
                  <a:cubicBezTo>
                    <a:pt x="3048189" y="1344257"/>
                    <a:pt x="3046711" y="1338589"/>
                    <a:pt x="3046193" y="1333172"/>
                  </a:cubicBezTo>
                  <a:lnTo>
                    <a:pt x="3026979" y="1331693"/>
                  </a:lnTo>
                  <a:cubicBezTo>
                    <a:pt x="3025502" y="1331693"/>
                    <a:pt x="3024763" y="1330216"/>
                    <a:pt x="3024763" y="1328737"/>
                  </a:cubicBezTo>
                  <a:lnTo>
                    <a:pt x="3024763" y="1311001"/>
                  </a:lnTo>
                  <a:cubicBezTo>
                    <a:pt x="3024763" y="1309523"/>
                    <a:pt x="3025502" y="1308784"/>
                    <a:pt x="3026979" y="1308784"/>
                  </a:cubicBezTo>
                  <a:lnTo>
                    <a:pt x="3045454" y="1307306"/>
                  </a:lnTo>
                  <a:cubicBezTo>
                    <a:pt x="3046415" y="1301394"/>
                    <a:pt x="3048189" y="1295726"/>
                    <a:pt x="3050628" y="1290309"/>
                  </a:cubicBezTo>
                  <a:lnTo>
                    <a:pt x="3035108" y="1279224"/>
                  </a:lnTo>
                  <a:cubicBezTo>
                    <a:pt x="3033630" y="1278485"/>
                    <a:pt x="3033630" y="1277007"/>
                    <a:pt x="3034369" y="1276268"/>
                  </a:cubicBezTo>
                  <a:lnTo>
                    <a:pt x="3043238" y="1260749"/>
                  </a:lnTo>
                  <a:cubicBezTo>
                    <a:pt x="3043977" y="1259271"/>
                    <a:pt x="3045454" y="1259271"/>
                    <a:pt x="3046193" y="1260010"/>
                  </a:cubicBezTo>
                  <a:lnTo>
                    <a:pt x="3063191" y="1267400"/>
                  </a:lnTo>
                  <a:cubicBezTo>
                    <a:pt x="3067108" y="1262966"/>
                    <a:pt x="3071320" y="1259027"/>
                    <a:pt x="3075754" y="1255576"/>
                  </a:cubicBezTo>
                  <a:lnTo>
                    <a:pt x="3067625" y="1238578"/>
                  </a:lnTo>
                  <a:cubicBezTo>
                    <a:pt x="3066886" y="1237100"/>
                    <a:pt x="3067625" y="1235622"/>
                    <a:pt x="3069103" y="1234883"/>
                  </a:cubicBezTo>
                  <a:lnTo>
                    <a:pt x="3083144" y="1226754"/>
                  </a:lnTo>
                  <a:lnTo>
                    <a:pt x="3083144" y="1172807"/>
                  </a:lnTo>
                  <a:lnTo>
                    <a:pt x="3083144" y="1130683"/>
                  </a:lnTo>
                  <a:cubicBezTo>
                    <a:pt x="3083144" y="1121076"/>
                    <a:pt x="3090534" y="1112947"/>
                    <a:pt x="3100141" y="1112947"/>
                  </a:cubicBezTo>
                  <a:lnTo>
                    <a:pt x="3119355" y="1112947"/>
                  </a:lnTo>
                  <a:lnTo>
                    <a:pt x="3237597" y="1112947"/>
                  </a:lnTo>
                  <a:lnTo>
                    <a:pt x="3256811" y="1112947"/>
                  </a:lnTo>
                  <a:cubicBezTo>
                    <a:pt x="3260506" y="1112947"/>
                    <a:pt x="3264201" y="1114425"/>
                    <a:pt x="3267157" y="1116642"/>
                  </a:cubicBezTo>
                  <a:lnTo>
                    <a:pt x="3315931" y="1152114"/>
                  </a:lnTo>
                  <a:cubicBezTo>
                    <a:pt x="3319626" y="1154331"/>
                    <a:pt x="3322583" y="1155810"/>
                    <a:pt x="3327017" y="1155810"/>
                  </a:cubicBezTo>
                  <a:lnTo>
                    <a:pt x="3615970" y="1155810"/>
                  </a:lnTo>
                  <a:lnTo>
                    <a:pt x="3635184" y="1155810"/>
                  </a:lnTo>
                  <a:cubicBezTo>
                    <a:pt x="3639618" y="1155810"/>
                    <a:pt x="3643313" y="1159505"/>
                    <a:pt x="3643313" y="1164677"/>
                  </a:cubicBezTo>
                  <a:close/>
                  <a:moveTo>
                    <a:pt x="618550" y="59860"/>
                  </a:moveTo>
                  <a:lnTo>
                    <a:pt x="618550" y="357680"/>
                  </a:lnTo>
                  <a:cubicBezTo>
                    <a:pt x="618550" y="367287"/>
                    <a:pt x="611160" y="375416"/>
                    <a:pt x="601553" y="375416"/>
                  </a:cubicBezTo>
                  <a:lnTo>
                    <a:pt x="582339" y="375416"/>
                  </a:lnTo>
                  <a:lnTo>
                    <a:pt x="93854" y="375416"/>
                  </a:lnTo>
                  <a:lnTo>
                    <a:pt x="75379" y="375416"/>
                  </a:lnTo>
                  <a:cubicBezTo>
                    <a:pt x="65772" y="375416"/>
                    <a:pt x="57643" y="367287"/>
                    <a:pt x="57643" y="357680"/>
                  </a:cubicBezTo>
                  <a:lnTo>
                    <a:pt x="57643" y="315557"/>
                  </a:lnTo>
                  <a:lnTo>
                    <a:pt x="57643" y="300776"/>
                  </a:lnTo>
                  <a:lnTo>
                    <a:pt x="32517" y="300776"/>
                  </a:lnTo>
                  <a:cubicBezTo>
                    <a:pt x="14780" y="300776"/>
                    <a:pt x="0" y="285996"/>
                    <a:pt x="0" y="268260"/>
                  </a:cubicBezTo>
                  <a:lnTo>
                    <a:pt x="0" y="135238"/>
                  </a:lnTo>
                  <a:cubicBezTo>
                    <a:pt x="0" y="117502"/>
                    <a:pt x="14780" y="102722"/>
                    <a:pt x="32517" y="102722"/>
                  </a:cubicBezTo>
                  <a:lnTo>
                    <a:pt x="57643" y="102722"/>
                  </a:lnTo>
                  <a:lnTo>
                    <a:pt x="57643" y="59860"/>
                  </a:lnTo>
                  <a:lnTo>
                    <a:pt x="57643" y="17736"/>
                  </a:lnTo>
                  <a:cubicBezTo>
                    <a:pt x="57643" y="8129"/>
                    <a:pt x="65772" y="739"/>
                    <a:pt x="75379" y="739"/>
                  </a:cubicBezTo>
                  <a:lnTo>
                    <a:pt x="93854" y="739"/>
                  </a:lnTo>
                  <a:lnTo>
                    <a:pt x="212834" y="739"/>
                  </a:lnTo>
                  <a:lnTo>
                    <a:pt x="231310" y="739"/>
                  </a:lnTo>
                  <a:cubicBezTo>
                    <a:pt x="235744" y="739"/>
                    <a:pt x="238700" y="2217"/>
                    <a:pt x="242395" y="4434"/>
                  </a:cubicBezTo>
                  <a:lnTo>
                    <a:pt x="291170" y="39906"/>
                  </a:lnTo>
                  <a:cubicBezTo>
                    <a:pt x="294865" y="42123"/>
                    <a:pt x="297820" y="42862"/>
                    <a:pt x="301515" y="43601"/>
                  </a:cubicBezTo>
                  <a:lnTo>
                    <a:pt x="591207" y="43601"/>
                  </a:lnTo>
                  <a:lnTo>
                    <a:pt x="609682" y="43601"/>
                  </a:lnTo>
                  <a:cubicBezTo>
                    <a:pt x="614855" y="43601"/>
                    <a:pt x="618550" y="47297"/>
                    <a:pt x="618550" y="51731"/>
                  </a:cubicBezTo>
                  <a:close/>
                  <a:moveTo>
                    <a:pt x="618550" y="614855"/>
                  </a:moveTo>
                  <a:lnTo>
                    <a:pt x="618550" y="912676"/>
                  </a:lnTo>
                  <a:cubicBezTo>
                    <a:pt x="618550" y="922283"/>
                    <a:pt x="611160" y="929673"/>
                    <a:pt x="601553" y="929673"/>
                  </a:cubicBezTo>
                  <a:lnTo>
                    <a:pt x="582339" y="929673"/>
                  </a:lnTo>
                  <a:lnTo>
                    <a:pt x="93854" y="929673"/>
                  </a:lnTo>
                  <a:lnTo>
                    <a:pt x="75379" y="929673"/>
                  </a:lnTo>
                  <a:cubicBezTo>
                    <a:pt x="65772" y="929673"/>
                    <a:pt x="57643" y="922283"/>
                    <a:pt x="57643" y="912676"/>
                  </a:cubicBezTo>
                  <a:lnTo>
                    <a:pt x="57643" y="856511"/>
                  </a:lnTo>
                  <a:lnTo>
                    <a:pt x="57643" y="855772"/>
                  </a:lnTo>
                  <a:lnTo>
                    <a:pt x="43602" y="847643"/>
                  </a:lnTo>
                  <a:cubicBezTo>
                    <a:pt x="42862" y="846904"/>
                    <a:pt x="42124" y="844687"/>
                    <a:pt x="42862" y="843948"/>
                  </a:cubicBezTo>
                  <a:lnTo>
                    <a:pt x="50992" y="826951"/>
                  </a:lnTo>
                  <a:cubicBezTo>
                    <a:pt x="46062" y="823499"/>
                    <a:pt x="41880" y="819317"/>
                    <a:pt x="38429" y="814387"/>
                  </a:cubicBezTo>
                  <a:lnTo>
                    <a:pt x="21431" y="822517"/>
                  </a:lnTo>
                  <a:cubicBezTo>
                    <a:pt x="19953" y="823256"/>
                    <a:pt x="18475" y="822517"/>
                    <a:pt x="17736" y="821777"/>
                  </a:cubicBezTo>
                  <a:lnTo>
                    <a:pt x="9607" y="806258"/>
                  </a:lnTo>
                  <a:cubicBezTo>
                    <a:pt x="8868" y="804780"/>
                    <a:pt x="8868" y="803302"/>
                    <a:pt x="10346" y="802563"/>
                  </a:cubicBezTo>
                  <a:lnTo>
                    <a:pt x="25126" y="792217"/>
                  </a:lnTo>
                  <a:cubicBezTo>
                    <a:pt x="23153" y="786800"/>
                    <a:pt x="21675" y="781132"/>
                    <a:pt x="20692" y="775220"/>
                  </a:cubicBezTo>
                  <a:lnTo>
                    <a:pt x="2217" y="773742"/>
                  </a:lnTo>
                  <a:cubicBezTo>
                    <a:pt x="739" y="773742"/>
                    <a:pt x="0" y="772264"/>
                    <a:pt x="0" y="770786"/>
                  </a:cubicBezTo>
                  <a:lnTo>
                    <a:pt x="0" y="753789"/>
                  </a:lnTo>
                  <a:cubicBezTo>
                    <a:pt x="0" y="752311"/>
                    <a:pt x="739" y="750833"/>
                    <a:pt x="2217" y="750833"/>
                  </a:cubicBezTo>
                  <a:lnTo>
                    <a:pt x="20692" y="749355"/>
                  </a:lnTo>
                  <a:cubicBezTo>
                    <a:pt x="21675" y="743443"/>
                    <a:pt x="23153" y="737774"/>
                    <a:pt x="25126" y="732357"/>
                  </a:cubicBezTo>
                  <a:lnTo>
                    <a:pt x="10346" y="722011"/>
                  </a:lnTo>
                  <a:cubicBezTo>
                    <a:pt x="8868" y="721272"/>
                    <a:pt x="8868" y="719794"/>
                    <a:pt x="9607" y="718316"/>
                  </a:cubicBezTo>
                  <a:lnTo>
                    <a:pt x="17736" y="702797"/>
                  </a:lnTo>
                  <a:cubicBezTo>
                    <a:pt x="18475" y="702058"/>
                    <a:pt x="19953" y="701319"/>
                    <a:pt x="21431" y="702058"/>
                  </a:cubicBezTo>
                  <a:lnTo>
                    <a:pt x="38429" y="710187"/>
                  </a:lnTo>
                  <a:cubicBezTo>
                    <a:pt x="41880" y="705258"/>
                    <a:pt x="46062" y="701075"/>
                    <a:pt x="50992" y="697624"/>
                  </a:cubicBezTo>
                  <a:lnTo>
                    <a:pt x="42862" y="680627"/>
                  </a:lnTo>
                  <a:cubicBezTo>
                    <a:pt x="42124" y="679149"/>
                    <a:pt x="42862" y="677671"/>
                    <a:pt x="43602" y="676932"/>
                  </a:cubicBezTo>
                  <a:lnTo>
                    <a:pt x="57643" y="668803"/>
                  </a:lnTo>
                  <a:lnTo>
                    <a:pt x="57643" y="614855"/>
                  </a:lnTo>
                  <a:lnTo>
                    <a:pt x="57643" y="572732"/>
                  </a:lnTo>
                  <a:cubicBezTo>
                    <a:pt x="57643" y="563124"/>
                    <a:pt x="65772" y="555734"/>
                    <a:pt x="75379" y="555734"/>
                  </a:cubicBezTo>
                  <a:lnTo>
                    <a:pt x="93854" y="555734"/>
                  </a:lnTo>
                  <a:lnTo>
                    <a:pt x="212834" y="555734"/>
                  </a:lnTo>
                  <a:lnTo>
                    <a:pt x="231310" y="555734"/>
                  </a:lnTo>
                  <a:cubicBezTo>
                    <a:pt x="235744" y="555734"/>
                    <a:pt x="238700" y="556473"/>
                    <a:pt x="242395" y="559429"/>
                  </a:cubicBezTo>
                  <a:lnTo>
                    <a:pt x="291170" y="594163"/>
                  </a:lnTo>
                  <a:cubicBezTo>
                    <a:pt x="294865" y="597119"/>
                    <a:pt x="297820" y="597858"/>
                    <a:pt x="301515" y="597858"/>
                  </a:cubicBezTo>
                  <a:lnTo>
                    <a:pt x="591207" y="597858"/>
                  </a:lnTo>
                  <a:lnTo>
                    <a:pt x="609682" y="597858"/>
                  </a:lnTo>
                  <a:cubicBezTo>
                    <a:pt x="614855" y="597858"/>
                    <a:pt x="618550" y="602292"/>
                    <a:pt x="618550" y="606726"/>
                  </a:cubicBezTo>
                  <a:close/>
                  <a:moveTo>
                    <a:pt x="1331694" y="614855"/>
                  </a:moveTo>
                  <a:lnTo>
                    <a:pt x="1331694" y="912676"/>
                  </a:lnTo>
                  <a:cubicBezTo>
                    <a:pt x="1331694" y="922283"/>
                    <a:pt x="1324304" y="930412"/>
                    <a:pt x="1314697" y="930412"/>
                  </a:cubicBezTo>
                  <a:lnTo>
                    <a:pt x="1295482" y="930412"/>
                  </a:lnTo>
                  <a:lnTo>
                    <a:pt x="807736" y="930412"/>
                  </a:lnTo>
                  <a:lnTo>
                    <a:pt x="788522" y="930412"/>
                  </a:lnTo>
                  <a:cubicBezTo>
                    <a:pt x="778915" y="930412"/>
                    <a:pt x="771525" y="922283"/>
                    <a:pt x="771525" y="912676"/>
                  </a:cubicBezTo>
                  <a:lnTo>
                    <a:pt x="771525" y="870552"/>
                  </a:lnTo>
                  <a:lnTo>
                    <a:pt x="771525" y="855772"/>
                  </a:lnTo>
                  <a:lnTo>
                    <a:pt x="746399" y="855772"/>
                  </a:lnTo>
                  <a:cubicBezTo>
                    <a:pt x="728662" y="855772"/>
                    <a:pt x="713882" y="840992"/>
                    <a:pt x="713882" y="823256"/>
                  </a:cubicBezTo>
                  <a:lnTo>
                    <a:pt x="713882" y="690234"/>
                  </a:lnTo>
                  <a:cubicBezTo>
                    <a:pt x="713882" y="672498"/>
                    <a:pt x="728662" y="657718"/>
                    <a:pt x="746399" y="657718"/>
                  </a:cubicBezTo>
                  <a:lnTo>
                    <a:pt x="771525" y="657718"/>
                  </a:lnTo>
                  <a:lnTo>
                    <a:pt x="771525" y="614855"/>
                  </a:lnTo>
                  <a:lnTo>
                    <a:pt x="771525" y="572732"/>
                  </a:lnTo>
                  <a:cubicBezTo>
                    <a:pt x="771525" y="563124"/>
                    <a:pt x="778915" y="555734"/>
                    <a:pt x="788522" y="555734"/>
                  </a:cubicBezTo>
                  <a:lnTo>
                    <a:pt x="807736" y="555734"/>
                  </a:lnTo>
                  <a:lnTo>
                    <a:pt x="925978" y="555734"/>
                  </a:lnTo>
                  <a:lnTo>
                    <a:pt x="945192" y="555734"/>
                  </a:lnTo>
                  <a:cubicBezTo>
                    <a:pt x="948887" y="555734"/>
                    <a:pt x="952582" y="556473"/>
                    <a:pt x="955538" y="559429"/>
                  </a:cubicBezTo>
                  <a:lnTo>
                    <a:pt x="1005052" y="594902"/>
                  </a:lnTo>
                  <a:cubicBezTo>
                    <a:pt x="1008008" y="597119"/>
                    <a:pt x="1010964" y="597858"/>
                    <a:pt x="1015398" y="598597"/>
                  </a:cubicBezTo>
                  <a:lnTo>
                    <a:pt x="1304350" y="598597"/>
                  </a:lnTo>
                  <a:lnTo>
                    <a:pt x="1323564" y="598597"/>
                  </a:lnTo>
                  <a:cubicBezTo>
                    <a:pt x="1327999" y="598597"/>
                    <a:pt x="1331694" y="602292"/>
                    <a:pt x="1331694" y="606726"/>
                  </a:cubicBezTo>
                  <a:close/>
                  <a:moveTo>
                    <a:pt x="1331694" y="59860"/>
                  </a:moveTo>
                  <a:lnTo>
                    <a:pt x="1331694" y="358419"/>
                  </a:lnTo>
                  <a:cubicBezTo>
                    <a:pt x="1331694" y="367287"/>
                    <a:pt x="1324304" y="375416"/>
                    <a:pt x="1314697" y="375416"/>
                  </a:cubicBezTo>
                  <a:lnTo>
                    <a:pt x="1295482" y="375416"/>
                  </a:lnTo>
                  <a:lnTo>
                    <a:pt x="807736" y="375416"/>
                  </a:lnTo>
                  <a:lnTo>
                    <a:pt x="788522" y="375416"/>
                  </a:lnTo>
                  <a:cubicBezTo>
                    <a:pt x="778915" y="375416"/>
                    <a:pt x="771525" y="367287"/>
                    <a:pt x="771525" y="358419"/>
                  </a:cubicBezTo>
                  <a:lnTo>
                    <a:pt x="771525" y="315557"/>
                  </a:lnTo>
                  <a:lnTo>
                    <a:pt x="771525" y="300776"/>
                  </a:lnTo>
                  <a:lnTo>
                    <a:pt x="746399" y="300776"/>
                  </a:lnTo>
                  <a:cubicBezTo>
                    <a:pt x="728662" y="300776"/>
                    <a:pt x="713882" y="286735"/>
                    <a:pt x="713882" y="268260"/>
                  </a:cubicBezTo>
                  <a:lnTo>
                    <a:pt x="713882" y="135238"/>
                  </a:lnTo>
                  <a:cubicBezTo>
                    <a:pt x="713882" y="117502"/>
                    <a:pt x="728662" y="102722"/>
                    <a:pt x="746399" y="102722"/>
                  </a:cubicBezTo>
                  <a:lnTo>
                    <a:pt x="771525" y="102722"/>
                  </a:lnTo>
                  <a:lnTo>
                    <a:pt x="771525" y="59860"/>
                  </a:lnTo>
                  <a:lnTo>
                    <a:pt x="771525" y="17736"/>
                  </a:lnTo>
                  <a:cubicBezTo>
                    <a:pt x="771525" y="8129"/>
                    <a:pt x="778915" y="739"/>
                    <a:pt x="788522" y="739"/>
                  </a:cubicBezTo>
                  <a:lnTo>
                    <a:pt x="807736" y="739"/>
                  </a:lnTo>
                  <a:lnTo>
                    <a:pt x="925978" y="739"/>
                  </a:lnTo>
                  <a:lnTo>
                    <a:pt x="945192" y="739"/>
                  </a:lnTo>
                  <a:cubicBezTo>
                    <a:pt x="948887" y="739"/>
                    <a:pt x="952582" y="2217"/>
                    <a:pt x="955538" y="4434"/>
                  </a:cubicBezTo>
                  <a:lnTo>
                    <a:pt x="1005052" y="39906"/>
                  </a:lnTo>
                  <a:cubicBezTo>
                    <a:pt x="1008008" y="42123"/>
                    <a:pt x="1010964" y="43601"/>
                    <a:pt x="1015398" y="43601"/>
                  </a:cubicBezTo>
                  <a:lnTo>
                    <a:pt x="1304350" y="43601"/>
                  </a:lnTo>
                  <a:lnTo>
                    <a:pt x="1323564" y="43601"/>
                  </a:lnTo>
                  <a:cubicBezTo>
                    <a:pt x="1327999" y="43601"/>
                    <a:pt x="1331694" y="47297"/>
                    <a:pt x="1331694" y="51731"/>
                  </a:cubicBezTo>
                  <a:lnTo>
                    <a:pt x="1331694" y="59860"/>
                  </a:lnTo>
                  <a:close/>
                  <a:moveTo>
                    <a:pt x="618550" y="1172807"/>
                  </a:moveTo>
                  <a:lnTo>
                    <a:pt x="618550" y="1470627"/>
                  </a:lnTo>
                  <a:cubicBezTo>
                    <a:pt x="618550" y="1480234"/>
                    <a:pt x="610421" y="1487624"/>
                    <a:pt x="600814" y="1487624"/>
                  </a:cubicBezTo>
                  <a:lnTo>
                    <a:pt x="582339" y="1487624"/>
                  </a:lnTo>
                  <a:lnTo>
                    <a:pt x="93854" y="1487624"/>
                  </a:lnTo>
                  <a:lnTo>
                    <a:pt x="74640" y="1487624"/>
                  </a:lnTo>
                  <a:cubicBezTo>
                    <a:pt x="65033" y="1487624"/>
                    <a:pt x="57643" y="1480234"/>
                    <a:pt x="57643" y="1470627"/>
                  </a:cubicBezTo>
                  <a:lnTo>
                    <a:pt x="57643" y="1428504"/>
                  </a:lnTo>
                  <a:lnTo>
                    <a:pt x="57643" y="1413723"/>
                  </a:lnTo>
                  <a:lnTo>
                    <a:pt x="32517" y="1413723"/>
                  </a:lnTo>
                  <a:cubicBezTo>
                    <a:pt x="14780" y="1413723"/>
                    <a:pt x="0" y="1398943"/>
                    <a:pt x="0" y="1381207"/>
                  </a:cubicBezTo>
                  <a:lnTo>
                    <a:pt x="0" y="1248186"/>
                  </a:lnTo>
                  <a:cubicBezTo>
                    <a:pt x="0" y="1229710"/>
                    <a:pt x="14780" y="1215669"/>
                    <a:pt x="32517" y="1215669"/>
                  </a:cubicBezTo>
                  <a:lnTo>
                    <a:pt x="57643" y="1215669"/>
                  </a:lnTo>
                  <a:lnTo>
                    <a:pt x="57643" y="1172807"/>
                  </a:lnTo>
                  <a:lnTo>
                    <a:pt x="57643" y="1130683"/>
                  </a:lnTo>
                  <a:cubicBezTo>
                    <a:pt x="57643" y="1121076"/>
                    <a:pt x="65033" y="1113686"/>
                    <a:pt x="74640" y="1113686"/>
                  </a:cubicBezTo>
                  <a:lnTo>
                    <a:pt x="93854" y="1113686"/>
                  </a:lnTo>
                  <a:lnTo>
                    <a:pt x="212096" y="1113686"/>
                  </a:lnTo>
                  <a:lnTo>
                    <a:pt x="212834" y="1113686"/>
                  </a:lnTo>
                  <a:lnTo>
                    <a:pt x="231310" y="1113686"/>
                  </a:lnTo>
                  <a:cubicBezTo>
                    <a:pt x="235744" y="1113686"/>
                    <a:pt x="238700" y="1114425"/>
                    <a:pt x="241656" y="1117381"/>
                  </a:cubicBezTo>
                  <a:lnTo>
                    <a:pt x="291170" y="1152854"/>
                  </a:lnTo>
                  <a:cubicBezTo>
                    <a:pt x="294125" y="1155070"/>
                    <a:pt x="297820" y="1155810"/>
                    <a:pt x="301515" y="1155810"/>
                  </a:cubicBezTo>
                  <a:lnTo>
                    <a:pt x="590468" y="1155810"/>
                  </a:lnTo>
                  <a:lnTo>
                    <a:pt x="609682" y="1155810"/>
                  </a:lnTo>
                  <a:cubicBezTo>
                    <a:pt x="614116" y="1155810"/>
                    <a:pt x="618550" y="1160244"/>
                    <a:pt x="618550" y="1164677"/>
                  </a:cubicBezTo>
                  <a:close/>
                  <a:moveTo>
                    <a:pt x="1332433" y="1172807"/>
                  </a:moveTo>
                  <a:lnTo>
                    <a:pt x="1332433" y="1470627"/>
                  </a:lnTo>
                  <a:cubicBezTo>
                    <a:pt x="1332433" y="1480234"/>
                    <a:pt x="1324304" y="1488363"/>
                    <a:pt x="1314697" y="1488363"/>
                  </a:cubicBezTo>
                  <a:lnTo>
                    <a:pt x="1296221" y="1488363"/>
                  </a:lnTo>
                  <a:lnTo>
                    <a:pt x="807736" y="1488363"/>
                  </a:lnTo>
                  <a:lnTo>
                    <a:pt x="788522" y="1488363"/>
                  </a:lnTo>
                  <a:cubicBezTo>
                    <a:pt x="778915" y="1488363"/>
                    <a:pt x="771525" y="1480234"/>
                    <a:pt x="771525" y="1470627"/>
                  </a:cubicBezTo>
                  <a:lnTo>
                    <a:pt x="771525" y="1414462"/>
                  </a:lnTo>
                  <a:lnTo>
                    <a:pt x="771525" y="1413723"/>
                  </a:lnTo>
                  <a:lnTo>
                    <a:pt x="757484" y="1405594"/>
                  </a:lnTo>
                  <a:cubicBezTo>
                    <a:pt x="756006" y="1404855"/>
                    <a:pt x="756006" y="1403377"/>
                    <a:pt x="756745" y="1401899"/>
                  </a:cubicBezTo>
                  <a:lnTo>
                    <a:pt x="764135" y="1384902"/>
                  </a:lnTo>
                  <a:cubicBezTo>
                    <a:pt x="759701" y="1381451"/>
                    <a:pt x="755762" y="1377268"/>
                    <a:pt x="752311" y="1372339"/>
                  </a:cubicBezTo>
                  <a:lnTo>
                    <a:pt x="735314" y="1380468"/>
                  </a:lnTo>
                  <a:cubicBezTo>
                    <a:pt x="733835" y="1381207"/>
                    <a:pt x="732357" y="1380468"/>
                    <a:pt x="731619" y="1379729"/>
                  </a:cubicBezTo>
                  <a:lnTo>
                    <a:pt x="722750" y="1364210"/>
                  </a:lnTo>
                  <a:cubicBezTo>
                    <a:pt x="722012" y="1362732"/>
                    <a:pt x="722750" y="1361254"/>
                    <a:pt x="723490" y="1360515"/>
                  </a:cubicBezTo>
                  <a:lnTo>
                    <a:pt x="739009" y="1350169"/>
                  </a:lnTo>
                  <a:cubicBezTo>
                    <a:pt x="737035" y="1344752"/>
                    <a:pt x="735558" y="1339084"/>
                    <a:pt x="734575" y="1333172"/>
                  </a:cubicBezTo>
                  <a:lnTo>
                    <a:pt x="716100" y="1331693"/>
                  </a:lnTo>
                  <a:cubicBezTo>
                    <a:pt x="714621" y="1331693"/>
                    <a:pt x="713143" y="1330216"/>
                    <a:pt x="713143" y="1328737"/>
                  </a:cubicBezTo>
                  <a:lnTo>
                    <a:pt x="713143" y="1311740"/>
                  </a:lnTo>
                  <a:cubicBezTo>
                    <a:pt x="713143" y="1310262"/>
                    <a:pt x="714621" y="1308784"/>
                    <a:pt x="716100" y="1308784"/>
                  </a:cubicBezTo>
                  <a:lnTo>
                    <a:pt x="734575" y="1307306"/>
                  </a:lnTo>
                  <a:cubicBezTo>
                    <a:pt x="735558" y="1301394"/>
                    <a:pt x="737035" y="1295726"/>
                    <a:pt x="739009" y="1290309"/>
                  </a:cubicBezTo>
                  <a:lnTo>
                    <a:pt x="723490" y="1279963"/>
                  </a:lnTo>
                  <a:cubicBezTo>
                    <a:pt x="722750" y="1279224"/>
                    <a:pt x="722012" y="1277746"/>
                    <a:pt x="722750" y="1276268"/>
                  </a:cubicBezTo>
                  <a:lnTo>
                    <a:pt x="731619" y="1260749"/>
                  </a:lnTo>
                  <a:cubicBezTo>
                    <a:pt x="732357" y="1260010"/>
                    <a:pt x="733835" y="1259271"/>
                    <a:pt x="735314" y="1260010"/>
                  </a:cubicBezTo>
                  <a:lnTo>
                    <a:pt x="752311" y="1268139"/>
                  </a:lnTo>
                  <a:cubicBezTo>
                    <a:pt x="755762" y="1263705"/>
                    <a:pt x="759701" y="1259515"/>
                    <a:pt x="764135" y="1255576"/>
                  </a:cubicBezTo>
                  <a:lnTo>
                    <a:pt x="756745" y="1238578"/>
                  </a:lnTo>
                  <a:cubicBezTo>
                    <a:pt x="756006" y="1237840"/>
                    <a:pt x="756006" y="1235622"/>
                    <a:pt x="757484" y="1235622"/>
                  </a:cubicBezTo>
                  <a:lnTo>
                    <a:pt x="771525" y="1227493"/>
                  </a:lnTo>
                  <a:lnTo>
                    <a:pt x="771525" y="1172807"/>
                  </a:lnTo>
                  <a:lnTo>
                    <a:pt x="771525" y="1130683"/>
                  </a:lnTo>
                  <a:cubicBezTo>
                    <a:pt x="771525" y="1121076"/>
                    <a:pt x="779654" y="1113686"/>
                    <a:pt x="788522" y="1113686"/>
                  </a:cubicBezTo>
                  <a:lnTo>
                    <a:pt x="807736" y="1113686"/>
                  </a:lnTo>
                  <a:lnTo>
                    <a:pt x="925978" y="1113686"/>
                  </a:lnTo>
                  <a:lnTo>
                    <a:pt x="926717" y="1113686"/>
                  </a:lnTo>
                  <a:lnTo>
                    <a:pt x="945192" y="1113686"/>
                  </a:lnTo>
                  <a:cubicBezTo>
                    <a:pt x="949626" y="1113686"/>
                    <a:pt x="952582" y="1115164"/>
                    <a:pt x="955538" y="1117381"/>
                  </a:cubicBezTo>
                  <a:lnTo>
                    <a:pt x="1005052" y="1152854"/>
                  </a:lnTo>
                  <a:cubicBezTo>
                    <a:pt x="1008008" y="1155070"/>
                    <a:pt x="1011703" y="1155810"/>
                    <a:pt x="1015398" y="1156549"/>
                  </a:cubicBezTo>
                  <a:lnTo>
                    <a:pt x="1304350" y="1156549"/>
                  </a:lnTo>
                  <a:lnTo>
                    <a:pt x="1323564" y="1156549"/>
                  </a:lnTo>
                  <a:cubicBezTo>
                    <a:pt x="1327999" y="1156549"/>
                    <a:pt x="1332433" y="1160244"/>
                    <a:pt x="1332433" y="1164677"/>
                  </a:cubicBezTo>
                  <a:close/>
                  <a:moveTo>
                    <a:pt x="2930169" y="60599"/>
                  </a:moveTo>
                  <a:lnTo>
                    <a:pt x="2930169" y="358419"/>
                  </a:lnTo>
                  <a:cubicBezTo>
                    <a:pt x="2930169" y="368026"/>
                    <a:pt x="2922040" y="375416"/>
                    <a:pt x="2912433" y="375416"/>
                  </a:cubicBezTo>
                  <a:lnTo>
                    <a:pt x="2893958" y="375416"/>
                  </a:lnTo>
                  <a:lnTo>
                    <a:pt x="2405473" y="375416"/>
                  </a:lnTo>
                  <a:lnTo>
                    <a:pt x="2386259" y="375416"/>
                  </a:lnTo>
                  <a:cubicBezTo>
                    <a:pt x="2376652" y="375416"/>
                    <a:pt x="2369262" y="368026"/>
                    <a:pt x="2369262" y="358419"/>
                  </a:cubicBezTo>
                  <a:lnTo>
                    <a:pt x="2369262" y="315557"/>
                  </a:lnTo>
                  <a:lnTo>
                    <a:pt x="2369262" y="301515"/>
                  </a:lnTo>
                  <a:lnTo>
                    <a:pt x="2344135" y="301515"/>
                  </a:lnTo>
                  <a:cubicBezTo>
                    <a:pt x="2326400" y="301515"/>
                    <a:pt x="2311619" y="286735"/>
                    <a:pt x="2311619" y="268999"/>
                  </a:cubicBezTo>
                  <a:lnTo>
                    <a:pt x="2311619" y="135238"/>
                  </a:lnTo>
                  <a:cubicBezTo>
                    <a:pt x="2311619" y="117502"/>
                    <a:pt x="2326400" y="102722"/>
                    <a:pt x="2344135" y="102722"/>
                  </a:cubicBezTo>
                  <a:lnTo>
                    <a:pt x="2369262" y="102722"/>
                  </a:lnTo>
                  <a:lnTo>
                    <a:pt x="2369262" y="60599"/>
                  </a:lnTo>
                  <a:lnTo>
                    <a:pt x="2369262" y="17736"/>
                  </a:lnTo>
                  <a:cubicBezTo>
                    <a:pt x="2369262" y="8868"/>
                    <a:pt x="2376652" y="739"/>
                    <a:pt x="2386259" y="739"/>
                  </a:cubicBezTo>
                  <a:lnTo>
                    <a:pt x="2405473" y="739"/>
                  </a:lnTo>
                  <a:lnTo>
                    <a:pt x="2524453" y="739"/>
                  </a:lnTo>
                  <a:lnTo>
                    <a:pt x="2542929" y="739"/>
                  </a:lnTo>
                  <a:cubicBezTo>
                    <a:pt x="2546624" y="739"/>
                    <a:pt x="2550319" y="2217"/>
                    <a:pt x="2553275" y="4434"/>
                  </a:cubicBezTo>
                  <a:lnTo>
                    <a:pt x="2602788" y="39906"/>
                  </a:lnTo>
                  <a:cubicBezTo>
                    <a:pt x="2605744" y="42123"/>
                    <a:pt x="2609439" y="43601"/>
                    <a:pt x="2613134" y="43601"/>
                  </a:cubicBezTo>
                  <a:lnTo>
                    <a:pt x="2902087" y="43601"/>
                  </a:lnTo>
                  <a:lnTo>
                    <a:pt x="2921302" y="43601"/>
                  </a:lnTo>
                  <a:cubicBezTo>
                    <a:pt x="2925735" y="43601"/>
                    <a:pt x="2930169" y="47297"/>
                    <a:pt x="2930169" y="52469"/>
                  </a:cubicBezTo>
                  <a:close/>
                </a:path>
              </a:pathLst>
            </a:custGeom>
            <a:solidFill>
              <a:srgbClr val="A8D3F7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C37E606-FE01-70DF-BDFA-7DFF831704B9}"/>
                </a:ext>
              </a:extLst>
            </p:cNvPr>
            <p:cNvSpPr/>
            <p:nvPr/>
          </p:nvSpPr>
          <p:spPr>
            <a:xfrm>
              <a:off x="4571544" y="3349769"/>
              <a:ext cx="541693" cy="315556"/>
            </a:xfrm>
            <a:custGeom>
              <a:avLst/>
              <a:gdLst>
                <a:gd name="connsiteX0" fmla="*/ 0 w 541693"/>
                <a:gd name="connsiteY0" fmla="*/ 0 h 315556"/>
                <a:gd name="connsiteX1" fmla="*/ 541693 w 541693"/>
                <a:gd name="connsiteY1" fmla="*/ 0 h 315556"/>
                <a:gd name="connsiteX2" fmla="*/ 541693 w 541693"/>
                <a:gd name="connsiteY2" fmla="*/ 297821 h 315556"/>
                <a:gd name="connsiteX3" fmla="*/ 524696 w 541693"/>
                <a:gd name="connsiteY3" fmla="*/ 315557 h 315556"/>
                <a:gd name="connsiteX4" fmla="*/ 16997 w 541693"/>
                <a:gd name="connsiteY4" fmla="*/ 315557 h 315556"/>
                <a:gd name="connsiteX5" fmla="*/ 0 w 541693"/>
                <a:gd name="connsiteY5" fmla="*/ 297821 h 31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693" h="315556">
                  <a:moveTo>
                    <a:pt x="0" y="0"/>
                  </a:moveTo>
                  <a:lnTo>
                    <a:pt x="541693" y="0"/>
                  </a:lnTo>
                  <a:lnTo>
                    <a:pt x="541693" y="297821"/>
                  </a:lnTo>
                  <a:cubicBezTo>
                    <a:pt x="541693" y="307428"/>
                    <a:pt x="534303" y="315557"/>
                    <a:pt x="524696" y="315557"/>
                  </a:cubicBezTo>
                  <a:lnTo>
                    <a:pt x="16997" y="315557"/>
                  </a:lnTo>
                  <a:cubicBezTo>
                    <a:pt x="8129" y="315557"/>
                    <a:pt x="0" y="307428"/>
                    <a:pt x="0" y="297821"/>
                  </a:cubicBezTo>
                  <a:close/>
                </a:path>
              </a:pathLst>
            </a:custGeom>
            <a:solidFill>
              <a:srgbClr val="D3E8FD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76450473-C1D1-8A18-AB33-D4070A66CEDC}"/>
                </a:ext>
              </a:extLst>
            </p:cNvPr>
            <p:cNvSpPr/>
            <p:nvPr/>
          </p:nvSpPr>
          <p:spPr>
            <a:xfrm>
              <a:off x="4571544" y="3290648"/>
              <a:ext cx="541693" cy="59120"/>
            </a:xfrm>
            <a:custGeom>
              <a:avLst/>
              <a:gdLst>
                <a:gd name="connsiteX0" fmla="*/ 0 w 541693"/>
                <a:gd name="connsiteY0" fmla="*/ 59121 h 59120"/>
                <a:gd name="connsiteX1" fmla="*/ 541693 w 541693"/>
                <a:gd name="connsiteY1" fmla="*/ 59121 h 59120"/>
                <a:gd name="connsiteX2" fmla="*/ 541693 w 541693"/>
                <a:gd name="connsiteY2" fmla="*/ 50992 h 59120"/>
                <a:gd name="connsiteX3" fmla="*/ 532825 w 541693"/>
                <a:gd name="connsiteY3" fmla="*/ 42863 h 59120"/>
                <a:gd name="connsiteX4" fmla="*/ 225398 w 541693"/>
                <a:gd name="connsiteY4" fmla="*/ 42863 h 59120"/>
                <a:gd name="connsiteX5" fmla="*/ 214313 w 541693"/>
                <a:gd name="connsiteY5" fmla="*/ 39168 h 59120"/>
                <a:gd name="connsiteX6" fmla="*/ 165538 w 541693"/>
                <a:gd name="connsiteY6" fmla="*/ 3695 h 59120"/>
                <a:gd name="connsiteX7" fmla="*/ 155192 w 541693"/>
                <a:gd name="connsiteY7" fmla="*/ 0 h 59120"/>
                <a:gd name="connsiteX8" fmla="*/ 16997 w 541693"/>
                <a:gd name="connsiteY8" fmla="*/ 0 h 59120"/>
                <a:gd name="connsiteX9" fmla="*/ 0 w 541693"/>
                <a:gd name="connsiteY9" fmla="*/ 16997 h 5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1693" h="59120">
                  <a:moveTo>
                    <a:pt x="0" y="59121"/>
                  </a:moveTo>
                  <a:lnTo>
                    <a:pt x="541693" y="59121"/>
                  </a:lnTo>
                  <a:lnTo>
                    <a:pt x="541693" y="50992"/>
                  </a:lnTo>
                  <a:cubicBezTo>
                    <a:pt x="541693" y="46558"/>
                    <a:pt x="537998" y="42863"/>
                    <a:pt x="532825" y="42863"/>
                  </a:cubicBezTo>
                  <a:lnTo>
                    <a:pt x="225398" y="42863"/>
                  </a:lnTo>
                  <a:cubicBezTo>
                    <a:pt x="220964" y="42863"/>
                    <a:pt x="218008" y="41385"/>
                    <a:pt x="214313" y="39168"/>
                  </a:cubicBezTo>
                  <a:lnTo>
                    <a:pt x="165538" y="3695"/>
                  </a:lnTo>
                  <a:cubicBezTo>
                    <a:pt x="161843" y="1478"/>
                    <a:pt x="158887" y="0"/>
                    <a:pt x="155192" y="0"/>
                  </a:cubicBezTo>
                  <a:lnTo>
                    <a:pt x="16997" y="0"/>
                  </a:lnTo>
                  <a:cubicBezTo>
                    <a:pt x="8129" y="0"/>
                    <a:pt x="0" y="7390"/>
                    <a:pt x="0" y="16997"/>
                  </a:cubicBezTo>
                  <a:close/>
                </a:path>
              </a:pathLst>
            </a:custGeom>
            <a:solidFill>
              <a:srgbClr val="FF7C1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908C3EC-3646-49AF-461B-E848364B2136}"/>
                </a:ext>
              </a:extLst>
            </p:cNvPr>
            <p:cNvSpPr/>
            <p:nvPr/>
          </p:nvSpPr>
          <p:spPr>
            <a:xfrm>
              <a:off x="4552330" y="3349769"/>
              <a:ext cx="541693" cy="315556"/>
            </a:xfrm>
            <a:custGeom>
              <a:avLst/>
              <a:gdLst>
                <a:gd name="connsiteX0" fmla="*/ 0 w 541693"/>
                <a:gd name="connsiteY0" fmla="*/ 0 h 315556"/>
                <a:gd name="connsiteX1" fmla="*/ 541693 w 541693"/>
                <a:gd name="connsiteY1" fmla="*/ 0 h 315556"/>
                <a:gd name="connsiteX2" fmla="*/ 541693 w 541693"/>
                <a:gd name="connsiteY2" fmla="*/ 297821 h 315556"/>
                <a:gd name="connsiteX3" fmla="*/ 524696 w 541693"/>
                <a:gd name="connsiteY3" fmla="*/ 315557 h 315556"/>
                <a:gd name="connsiteX4" fmla="*/ 17736 w 541693"/>
                <a:gd name="connsiteY4" fmla="*/ 315557 h 315556"/>
                <a:gd name="connsiteX5" fmla="*/ 0 w 541693"/>
                <a:gd name="connsiteY5" fmla="*/ 297821 h 31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693" h="315556">
                  <a:moveTo>
                    <a:pt x="0" y="0"/>
                  </a:moveTo>
                  <a:lnTo>
                    <a:pt x="541693" y="0"/>
                  </a:lnTo>
                  <a:lnTo>
                    <a:pt x="541693" y="297821"/>
                  </a:lnTo>
                  <a:cubicBezTo>
                    <a:pt x="541693" y="307428"/>
                    <a:pt x="534303" y="315557"/>
                    <a:pt x="524696" y="315557"/>
                  </a:cubicBezTo>
                  <a:lnTo>
                    <a:pt x="17736" y="315557"/>
                  </a:lnTo>
                  <a:cubicBezTo>
                    <a:pt x="8129" y="315557"/>
                    <a:pt x="0" y="307428"/>
                    <a:pt x="0" y="297821"/>
                  </a:cubicBezTo>
                  <a:close/>
                </a:path>
              </a:pathLst>
            </a:custGeom>
            <a:solidFill>
              <a:srgbClr val="FFFF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9C94F47D-3222-EC3D-F498-88041B38AB1D}"/>
                </a:ext>
              </a:extLst>
            </p:cNvPr>
            <p:cNvSpPr/>
            <p:nvPr/>
          </p:nvSpPr>
          <p:spPr>
            <a:xfrm>
              <a:off x="4552330" y="3290648"/>
              <a:ext cx="541693" cy="59120"/>
            </a:xfrm>
            <a:custGeom>
              <a:avLst/>
              <a:gdLst>
                <a:gd name="connsiteX0" fmla="*/ 0 w 541693"/>
                <a:gd name="connsiteY0" fmla="*/ 59121 h 59120"/>
                <a:gd name="connsiteX1" fmla="*/ 541693 w 541693"/>
                <a:gd name="connsiteY1" fmla="*/ 59121 h 59120"/>
                <a:gd name="connsiteX2" fmla="*/ 541693 w 541693"/>
                <a:gd name="connsiteY2" fmla="*/ 50992 h 59120"/>
                <a:gd name="connsiteX3" fmla="*/ 533564 w 541693"/>
                <a:gd name="connsiteY3" fmla="*/ 42863 h 59120"/>
                <a:gd name="connsiteX4" fmla="*/ 225398 w 541693"/>
                <a:gd name="connsiteY4" fmla="*/ 42863 h 59120"/>
                <a:gd name="connsiteX5" fmla="*/ 215051 w 541693"/>
                <a:gd name="connsiteY5" fmla="*/ 39168 h 59120"/>
                <a:gd name="connsiteX6" fmla="*/ 165538 w 541693"/>
                <a:gd name="connsiteY6" fmla="*/ 3695 h 59120"/>
                <a:gd name="connsiteX7" fmla="*/ 155192 w 541693"/>
                <a:gd name="connsiteY7" fmla="*/ 0 h 59120"/>
                <a:gd name="connsiteX8" fmla="*/ 17736 w 541693"/>
                <a:gd name="connsiteY8" fmla="*/ 0 h 59120"/>
                <a:gd name="connsiteX9" fmla="*/ 0 w 541693"/>
                <a:gd name="connsiteY9" fmla="*/ 16997 h 5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1693" h="59120">
                  <a:moveTo>
                    <a:pt x="0" y="59121"/>
                  </a:moveTo>
                  <a:lnTo>
                    <a:pt x="541693" y="59121"/>
                  </a:lnTo>
                  <a:lnTo>
                    <a:pt x="541693" y="50992"/>
                  </a:lnTo>
                  <a:cubicBezTo>
                    <a:pt x="541693" y="46558"/>
                    <a:pt x="537998" y="42863"/>
                    <a:pt x="533564" y="42863"/>
                  </a:cubicBezTo>
                  <a:lnTo>
                    <a:pt x="225398" y="42863"/>
                  </a:lnTo>
                  <a:cubicBezTo>
                    <a:pt x="220963" y="42863"/>
                    <a:pt x="218008" y="41385"/>
                    <a:pt x="215051" y="39168"/>
                  </a:cubicBezTo>
                  <a:lnTo>
                    <a:pt x="165538" y="3695"/>
                  </a:lnTo>
                  <a:cubicBezTo>
                    <a:pt x="162582" y="1478"/>
                    <a:pt x="158887" y="0"/>
                    <a:pt x="155192" y="0"/>
                  </a:cubicBezTo>
                  <a:lnTo>
                    <a:pt x="17736" y="0"/>
                  </a:lnTo>
                  <a:cubicBezTo>
                    <a:pt x="8129" y="0"/>
                    <a:pt x="0" y="7390"/>
                    <a:pt x="0" y="16997"/>
                  </a:cubicBezTo>
                  <a:close/>
                </a:path>
              </a:pathLst>
            </a:custGeom>
            <a:solidFill>
              <a:srgbClr val="FFAE2B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478DCEC4-B87C-6F44-255C-3196C6A88A99}"/>
                </a:ext>
              </a:extLst>
            </p:cNvPr>
            <p:cNvSpPr/>
            <p:nvPr/>
          </p:nvSpPr>
          <p:spPr>
            <a:xfrm>
              <a:off x="4552330" y="3407411"/>
              <a:ext cx="154452" cy="198054"/>
            </a:xfrm>
            <a:custGeom>
              <a:avLst/>
              <a:gdLst>
                <a:gd name="connsiteX0" fmla="*/ 0 w 154452"/>
                <a:gd name="connsiteY0" fmla="*/ 198054 h 198054"/>
                <a:gd name="connsiteX1" fmla="*/ 0 w 154452"/>
                <a:gd name="connsiteY1" fmla="*/ 0 h 198054"/>
                <a:gd name="connsiteX2" fmla="*/ 121936 w 154452"/>
                <a:gd name="connsiteY2" fmla="*/ 0 h 198054"/>
                <a:gd name="connsiteX3" fmla="*/ 154453 w 154452"/>
                <a:gd name="connsiteY3" fmla="*/ 32516 h 198054"/>
                <a:gd name="connsiteX4" fmla="*/ 154453 w 154452"/>
                <a:gd name="connsiteY4" fmla="*/ 165538 h 198054"/>
                <a:gd name="connsiteX5" fmla="*/ 121936 w 154452"/>
                <a:gd name="connsiteY5" fmla="*/ 198054 h 19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452" h="198054">
                  <a:moveTo>
                    <a:pt x="0" y="198054"/>
                  </a:moveTo>
                  <a:lnTo>
                    <a:pt x="0" y="0"/>
                  </a:lnTo>
                  <a:lnTo>
                    <a:pt x="121936" y="0"/>
                  </a:lnTo>
                  <a:cubicBezTo>
                    <a:pt x="139672" y="0"/>
                    <a:pt x="154453" y="14041"/>
                    <a:pt x="154453" y="32516"/>
                  </a:cubicBezTo>
                  <a:lnTo>
                    <a:pt x="154453" y="165538"/>
                  </a:lnTo>
                  <a:cubicBezTo>
                    <a:pt x="154453" y="183274"/>
                    <a:pt x="139672" y="198054"/>
                    <a:pt x="121936" y="198054"/>
                  </a:cubicBezTo>
                  <a:close/>
                </a:path>
              </a:pathLst>
            </a:custGeom>
            <a:solidFill>
              <a:srgbClr val="EBF5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35D7C9AF-9A7D-F856-7DFC-76FA509F429E}"/>
                </a:ext>
              </a:extLst>
            </p:cNvPr>
            <p:cNvSpPr/>
            <p:nvPr/>
          </p:nvSpPr>
          <p:spPr>
            <a:xfrm>
              <a:off x="4494687" y="3392631"/>
              <a:ext cx="198793" cy="198054"/>
            </a:xfrm>
            <a:custGeom>
              <a:avLst/>
              <a:gdLst>
                <a:gd name="connsiteX0" fmla="*/ 166277 w 198793"/>
                <a:gd name="connsiteY0" fmla="*/ 0 h 198054"/>
                <a:gd name="connsiteX1" fmla="*/ 32517 w 198793"/>
                <a:gd name="connsiteY1" fmla="*/ 0 h 198054"/>
                <a:gd name="connsiteX2" fmla="*/ 0 w 198793"/>
                <a:gd name="connsiteY2" fmla="*/ 32516 h 198054"/>
                <a:gd name="connsiteX3" fmla="*/ 0 w 198793"/>
                <a:gd name="connsiteY3" fmla="*/ 165538 h 198054"/>
                <a:gd name="connsiteX4" fmla="*/ 32517 w 198793"/>
                <a:gd name="connsiteY4" fmla="*/ 198054 h 198054"/>
                <a:gd name="connsiteX5" fmla="*/ 166277 w 198793"/>
                <a:gd name="connsiteY5" fmla="*/ 198054 h 198054"/>
                <a:gd name="connsiteX6" fmla="*/ 198794 w 198793"/>
                <a:gd name="connsiteY6" fmla="*/ 165538 h 198054"/>
                <a:gd name="connsiteX7" fmla="*/ 198794 w 198793"/>
                <a:gd name="connsiteY7" fmla="*/ 32516 h 198054"/>
                <a:gd name="connsiteX8" fmla="*/ 166277 w 198793"/>
                <a:gd name="connsiteY8" fmla="*/ 0 h 19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8793" h="198054">
                  <a:moveTo>
                    <a:pt x="166277" y="0"/>
                  </a:moveTo>
                  <a:lnTo>
                    <a:pt x="32517" y="0"/>
                  </a:lnTo>
                  <a:cubicBezTo>
                    <a:pt x="14780" y="0"/>
                    <a:pt x="0" y="14780"/>
                    <a:pt x="0" y="32516"/>
                  </a:cubicBezTo>
                  <a:lnTo>
                    <a:pt x="0" y="165538"/>
                  </a:lnTo>
                  <a:cubicBezTo>
                    <a:pt x="0" y="183274"/>
                    <a:pt x="14780" y="198054"/>
                    <a:pt x="32517" y="198054"/>
                  </a:cubicBezTo>
                  <a:lnTo>
                    <a:pt x="166277" y="198054"/>
                  </a:lnTo>
                  <a:cubicBezTo>
                    <a:pt x="184013" y="198054"/>
                    <a:pt x="198794" y="183274"/>
                    <a:pt x="198794" y="165538"/>
                  </a:cubicBezTo>
                  <a:lnTo>
                    <a:pt x="198794" y="32516"/>
                  </a:lnTo>
                  <a:cubicBezTo>
                    <a:pt x="198794" y="14780"/>
                    <a:pt x="184013" y="0"/>
                    <a:pt x="166277" y="0"/>
                  </a:cubicBezTo>
                  <a:close/>
                </a:path>
              </a:pathLst>
            </a:custGeom>
            <a:solidFill>
              <a:srgbClr val="3091D8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090ED211-BDFB-2094-146C-67B7172AEE40}"/>
                </a:ext>
              </a:extLst>
            </p:cNvPr>
            <p:cNvSpPr/>
            <p:nvPr/>
          </p:nvSpPr>
          <p:spPr>
            <a:xfrm>
              <a:off x="4506511" y="3404455"/>
              <a:ext cx="175145" cy="174406"/>
            </a:xfrm>
            <a:custGeom>
              <a:avLst/>
              <a:gdLst>
                <a:gd name="connsiteX0" fmla="*/ 175145 w 175145"/>
                <a:gd name="connsiteY0" fmla="*/ 152975 h 174406"/>
                <a:gd name="connsiteX1" fmla="*/ 175145 w 175145"/>
                <a:gd name="connsiteY1" fmla="*/ 21431 h 174406"/>
                <a:gd name="connsiteX2" fmla="*/ 153714 w 175145"/>
                <a:gd name="connsiteY2" fmla="*/ 0 h 174406"/>
                <a:gd name="connsiteX3" fmla="*/ 22170 w 175145"/>
                <a:gd name="connsiteY3" fmla="*/ 0 h 174406"/>
                <a:gd name="connsiteX4" fmla="*/ 0 w 175145"/>
                <a:gd name="connsiteY4" fmla="*/ 21431 h 174406"/>
                <a:gd name="connsiteX5" fmla="*/ 0 w 175145"/>
                <a:gd name="connsiteY5" fmla="*/ 152975 h 174406"/>
                <a:gd name="connsiteX6" fmla="*/ 22170 w 175145"/>
                <a:gd name="connsiteY6" fmla="*/ 174406 h 174406"/>
                <a:gd name="connsiteX7" fmla="*/ 153714 w 175145"/>
                <a:gd name="connsiteY7" fmla="*/ 174406 h 174406"/>
                <a:gd name="connsiteX8" fmla="*/ 175145 w 175145"/>
                <a:gd name="connsiteY8" fmla="*/ 152975 h 174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5145" h="174406">
                  <a:moveTo>
                    <a:pt x="175145" y="152975"/>
                  </a:moveTo>
                  <a:lnTo>
                    <a:pt x="175145" y="21431"/>
                  </a:lnTo>
                  <a:cubicBezTo>
                    <a:pt x="175145" y="9607"/>
                    <a:pt x="165538" y="0"/>
                    <a:pt x="153714" y="0"/>
                  </a:cubicBezTo>
                  <a:lnTo>
                    <a:pt x="22170" y="0"/>
                  </a:lnTo>
                  <a:cubicBezTo>
                    <a:pt x="10346" y="0"/>
                    <a:pt x="0" y="9607"/>
                    <a:pt x="0" y="21431"/>
                  </a:cubicBezTo>
                  <a:lnTo>
                    <a:pt x="0" y="152975"/>
                  </a:lnTo>
                  <a:cubicBezTo>
                    <a:pt x="0" y="164799"/>
                    <a:pt x="10346" y="174406"/>
                    <a:pt x="22170" y="174406"/>
                  </a:cubicBezTo>
                  <a:lnTo>
                    <a:pt x="153714" y="174406"/>
                  </a:lnTo>
                  <a:cubicBezTo>
                    <a:pt x="165538" y="174406"/>
                    <a:pt x="175145" y="164799"/>
                    <a:pt x="175145" y="152975"/>
                  </a:cubicBezTo>
                  <a:close/>
                </a:path>
              </a:pathLst>
            </a:custGeom>
            <a:solidFill>
              <a:srgbClr val="F7F5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0F783A99-02C2-6207-82FD-BFBEDFBA647B}"/>
                </a:ext>
              </a:extLst>
            </p:cNvPr>
            <p:cNvSpPr/>
            <p:nvPr/>
          </p:nvSpPr>
          <p:spPr>
            <a:xfrm>
              <a:off x="4521000" y="3460620"/>
              <a:ext cx="146799" cy="98288"/>
            </a:xfrm>
            <a:custGeom>
              <a:avLst/>
              <a:gdLst>
                <a:gd name="connsiteX0" fmla="*/ 43154 w 146799"/>
                <a:gd name="connsiteY0" fmla="*/ 5912 h 98288"/>
                <a:gd name="connsiteX1" fmla="*/ 1030 w 146799"/>
                <a:gd name="connsiteY1" fmla="*/ 82769 h 98288"/>
                <a:gd name="connsiteX2" fmla="*/ 1769 w 146799"/>
                <a:gd name="connsiteY2" fmla="*/ 93115 h 98288"/>
                <a:gd name="connsiteX3" fmla="*/ 10637 w 146799"/>
                <a:gd name="connsiteY3" fmla="*/ 98288 h 98288"/>
                <a:gd name="connsiteX4" fmla="*/ 135530 w 146799"/>
                <a:gd name="connsiteY4" fmla="*/ 98288 h 98288"/>
                <a:gd name="connsiteX5" fmla="*/ 145137 w 146799"/>
                <a:gd name="connsiteY5" fmla="*/ 93115 h 98288"/>
                <a:gd name="connsiteX6" fmla="*/ 145137 w 146799"/>
                <a:gd name="connsiteY6" fmla="*/ 82769 h 98288"/>
                <a:gd name="connsiteX7" fmla="*/ 122228 w 146799"/>
                <a:gd name="connsiteY7" fmla="*/ 40645 h 98288"/>
                <a:gd name="connsiteX8" fmla="*/ 112621 w 146799"/>
                <a:gd name="connsiteY8" fmla="*/ 34733 h 98288"/>
                <a:gd name="connsiteX9" fmla="*/ 103013 w 146799"/>
                <a:gd name="connsiteY9" fmla="*/ 40645 h 98288"/>
                <a:gd name="connsiteX10" fmla="*/ 96362 w 146799"/>
                <a:gd name="connsiteY10" fmla="*/ 53948 h 98288"/>
                <a:gd name="connsiteX11" fmla="*/ 91928 w 146799"/>
                <a:gd name="connsiteY11" fmla="*/ 56165 h 98288"/>
                <a:gd name="connsiteX12" fmla="*/ 88233 w 146799"/>
                <a:gd name="connsiteY12" fmla="*/ 53948 h 98288"/>
                <a:gd name="connsiteX13" fmla="*/ 62368 w 146799"/>
                <a:gd name="connsiteY13" fmla="*/ 5912 h 98288"/>
                <a:gd name="connsiteX14" fmla="*/ 52761 w 146799"/>
                <a:gd name="connsiteY14" fmla="*/ 0 h 98288"/>
                <a:gd name="connsiteX15" fmla="*/ 43154 w 146799"/>
                <a:gd name="connsiteY15" fmla="*/ 5912 h 98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799" h="98288">
                  <a:moveTo>
                    <a:pt x="43154" y="5912"/>
                  </a:moveTo>
                  <a:lnTo>
                    <a:pt x="1030" y="82769"/>
                  </a:lnTo>
                  <a:cubicBezTo>
                    <a:pt x="-448" y="85725"/>
                    <a:pt x="-448" y="90159"/>
                    <a:pt x="1769" y="93115"/>
                  </a:cubicBezTo>
                  <a:cubicBezTo>
                    <a:pt x="3247" y="96810"/>
                    <a:pt x="6942" y="98288"/>
                    <a:pt x="10637" y="98288"/>
                  </a:cubicBezTo>
                  <a:cubicBezTo>
                    <a:pt x="52517" y="98288"/>
                    <a:pt x="94145" y="98288"/>
                    <a:pt x="135530" y="98288"/>
                  </a:cubicBezTo>
                  <a:cubicBezTo>
                    <a:pt x="139964" y="98288"/>
                    <a:pt x="142920" y="96810"/>
                    <a:pt x="145137" y="93115"/>
                  </a:cubicBezTo>
                  <a:cubicBezTo>
                    <a:pt x="147354" y="90159"/>
                    <a:pt x="147354" y="85725"/>
                    <a:pt x="145137" y="82769"/>
                  </a:cubicBezTo>
                  <a:lnTo>
                    <a:pt x="122228" y="40645"/>
                  </a:lnTo>
                  <a:cubicBezTo>
                    <a:pt x="120750" y="36950"/>
                    <a:pt x="117055" y="34733"/>
                    <a:pt x="112621" y="34733"/>
                  </a:cubicBezTo>
                  <a:cubicBezTo>
                    <a:pt x="108926" y="34733"/>
                    <a:pt x="105231" y="36950"/>
                    <a:pt x="103013" y="40645"/>
                  </a:cubicBezTo>
                  <a:lnTo>
                    <a:pt x="96362" y="53948"/>
                  </a:lnTo>
                  <a:cubicBezTo>
                    <a:pt x="95380" y="55426"/>
                    <a:pt x="93901" y="56165"/>
                    <a:pt x="91928" y="56165"/>
                  </a:cubicBezTo>
                  <a:cubicBezTo>
                    <a:pt x="90450" y="56165"/>
                    <a:pt x="89216" y="55426"/>
                    <a:pt x="88233" y="53948"/>
                  </a:cubicBezTo>
                  <a:lnTo>
                    <a:pt x="62368" y="5912"/>
                  </a:lnTo>
                  <a:cubicBezTo>
                    <a:pt x="60151" y="2217"/>
                    <a:pt x="56456" y="0"/>
                    <a:pt x="52761" y="0"/>
                  </a:cubicBezTo>
                  <a:cubicBezTo>
                    <a:pt x="48327" y="0"/>
                    <a:pt x="44632" y="2217"/>
                    <a:pt x="43154" y="5912"/>
                  </a:cubicBezTo>
                  <a:close/>
                </a:path>
              </a:pathLst>
            </a:custGeom>
            <a:solidFill>
              <a:srgbClr val="3091D8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5251C889-4F5D-3020-36D7-1F51572F0187}"/>
                </a:ext>
              </a:extLst>
            </p:cNvPr>
            <p:cNvSpPr/>
            <p:nvPr/>
          </p:nvSpPr>
          <p:spPr>
            <a:xfrm>
              <a:off x="4623274" y="3424408"/>
              <a:ext cx="37689" cy="37689"/>
            </a:xfrm>
            <a:custGeom>
              <a:avLst/>
              <a:gdLst>
                <a:gd name="connsiteX0" fmla="*/ 19214 w 37689"/>
                <a:gd name="connsiteY0" fmla="*/ 0 h 37689"/>
                <a:gd name="connsiteX1" fmla="*/ 0 w 37689"/>
                <a:gd name="connsiteY1" fmla="*/ 18475 h 37689"/>
                <a:gd name="connsiteX2" fmla="*/ 19214 w 37689"/>
                <a:gd name="connsiteY2" fmla="*/ 37689 h 37689"/>
                <a:gd name="connsiteX3" fmla="*/ 37689 w 37689"/>
                <a:gd name="connsiteY3" fmla="*/ 18475 h 37689"/>
                <a:gd name="connsiteX4" fmla="*/ 19214 w 37689"/>
                <a:gd name="connsiteY4" fmla="*/ 0 h 37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89" h="37689">
                  <a:moveTo>
                    <a:pt x="19214" y="0"/>
                  </a:moveTo>
                  <a:cubicBezTo>
                    <a:pt x="8868" y="0"/>
                    <a:pt x="0" y="8129"/>
                    <a:pt x="0" y="18475"/>
                  </a:cubicBezTo>
                  <a:cubicBezTo>
                    <a:pt x="0" y="28821"/>
                    <a:pt x="8868" y="37689"/>
                    <a:pt x="19214" y="37689"/>
                  </a:cubicBezTo>
                  <a:cubicBezTo>
                    <a:pt x="29560" y="37689"/>
                    <a:pt x="37689" y="28821"/>
                    <a:pt x="37689" y="18475"/>
                  </a:cubicBezTo>
                  <a:cubicBezTo>
                    <a:pt x="37689" y="8129"/>
                    <a:pt x="29560" y="0"/>
                    <a:pt x="19214" y="0"/>
                  </a:cubicBezTo>
                  <a:close/>
                </a:path>
              </a:pathLst>
            </a:custGeom>
            <a:solidFill>
              <a:srgbClr val="3091D8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14DF08E6-BEEE-B419-F32B-1353524B192C}"/>
                </a:ext>
              </a:extLst>
            </p:cNvPr>
            <p:cNvSpPr/>
            <p:nvPr/>
          </p:nvSpPr>
          <p:spPr>
            <a:xfrm>
              <a:off x="4571544" y="3904764"/>
              <a:ext cx="541693" cy="314817"/>
            </a:xfrm>
            <a:custGeom>
              <a:avLst/>
              <a:gdLst>
                <a:gd name="connsiteX0" fmla="*/ 0 w 541693"/>
                <a:gd name="connsiteY0" fmla="*/ 0 h 314817"/>
                <a:gd name="connsiteX1" fmla="*/ 541693 w 541693"/>
                <a:gd name="connsiteY1" fmla="*/ 0 h 314817"/>
                <a:gd name="connsiteX2" fmla="*/ 541693 w 541693"/>
                <a:gd name="connsiteY2" fmla="*/ 297820 h 314817"/>
                <a:gd name="connsiteX3" fmla="*/ 524696 w 541693"/>
                <a:gd name="connsiteY3" fmla="*/ 314818 h 314817"/>
                <a:gd name="connsiteX4" fmla="*/ 16997 w 541693"/>
                <a:gd name="connsiteY4" fmla="*/ 314818 h 314817"/>
                <a:gd name="connsiteX5" fmla="*/ 0 w 541693"/>
                <a:gd name="connsiteY5" fmla="*/ 297820 h 314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693" h="314817">
                  <a:moveTo>
                    <a:pt x="0" y="0"/>
                  </a:moveTo>
                  <a:lnTo>
                    <a:pt x="541693" y="0"/>
                  </a:lnTo>
                  <a:lnTo>
                    <a:pt x="541693" y="297820"/>
                  </a:lnTo>
                  <a:cubicBezTo>
                    <a:pt x="541693" y="307428"/>
                    <a:pt x="534303" y="314818"/>
                    <a:pt x="524696" y="314818"/>
                  </a:cubicBezTo>
                  <a:lnTo>
                    <a:pt x="16997" y="314818"/>
                  </a:lnTo>
                  <a:cubicBezTo>
                    <a:pt x="8129" y="314818"/>
                    <a:pt x="0" y="307428"/>
                    <a:pt x="0" y="297820"/>
                  </a:cubicBezTo>
                  <a:close/>
                </a:path>
              </a:pathLst>
            </a:custGeom>
            <a:solidFill>
              <a:srgbClr val="D3E8FD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EDF6F191-4C56-F88F-64E2-1DD0930D9462}"/>
                </a:ext>
              </a:extLst>
            </p:cNvPr>
            <p:cNvSpPr/>
            <p:nvPr/>
          </p:nvSpPr>
          <p:spPr>
            <a:xfrm>
              <a:off x="4571544" y="3845643"/>
              <a:ext cx="541693" cy="59120"/>
            </a:xfrm>
            <a:custGeom>
              <a:avLst/>
              <a:gdLst>
                <a:gd name="connsiteX0" fmla="*/ 0 w 541693"/>
                <a:gd name="connsiteY0" fmla="*/ 59121 h 59120"/>
                <a:gd name="connsiteX1" fmla="*/ 541693 w 541693"/>
                <a:gd name="connsiteY1" fmla="*/ 59121 h 59120"/>
                <a:gd name="connsiteX2" fmla="*/ 541693 w 541693"/>
                <a:gd name="connsiteY2" fmla="*/ 50992 h 59120"/>
                <a:gd name="connsiteX3" fmla="*/ 532825 w 541693"/>
                <a:gd name="connsiteY3" fmla="*/ 42124 h 59120"/>
                <a:gd name="connsiteX4" fmla="*/ 225398 w 541693"/>
                <a:gd name="connsiteY4" fmla="*/ 42124 h 59120"/>
                <a:gd name="connsiteX5" fmla="*/ 214313 w 541693"/>
                <a:gd name="connsiteY5" fmla="*/ 39167 h 59120"/>
                <a:gd name="connsiteX6" fmla="*/ 165538 w 541693"/>
                <a:gd name="connsiteY6" fmla="*/ 3695 h 59120"/>
                <a:gd name="connsiteX7" fmla="*/ 155192 w 541693"/>
                <a:gd name="connsiteY7" fmla="*/ 0 h 59120"/>
                <a:gd name="connsiteX8" fmla="*/ 16997 w 541693"/>
                <a:gd name="connsiteY8" fmla="*/ 0 h 59120"/>
                <a:gd name="connsiteX9" fmla="*/ 0 w 541693"/>
                <a:gd name="connsiteY9" fmla="*/ 16997 h 5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1693" h="59120">
                  <a:moveTo>
                    <a:pt x="0" y="59121"/>
                  </a:moveTo>
                  <a:lnTo>
                    <a:pt x="541693" y="59121"/>
                  </a:lnTo>
                  <a:lnTo>
                    <a:pt x="541693" y="50992"/>
                  </a:lnTo>
                  <a:cubicBezTo>
                    <a:pt x="541693" y="46557"/>
                    <a:pt x="537998" y="42124"/>
                    <a:pt x="532825" y="42124"/>
                  </a:cubicBezTo>
                  <a:lnTo>
                    <a:pt x="225398" y="42124"/>
                  </a:lnTo>
                  <a:cubicBezTo>
                    <a:pt x="220964" y="42124"/>
                    <a:pt x="218008" y="41385"/>
                    <a:pt x="214313" y="39167"/>
                  </a:cubicBezTo>
                  <a:lnTo>
                    <a:pt x="165538" y="3695"/>
                  </a:lnTo>
                  <a:cubicBezTo>
                    <a:pt x="161843" y="739"/>
                    <a:pt x="158887" y="0"/>
                    <a:pt x="155192" y="0"/>
                  </a:cubicBezTo>
                  <a:lnTo>
                    <a:pt x="16997" y="0"/>
                  </a:lnTo>
                  <a:cubicBezTo>
                    <a:pt x="8129" y="0"/>
                    <a:pt x="0" y="7390"/>
                    <a:pt x="0" y="16997"/>
                  </a:cubicBezTo>
                  <a:close/>
                </a:path>
              </a:pathLst>
            </a:custGeom>
            <a:solidFill>
              <a:srgbClr val="FF7C1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DBCDA0CB-18FA-BA6B-0FE3-F512E0289EF2}"/>
                </a:ext>
              </a:extLst>
            </p:cNvPr>
            <p:cNvSpPr/>
            <p:nvPr/>
          </p:nvSpPr>
          <p:spPr>
            <a:xfrm>
              <a:off x="4552330" y="3904764"/>
              <a:ext cx="541693" cy="314817"/>
            </a:xfrm>
            <a:custGeom>
              <a:avLst/>
              <a:gdLst>
                <a:gd name="connsiteX0" fmla="*/ 0 w 541693"/>
                <a:gd name="connsiteY0" fmla="*/ 0 h 314817"/>
                <a:gd name="connsiteX1" fmla="*/ 541693 w 541693"/>
                <a:gd name="connsiteY1" fmla="*/ 0 h 314817"/>
                <a:gd name="connsiteX2" fmla="*/ 541693 w 541693"/>
                <a:gd name="connsiteY2" fmla="*/ 297820 h 314817"/>
                <a:gd name="connsiteX3" fmla="*/ 524696 w 541693"/>
                <a:gd name="connsiteY3" fmla="*/ 314818 h 314817"/>
                <a:gd name="connsiteX4" fmla="*/ 17736 w 541693"/>
                <a:gd name="connsiteY4" fmla="*/ 314818 h 314817"/>
                <a:gd name="connsiteX5" fmla="*/ 0 w 541693"/>
                <a:gd name="connsiteY5" fmla="*/ 297820 h 314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693" h="314817">
                  <a:moveTo>
                    <a:pt x="0" y="0"/>
                  </a:moveTo>
                  <a:lnTo>
                    <a:pt x="541693" y="0"/>
                  </a:lnTo>
                  <a:lnTo>
                    <a:pt x="541693" y="297820"/>
                  </a:lnTo>
                  <a:cubicBezTo>
                    <a:pt x="541693" y="307428"/>
                    <a:pt x="534303" y="314818"/>
                    <a:pt x="524696" y="314818"/>
                  </a:cubicBezTo>
                  <a:lnTo>
                    <a:pt x="17736" y="314818"/>
                  </a:lnTo>
                  <a:cubicBezTo>
                    <a:pt x="8129" y="314818"/>
                    <a:pt x="0" y="307428"/>
                    <a:pt x="0" y="297820"/>
                  </a:cubicBezTo>
                  <a:close/>
                </a:path>
              </a:pathLst>
            </a:custGeom>
            <a:solidFill>
              <a:srgbClr val="FFFF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29B3CBE6-6DF6-CF98-4C07-2CD771E98A94}"/>
                </a:ext>
              </a:extLst>
            </p:cNvPr>
            <p:cNvSpPr/>
            <p:nvPr/>
          </p:nvSpPr>
          <p:spPr>
            <a:xfrm>
              <a:off x="4552330" y="3845643"/>
              <a:ext cx="541693" cy="59120"/>
            </a:xfrm>
            <a:custGeom>
              <a:avLst/>
              <a:gdLst>
                <a:gd name="connsiteX0" fmla="*/ 0 w 541693"/>
                <a:gd name="connsiteY0" fmla="*/ 59121 h 59120"/>
                <a:gd name="connsiteX1" fmla="*/ 541693 w 541693"/>
                <a:gd name="connsiteY1" fmla="*/ 59121 h 59120"/>
                <a:gd name="connsiteX2" fmla="*/ 541693 w 541693"/>
                <a:gd name="connsiteY2" fmla="*/ 50992 h 59120"/>
                <a:gd name="connsiteX3" fmla="*/ 533564 w 541693"/>
                <a:gd name="connsiteY3" fmla="*/ 42124 h 59120"/>
                <a:gd name="connsiteX4" fmla="*/ 225398 w 541693"/>
                <a:gd name="connsiteY4" fmla="*/ 42124 h 59120"/>
                <a:gd name="connsiteX5" fmla="*/ 215051 w 541693"/>
                <a:gd name="connsiteY5" fmla="*/ 39167 h 59120"/>
                <a:gd name="connsiteX6" fmla="*/ 165538 w 541693"/>
                <a:gd name="connsiteY6" fmla="*/ 3695 h 59120"/>
                <a:gd name="connsiteX7" fmla="*/ 155192 w 541693"/>
                <a:gd name="connsiteY7" fmla="*/ 0 h 59120"/>
                <a:gd name="connsiteX8" fmla="*/ 17736 w 541693"/>
                <a:gd name="connsiteY8" fmla="*/ 0 h 59120"/>
                <a:gd name="connsiteX9" fmla="*/ 0 w 541693"/>
                <a:gd name="connsiteY9" fmla="*/ 16997 h 5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1693" h="59120">
                  <a:moveTo>
                    <a:pt x="0" y="59121"/>
                  </a:moveTo>
                  <a:lnTo>
                    <a:pt x="541693" y="59121"/>
                  </a:lnTo>
                  <a:lnTo>
                    <a:pt x="541693" y="50992"/>
                  </a:lnTo>
                  <a:cubicBezTo>
                    <a:pt x="541693" y="46557"/>
                    <a:pt x="537998" y="42124"/>
                    <a:pt x="533564" y="42124"/>
                  </a:cubicBezTo>
                  <a:lnTo>
                    <a:pt x="225398" y="42124"/>
                  </a:lnTo>
                  <a:cubicBezTo>
                    <a:pt x="220963" y="42124"/>
                    <a:pt x="218008" y="41385"/>
                    <a:pt x="215051" y="39167"/>
                  </a:cubicBezTo>
                  <a:lnTo>
                    <a:pt x="165538" y="3695"/>
                  </a:lnTo>
                  <a:cubicBezTo>
                    <a:pt x="162582" y="739"/>
                    <a:pt x="158887" y="0"/>
                    <a:pt x="155192" y="0"/>
                  </a:cubicBezTo>
                  <a:lnTo>
                    <a:pt x="17736" y="0"/>
                  </a:lnTo>
                  <a:cubicBezTo>
                    <a:pt x="8129" y="0"/>
                    <a:pt x="0" y="7390"/>
                    <a:pt x="0" y="16997"/>
                  </a:cubicBezTo>
                  <a:close/>
                </a:path>
              </a:pathLst>
            </a:custGeom>
            <a:solidFill>
              <a:srgbClr val="FFAE2B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D65B32B-05A9-4AB1-B4FD-90C5269222B0}"/>
                </a:ext>
              </a:extLst>
            </p:cNvPr>
            <p:cNvSpPr/>
            <p:nvPr/>
          </p:nvSpPr>
          <p:spPr>
            <a:xfrm>
              <a:off x="4552330" y="3955017"/>
              <a:ext cx="157408" cy="206183"/>
            </a:xfrm>
            <a:custGeom>
              <a:avLst/>
              <a:gdLst>
                <a:gd name="connsiteX0" fmla="*/ 0 w 157408"/>
                <a:gd name="connsiteY0" fmla="*/ 39907 h 206183"/>
                <a:gd name="connsiteX1" fmla="*/ 2217 w 157408"/>
                <a:gd name="connsiteY1" fmla="*/ 38429 h 206183"/>
                <a:gd name="connsiteX2" fmla="*/ 0 w 157408"/>
                <a:gd name="connsiteY2" fmla="*/ 34733 h 206183"/>
                <a:gd name="connsiteX3" fmla="*/ 0 w 157408"/>
                <a:gd name="connsiteY3" fmla="*/ 15519 h 206183"/>
                <a:gd name="connsiteX4" fmla="*/ 10346 w 157408"/>
                <a:gd name="connsiteY4" fmla="*/ 9607 h 206183"/>
                <a:gd name="connsiteX5" fmla="*/ 14041 w 157408"/>
                <a:gd name="connsiteY5" fmla="*/ 10346 h 206183"/>
                <a:gd name="connsiteX6" fmla="*/ 24387 w 157408"/>
                <a:gd name="connsiteY6" fmla="*/ 25865 h 206183"/>
                <a:gd name="connsiteX7" fmla="*/ 41384 w 157408"/>
                <a:gd name="connsiteY7" fmla="*/ 20692 h 206183"/>
                <a:gd name="connsiteX8" fmla="*/ 42862 w 157408"/>
                <a:gd name="connsiteY8" fmla="*/ 2217 h 206183"/>
                <a:gd name="connsiteX9" fmla="*/ 45818 w 157408"/>
                <a:gd name="connsiteY9" fmla="*/ 0 h 206183"/>
                <a:gd name="connsiteX10" fmla="*/ 63555 w 157408"/>
                <a:gd name="connsiteY10" fmla="*/ 0 h 206183"/>
                <a:gd name="connsiteX11" fmla="*/ 65772 w 157408"/>
                <a:gd name="connsiteY11" fmla="*/ 2217 h 206183"/>
                <a:gd name="connsiteX12" fmla="*/ 67250 w 157408"/>
                <a:gd name="connsiteY12" fmla="*/ 20692 h 206183"/>
                <a:gd name="connsiteX13" fmla="*/ 84247 w 157408"/>
                <a:gd name="connsiteY13" fmla="*/ 25865 h 206183"/>
                <a:gd name="connsiteX14" fmla="*/ 94593 w 157408"/>
                <a:gd name="connsiteY14" fmla="*/ 10346 h 206183"/>
                <a:gd name="connsiteX15" fmla="*/ 98288 w 157408"/>
                <a:gd name="connsiteY15" fmla="*/ 9607 h 206183"/>
                <a:gd name="connsiteX16" fmla="*/ 113807 w 157408"/>
                <a:gd name="connsiteY16" fmla="*/ 18475 h 206183"/>
                <a:gd name="connsiteX17" fmla="*/ 114546 w 157408"/>
                <a:gd name="connsiteY17" fmla="*/ 21431 h 206183"/>
                <a:gd name="connsiteX18" fmla="*/ 106417 w 157408"/>
                <a:gd name="connsiteY18" fmla="*/ 38429 h 206183"/>
                <a:gd name="connsiteX19" fmla="*/ 118980 w 157408"/>
                <a:gd name="connsiteY19" fmla="*/ 50992 h 206183"/>
                <a:gd name="connsiteX20" fmla="*/ 135977 w 157408"/>
                <a:gd name="connsiteY20" fmla="*/ 42863 h 206183"/>
                <a:gd name="connsiteX21" fmla="*/ 139672 w 157408"/>
                <a:gd name="connsiteY21" fmla="*/ 43602 h 206183"/>
                <a:gd name="connsiteX22" fmla="*/ 148541 w 157408"/>
                <a:gd name="connsiteY22" fmla="*/ 59121 h 206183"/>
                <a:gd name="connsiteX23" fmla="*/ 147062 w 157408"/>
                <a:gd name="connsiteY23" fmla="*/ 62816 h 206183"/>
                <a:gd name="connsiteX24" fmla="*/ 132282 w 157408"/>
                <a:gd name="connsiteY24" fmla="*/ 73162 h 206183"/>
                <a:gd name="connsiteX25" fmla="*/ 136717 w 157408"/>
                <a:gd name="connsiteY25" fmla="*/ 90159 h 206183"/>
                <a:gd name="connsiteX26" fmla="*/ 155192 w 157408"/>
                <a:gd name="connsiteY26" fmla="*/ 91637 h 206183"/>
                <a:gd name="connsiteX27" fmla="*/ 157409 w 157408"/>
                <a:gd name="connsiteY27" fmla="*/ 94593 h 206183"/>
                <a:gd name="connsiteX28" fmla="*/ 157409 w 157408"/>
                <a:gd name="connsiteY28" fmla="*/ 111590 h 206183"/>
                <a:gd name="connsiteX29" fmla="*/ 155192 w 157408"/>
                <a:gd name="connsiteY29" fmla="*/ 114546 h 206183"/>
                <a:gd name="connsiteX30" fmla="*/ 136717 w 157408"/>
                <a:gd name="connsiteY30" fmla="*/ 116024 h 206183"/>
                <a:gd name="connsiteX31" fmla="*/ 132282 w 157408"/>
                <a:gd name="connsiteY31" fmla="*/ 133022 h 206183"/>
                <a:gd name="connsiteX32" fmla="*/ 147062 w 157408"/>
                <a:gd name="connsiteY32" fmla="*/ 143368 h 206183"/>
                <a:gd name="connsiteX33" fmla="*/ 148541 w 157408"/>
                <a:gd name="connsiteY33" fmla="*/ 147063 h 206183"/>
                <a:gd name="connsiteX34" fmla="*/ 139672 w 157408"/>
                <a:gd name="connsiteY34" fmla="*/ 162582 h 206183"/>
                <a:gd name="connsiteX35" fmla="*/ 135977 w 157408"/>
                <a:gd name="connsiteY35" fmla="*/ 163321 h 206183"/>
                <a:gd name="connsiteX36" fmla="*/ 118980 w 157408"/>
                <a:gd name="connsiteY36" fmla="*/ 155192 h 206183"/>
                <a:gd name="connsiteX37" fmla="*/ 106417 w 157408"/>
                <a:gd name="connsiteY37" fmla="*/ 167755 h 206183"/>
                <a:gd name="connsiteX38" fmla="*/ 114546 w 157408"/>
                <a:gd name="connsiteY38" fmla="*/ 184752 h 206183"/>
                <a:gd name="connsiteX39" fmla="*/ 113807 w 157408"/>
                <a:gd name="connsiteY39" fmla="*/ 188447 h 206183"/>
                <a:gd name="connsiteX40" fmla="*/ 98288 w 157408"/>
                <a:gd name="connsiteY40" fmla="*/ 196576 h 206183"/>
                <a:gd name="connsiteX41" fmla="*/ 94593 w 157408"/>
                <a:gd name="connsiteY41" fmla="*/ 195837 h 206183"/>
                <a:gd name="connsiteX42" fmla="*/ 84247 w 157408"/>
                <a:gd name="connsiteY42" fmla="*/ 181057 h 206183"/>
                <a:gd name="connsiteX43" fmla="*/ 67250 w 157408"/>
                <a:gd name="connsiteY43" fmla="*/ 185491 h 206183"/>
                <a:gd name="connsiteX44" fmla="*/ 65772 w 157408"/>
                <a:gd name="connsiteY44" fmla="*/ 203966 h 206183"/>
                <a:gd name="connsiteX45" fmla="*/ 63555 w 157408"/>
                <a:gd name="connsiteY45" fmla="*/ 206184 h 206183"/>
                <a:gd name="connsiteX46" fmla="*/ 45818 w 157408"/>
                <a:gd name="connsiteY46" fmla="*/ 206184 h 206183"/>
                <a:gd name="connsiteX47" fmla="*/ 42862 w 157408"/>
                <a:gd name="connsiteY47" fmla="*/ 203966 h 206183"/>
                <a:gd name="connsiteX48" fmla="*/ 41384 w 157408"/>
                <a:gd name="connsiteY48" fmla="*/ 185491 h 206183"/>
                <a:gd name="connsiteX49" fmla="*/ 24387 w 157408"/>
                <a:gd name="connsiteY49" fmla="*/ 181057 h 206183"/>
                <a:gd name="connsiteX50" fmla="*/ 14041 w 157408"/>
                <a:gd name="connsiteY50" fmla="*/ 195837 h 206183"/>
                <a:gd name="connsiteX51" fmla="*/ 10346 w 157408"/>
                <a:gd name="connsiteY51" fmla="*/ 196576 h 206183"/>
                <a:gd name="connsiteX52" fmla="*/ 0 w 157408"/>
                <a:gd name="connsiteY52" fmla="*/ 191403 h 206183"/>
                <a:gd name="connsiteX53" fmla="*/ 0 w 157408"/>
                <a:gd name="connsiteY53" fmla="*/ 172189 h 206183"/>
                <a:gd name="connsiteX54" fmla="*/ 2217 w 157408"/>
                <a:gd name="connsiteY54" fmla="*/ 167755 h 206183"/>
                <a:gd name="connsiteX55" fmla="*/ 0 w 157408"/>
                <a:gd name="connsiteY55" fmla="*/ 166277 h 206183"/>
                <a:gd name="connsiteX56" fmla="*/ 23648 w 157408"/>
                <a:gd name="connsiteY56" fmla="*/ 84986 h 206183"/>
                <a:gd name="connsiteX57" fmla="*/ 36950 w 157408"/>
                <a:gd name="connsiteY57" fmla="*/ 133761 h 206183"/>
                <a:gd name="connsiteX58" fmla="*/ 85725 w 157408"/>
                <a:gd name="connsiteY58" fmla="*/ 121198 h 206183"/>
                <a:gd name="connsiteX59" fmla="*/ 72423 w 157408"/>
                <a:gd name="connsiteY59" fmla="*/ 72423 h 206183"/>
                <a:gd name="connsiteX60" fmla="*/ 23648 w 157408"/>
                <a:gd name="connsiteY60" fmla="*/ 84986 h 20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57408" h="206183">
                  <a:moveTo>
                    <a:pt x="0" y="39907"/>
                  </a:moveTo>
                  <a:cubicBezTo>
                    <a:pt x="983" y="39411"/>
                    <a:pt x="1722" y="38924"/>
                    <a:pt x="2217" y="38429"/>
                  </a:cubicBezTo>
                  <a:lnTo>
                    <a:pt x="0" y="34733"/>
                  </a:lnTo>
                  <a:lnTo>
                    <a:pt x="0" y="15519"/>
                  </a:lnTo>
                  <a:lnTo>
                    <a:pt x="10346" y="9607"/>
                  </a:lnTo>
                  <a:cubicBezTo>
                    <a:pt x="11824" y="8868"/>
                    <a:pt x="13302" y="8868"/>
                    <a:pt x="14041" y="10346"/>
                  </a:cubicBezTo>
                  <a:lnTo>
                    <a:pt x="24387" y="25865"/>
                  </a:lnTo>
                  <a:cubicBezTo>
                    <a:pt x="29804" y="23405"/>
                    <a:pt x="35472" y="21675"/>
                    <a:pt x="41384" y="20692"/>
                  </a:cubicBezTo>
                  <a:lnTo>
                    <a:pt x="42862" y="2217"/>
                  </a:lnTo>
                  <a:cubicBezTo>
                    <a:pt x="42862" y="739"/>
                    <a:pt x="44341" y="0"/>
                    <a:pt x="45818" y="0"/>
                  </a:cubicBezTo>
                  <a:lnTo>
                    <a:pt x="63555" y="0"/>
                  </a:lnTo>
                  <a:cubicBezTo>
                    <a:pt x="64293" y="0"/>
                    <a:pt x="65772" y="739"/>
                    <a:pt x="65772" y="2217"/>
                  </a:cubicBezTo>
                  <a:lnTo>
                    <a:pt x="67250" y="20692"/>
                  </a:lnTo>
                  <a:cubicBezTo>
                    <a:pt x="73162" y="21675"/>
                    <a:pt x="78830" y="23405"/>
                    <a:pt x="84247" y="25865"/>
                  </a:cubicBezTo>
                  <a:lnTo>
                    <a:pt x="94593" y="10346"/>
                  </a:lnTo>
                  <a:cubicBezTo>
                    <a:pt x="95332" y="8868"/>
                    <a:pt x="97549" y="8868"/>
                    <a:pt x="98288" y="9607"/>
                  </a:cubicBezTo>
                  <a:lnTo>
                    <a:pt x="113807" y="18475"/>
                  </a:lnTo>
                  <a:cubicBezTo>
                    <a:pt x="114546" y="18475"/>
                    <a:pt x="115285" y="20692"/>
                    <a:pt x="114546" y="21431"/>
                  </a:cubicBezTo>
                  <a:lnTo>
                    <a:pt x="106417" y="38429"/>
                  </a:lnTo>
                  <a:cubicBezTo>
                    <a:pt x="111346" y="42367"/>
                    <a:pt x="115529" y="46558"/>
                    <a:pt x="118980" y="50992"/>
                  </a:cubicBezTo>
                  <a:lnTo>
                    <a:pt x="135977" y="42863"/>
                  </a:lnTo>
                  <a:cubicBezTo>
                    <a:pt x="137455" y="42124"/>
                    <a:pt x="138934" y="42863"/>
                    <a:pt x="139672" y="43602"/>
                  </a:cubicBezTo>
                  <a:lnTo>
                    <a:pt x="148541" y="59121"/>
                  </a:lnTo>
                  <a:cubicBezTo>
                    <a:pt x="149279" y="60599"/>
                    <a:pt x="148541" y="62077"/>
                    <a:pt x="147062" y="62816"/>
                  </a:cubicBezTo>
                  <a:lnTo>
                    <a:pt x="132282" y="73162"/>
                  </a:lnTo>
                  <a:cubicBezTo>
                    <a:pt x="134256" y="78579"/>
                    <a:pt x="135734" y="84247"/>
                    <a:pt x="136717" y="90159"/>
                  </a:cubicBezTo>
                  <a:lnTo>
                    <a:pt x="155192" y="91637"/>
                  </a:lnTo>
                  <a:cubicBezTo>
                    <a:pt x="156669" y="91637"/>
                    <a:pt x="157409" y="93115"/>
                    <a:pt x="157409" y="94593"/>
                  </a:cubicBezTo>
                  <a:lnTo>
                    <a:pt x="157409" y="111590"/>
                  </a:lnTo>
                  <a:cubicBezTo>
                    <a:pt x="157409" y="113068"/>
                    <a:pt x="156669" y="114546"/>
                    <a:pt x="155192" y="114546"/>
                  </a:cubicBezTo>
                  <a:lnTo>
                    <a:pt x="136717" y="116024"/>
                  </a:lnTo>
                  <a:cubicBezTo>
                    <a:pt x="135734" y="121936"/>
                    <a:pt x="134256" y="127605"/>
                    <a:pt x="132282" y="133022"/>
                  </a:cubicBezTo>
                  <a:lnTo>
                    <a:pt x="147062" y="143368"/>
                  </a:lnTo>
                  <a:cubicBezTo>
                    <a:pt x="148541" y="144107"/>
                    <a:pt x="149279" y="145585"/>
                    <a:pt x="148541" y="147063"/>
                  </a:cubicBezTo>
                  <a:lnTo>
                    <a:pt x="139672" y="162582"/>
                  </a:lnTo>
                  <a:cubicBezTo>
                    <a:pt x="138934" y="163321"/>
                    <a:pt x="137455" y="164060"/>
                    <a:pt x="135977" y="163321"/>
                  </a:cubicBezTo>
                  <a:lnTo>
                    <a:pt x="118980" y="155192"/>
                  </a:lnTo>
                  <a:cubicBezTo>
                    <a:pt x="115529" y="160121"/>
                    <a:pt x="111346" y="164304"/>
                    <a:pt x="106417" y="167755"/>
                  </a:cubicBezTo>
                  <a:lnTo>
                    <a:pt x="114546" y="184752"/>
                  </a:lnTo>
                  <a:cubicBezTo>
                    <a:pt x="115285" y="186230"/>
                    <a:pt x="114546" y="187708"/>
                    <a:pt x="113807" y="188447"/>
                  </a:cubicBezTo>
                  <a:lnTo>
                    <a:pt x="98288" y="196576"/>
                  </a:lnTo>
                  <a:cubicBezTo>
                    <a:pt x="97549" y="197315"/>
                    <a:pt x="95332" y="197315"/>
                    <a:pt x="94593" y="195837"/>
                  </a:cubicBezTo>
                  <a:lnTo>
                    <a:pt x="84247" y="181057"/>
                  </a:lnTo>
                  <a:cubicBezTo>
                    <a:pt x="78830" y="183030"/>
                    <a:pt x="73162" y="184508"/>
                    <a:pt x="67250" y="185491"/>
                  </a:cubicBezTo>
                  <a:lnTo>
                    <a:pt x="65772" y="203966"/>
                  </a:lnTo>
                  <a:cubicBezTo>
                    <a:pt x="65772" y="205445"/>
                    <a:pt x="64293" y="206184"/>
                    <a:pt x="63555" y="206184"/>
                  </a:cubicBezTo>
                  <a:lnTo>
                    <a:pt x="45818" y="206184"/>
                  </a:lnTo>
                  <a:cubicBezTo>
                    <a:pt x="44341" y="206184"/>
                    <a:pt x="42862" y="205445"/>
                    <a:pt x="42862" y="203966"/>
                  </a:cubicBezTo>
                  <a:lnTo>
                    <a:pt x="41384" y="185491"/>
                  </a:lnTo>
                  <a:cubicBezTo>
                    <a:pt x="35472" y="184508"/>
                    <a:pt x="29804" y="183030"/>
                    <a:pt x="24387" y="181057"/>
                  </a:cubicBezTo>
                  <a:lnTo>
                    <a:pt x="14041" y="195837"/>
                  </a:lnTo>
                  <a:cubicBezTo>
                    <a:pt x="13302" y="197315"/>
                    <a:pt x="11824" y="197315"/>
                    <a:pt x="10346" y="196576"/>
                  </a:cubicBezTo>
                  <a:lnTo>
                    <a:pt x="0" y="191403"/>
                  </a:lnTo>
                  <a:lnTo>
                    <a:pt x="0" y="172189"/>
                  </a:lnTo>
                  <a:lnTo>
                    <a:pt x="2217" y="167755"/>
                  </a:lnTo>
                  <a:cubicBezTo>
                    <a:pt x="1722" y="167260"/>
                    <a:pt x="983" y="166772"/>
                    <a:pt x="0" y="166277"/>
                  </a:cubicBezTo>
                  <a:close/>
                  <a:moveTo>
                    <a:pt x="23648" y="84986"/>
                  </a:moveTo>
                  <a:cubicBezTo>
                    <a:pt x="14041" y="101983"/>
                    <a:pt x="19214" y="124154"/>
                    <a:pt x="36950" y="133761"/>
                  </a:cubicBezTo>
                  <a:cubicBezTo>
                    <a:pt x="53948" y="144107"/>
                    <a:pt x="75379" y="138195"/>
                    <a:pt x="85725" y="121198"/>
                  </a:cubicBezTo>
                  <a:cubicBezTo>
                    <a:pt x="95332" y="103461"/>
                    <a:pt x="89420" y="82030"/>
                    <a:pt x="72423" y="72423"/>
                  </a:cubicBezTo>
                  <a:cubicBezTo>
                    <a:pt x="55426" y="62077"/>
                    <a:pt x="33255" y="67989"/>
                    <a:pt x="23648" y="84986"/>
                  </a:cubicBezTo>
                  <a:close/>
                </a:path>
              </a:pathLst>
            </a:custGeom>
            <a:solidFill>
              <a:srgbClr val="D3E8FD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B4F7ADC4-9073-1D29-6DE2-A9D93E9D690E}"/>
                </a:ext>
              </a:extLst>
            </p:cNvPr>
            <p:cNvSpPr/>
            <p:nvPr/>
          </p:nvSpPr>
          <p:spPr>
            <a:xfrm>
              <a:off x="4494687" y="3949105"/>
              <a:ext cx="206183" cy="206183"/>
            </a:xfrm>
            <a:custGeom>
              <a:avLst/>
              <a:gdLst>
                <a:gd name="connsiteX0" fmla="*/ 38429 w 206183"/>
                <a:gd name="connsiteY0" fmla="*/ 50992 h 206183"/>
                <a:gd name="connsiteX1" fmla="*/ 50992 w 206183"/>
                <a:gd name="connsiteY1" fmla="*/ 38429 h 206183"/>
                <a:gd name="connsiteX2" fmla="*/ 42863 w 206183"/>
                <a:gd name="connsiteY2" fmla="*/ 21431 h 206183"/>
                <a:gd name="connsiteX3" fmla="*/ 43602 w 206183"/>
                <a:gd name="connsiteY3" fmla="*/ 17736 h 206183"/>
                <a:gd name="connsiteX4" fmla="*/ 59121 w 206183"/>
                <a:gd name="connsiteY4" fmla="*/ 9607 h 206183"/>
                <a:gd name="connsiteX5" fmla="*/ 62816 w 206183"/>
                <a:gd name="connsiteY5" fmla="*/ 10346 h 206183"/>
                <a:gd name="connsiteX6" fmla="*/ 73162 w 206183"/>
                <a:gd name="connsiteY6" fmla="*/ 25126 h 206183"/>
                <a:gd name="connsiteX7" fmla="*/ 90159 w 206183"/>
                <a:gd name="connsiteY7" fmla="*/ 20692 h 206183"/>
                <a:gd name="connsiteX8" fmla="*/ 91637 w 206183"/>
                <a:gd name="connsiteY8" fmla="*/ 2217 h 206183"/>
                <a:gd name="connsiteX9" fmla="*/ 94593 w 206183"/>
                <a:gd name="connsiteY9" fmla="*/ 0 h 206183"/>
                <a:gd name="connsiteX10" fmla="*/ 111591 w 206183"/>
                <a:gd name="connsiteY10" fmla="*/ 0 h 206183"/>
                <a:gd name="connsiteX11" fmla="*/ 114546 w 206183"/>
                <a:gd name="connsiteY11" fmla="*/ 2217 h 206183"/>
                <a:gd name="connsiteX12" fmla="*/ 116024 w 206183"/>
                <a:gd name="connsiteY12" fmla="*/ 20692 h 206183"/>
                <a:gd name="connsiteX13" fmla="*/ 133022 w 206183"/>
                <a:gd name="connsiteY13" fmla="*/ 25126 h 206183"/>
                <a:gd name="connsiteX14" fmla="*/ 143368 w 206183"/>
                <a:gd name="connsiteY14" fmla="*/ 10346 h 206183"/>
                <a:gd name="connsiteX15" fmla="*/ 147063 w 206183"/>
                <a:gd name="connsiteY15" fmla="*/ 9607 h 206183"/>
                <a:gd name="connsiteX16" fmla="*/ 162582 w 206183"/>
                <a:gd name="connsiteY16" fmla="*/ 17736 h 206183"/>
                <a:gd name="connsiteX17" fmla="*/ 163321 w 206183"/>
                <a:gd name="connsiteY17" fmla="*/ 21431 h 206183"/>
                <a:gd name="connsiteX18" fmla="*/ 155192 w 206183"/>
                <a:gd name="connsiteY18" fmla="*/ 38429 h 206183"/>
                <a:gd name="connsiteX19" fmla="*/ 167755 w 206183"/>
                <a:gd name="connsiteY19" fmla="*/ 50992 h 206183"/>
                <a:gd name="connsiteX20" fmla="*/ 184752 w 206183"/>
                <a:gd name="connsiteY20" fmla="*/ 42862 h 206183"/>
                <a:gd name="connsiteX21" fmla="*/ 188447 w 206183"/>
                <a:gd name="connsiteY21" fmla="*/ 43601 h 206183"/>
                <a:gd name="connsiteX22" fmla="*/ 196577 w 206183"/>
                <a:gd name="connsiteY22" fmla="*/ 59121 h 206183"/>
                <a:gd name="connsiteX23" fmla="*/ 195837 w 206183"/>
                <a:gd name="connsiteY23" fmla="*/ 62816 h 206183"/>
                <a:gd name="connsiteX24" fmla="*/ 180318 w 206183"/>
                <a:gd name="connsiteY24" fmla="*/ 73162 h 206183"/>
                <a:gd name="connsiteX25" fmla="*/ 185491 w 206183"/>
                <a:gd name="connsiteY25" fmla="*/ 90159 h 206183"/>
                <a:gd name="connsiteX26" fmla="*/ 203967 w 206183"/>
                <a:gd name="connsiteY26" fmla="*/ 91637 h 206183"/>
                <a:gd name="connsiteX27" fmla="*/ 206184 w 206183"/>
                <a:gd name="connsiteY27" fmla="*/ 94593 h 206183"/>
                <a:gd name="connsiteX28" fmla="*/ 206184 w 206183"/>
                <a:gd name="connsiteY28" fmla="*/ 111590 h 206183"/>
                <a:gd name="connsiteX29" fmla="*/ 203967 w 206183"/>
                <a:gd name="connsiteY29" fmla="*/ 114546 h 206183"/>
                <a:gd name="connsiteX30" fmla="*/ 185491 w 206183"/>
                <a:gd name="connsiteY30" fmla="*/ 116024 h 206183"/>
                <a:gd name="connsiteX31" fmla="*/ 180318 w 206183"/>
                <a:gd name="connsiteY31" fmla="*/ 133022 h 206183"/>
                <a:gd name="connsiteX32" fmla="*/ 195837 w 206183"/>
                <a:gd name="connsiteY32" fmla="*/ 143368 h 206183"/>
                <a:gd name="connsiteX33" fmla="*/ 196577 w 206183"/>
                <a:gd name="connsiteY33" fmla="*/ 147063 h 206183"/>
                <a:gd name="connsiteX34" fmla="*/ 188447 w 206183"/>
                <a:gd name="connsiteY34" fmla="*/ 162582 h 206183"/>
                <a:gd name="connsiteX35" fmla="*/ 184752 w 206183"/>
                <a:gd name="connsiteY35" fmla="*/ 163321 h 206183"/>
                <a:gd name="connsiteX36" fmla="*/ 167755 w 206183"/>
                <a:gd name="connsiteY36" fmla="*/ 155192 h 206183"/>
                <a:gd name="connsiteX37" fmla="*/ 155192 w 206183"/>
                <a:gd name="connsiteY37" fmla="*/ 167755 h 206183"/>
                <a:gd name="connsiteX38" fmla="*/ 163321 w 206183"/>
                <a:gd name="connsiteY38" fmla="*/ 184752 h 206183"/>
                <a:gd name="connsiteX39" fmla="*/ 162582 w 206183"/>
                <a:gd name="connsiteY39" fmla="*/ 188447 h 206183"/>
                <a:gd name="connsiteX40" fmla="*/ 147063 w 206183"/>
                <a:gd name="connsiteY40" fmla="*/ 196576 h 206183"/>
                <a:gd name="connsiteX41" fmla="*/ 143368 w 206183"/>
                <a:gd name="connsiteY41" fmla="*/ 195837 h 206183"/>
                <a:gd name="connsiteX42" fmla="*/ 133022 w 206183"/>
                <a:gd name="connsiteY42" fmla="*/ 180318 h 206183"/>
                <a:gd name="connsiteX43" fmla="*/ 116024 w 206183"/>
                <a:gd name="connsiteY43" fmla="*/ 185491 h 206183"/>
                <a:gd name="connsiteX44" fmla="*/ 114546 w 206183"/>
                <a:gd name="connsiteY44" fmla="*/ 203966 h 206183"/>
                <a:gd name="connsiteX45" fmla="*/ 111591 w 206183"/>
                <a:gd name="connsiteY45" fmla="*/ 206183 h 206183"/>
                <a:gd name="connsiteX46" fmla="*/ 94593 w 206183"/>
                <a:gd name="connsiteY46" fmla="*/ 206183 h 206183"/>
                <a:gd name="connsiteX47" fmla="*/ 91637 w 206183"/>
                <a:gd name="connsiteY47" fmla="*/ 203966 h 206183"/>
                <a:gd name="connsiteX48" fmla="*/ 90159 w 206183"/>
                <a:gd name="connsiteY48" fmla="*/ 185491 h 206183"/>
                <a:gd name="connsiteX49" fmla="*/ 73162 w 206183"/>
                <a:gd name="connsiteY49" fmla="*/ 181057 h 206183"/>
                <a:gd name="connsiteX50" fmla="*/ 62816 w 206183"/>
                <a:gd name="connsiteY50" fmla="*/ 195837 h 206183"/>
                <a:gd name="connsiteX51" fmla="*/ 59121 w 206183"/>
                <a:gd name="connsiteY51" fmla="*/ 196576 h 206183"/>
                <a:gd name="connsiteX52" fmla="*/ 43602 w 206183"/>
                <a:gd name="connsiteY52" fmla="*/ 188447 h 206183"/>
                <a:gd name="connsiteX53" fmla="*/ 42863 w 206183"/>
                <a:gd name="connsiteY53" fmla="*/ 184752 h 206183"/>
                <a:gd name="connsiteX54" fmla="*/ 50992 w 206183"/>
                <a:gd name="connsiteY54" fmla="*/ 167755 h 206183"/>
                <a:gd name="connsiteX55" fmla="*/ 38429 w 206183"/>
                <a:gd name="connsiteY55" fmla="*/ 155192 h 206183"/>
                <a:gd name="connsiteX56" fmla="*/ 21431 w 206183"/>
                <a:gd name="connsiteY56" fmla="*/ 163321 h 206183"/>
                <a:gd name="connsiteX57" fmla="*/ 17736 w 206183"/>
                <a:gd name="connsiteY57" fmla="*/ 162582 h 206183"/>
                <a:gd name="connsiteX58" fmla="*/ 9607 w 206183"/>
                <a:gd name="connsiteY58" fmla="*/ 147063 h 206183"/>
                <a:gd name="connsiteX59" fmla="*/ 10346 w 206183"/>
                <a:gd name="connsiteY59" fmla="*/ 143368 h 206183"/>
                <a:gd name="connsiteX60" fmla="*/ 25126 w 206183"/>
                <a:gd name="connsiteY60" fmla="*/ 133022 h 206183"/>
                <a:gd name="connsiteX61" fmla="*/ 20693 w 206183"/>
                <a:gd name="connsiteY61" fmla="*/ 116024 h 206183"/>
                <a:gd name="connsiteX62" fmla="*/ 2217 w 206183"/>
                <a:gd name="connsiteY62" fmla="*/ 114546 h 206183"/>
                <a:gd name="connsiteX63" fmla="*/ 0 w 206183"/>
                <a:gd name="connsiteY63" fmla="*/ 111590 h 206183"/>
                <a:gd name="connsiteX64" fmla="*/ 0 w 206183"/>
                <a:gd name="connsiteY64" fmla="*/ 94593 h 206183"/>
                <a:gd name="connsiteX65" fmla="*/ 2217 w 206183"/>
                <a:gd name="connsiteY65" fmla="*/ 91637 h 206183"/>
                <a:gd name="connsiteX66" fmla="*/ 20693 w 206183"/>
                <a:gd name="connsiteY66" fmla="*/ 90159 h 206183"/>
                <a:gd name="connsiteX67" fmla="*/ 25126 w 206183"/>
                <a:gd name="connsiteY67" fmla="*/ 73162 h 206183"/>
                <a:gd name="connsiteX68" fmla="*/ 10346 w 206183"/>
                <a:gd name="connsiteY68" fmla="*/ 62816 h 206183"/>
                <a:gd name="connsiteX69" fmla="*/ 9607 w 206183"/>
                <a:gd name="connsiteY69" fmla="*/ 59121 h 206183"/>
                <a:gd name="connsiteX70" fmla="*/ 17736 w 206183"/>
                <a:gd name="connsiteY70" fmla="*/ 43601 h 206183"/>
                <a:gd name="connsiteX71" fmla="*/ 21431 w 206183"/>
                <a:gd name="connsiteY71" fmla="*/ 42862 h 206183"/>
                <a:gd name="connsiteX72" fmla="*/ 72423 w 206183"/>
                <a:gd name="connsiteY72" fmla="*/ 84986 h 206183"/>
                <a:gd name="connsiteX73" fmla="*/ 85725 w 206183"/>
                <a:gd name="connsiteY73" fmla="*/ 133761 h 206183"/>
                <a:gd name="connsiteX74" fmla="*/ 134500 w 206183"/>
                <a:gd name="connsiteY74" fmla="*/ 121197 h 206183"/>
                <a:gd name="connsiteX75" fmla="*/ 121198 w 206183"/>
                <a:gd name="connsiteY75" fmla="*/ 72423 h 206183"/>
                <a:gd name="connsiteX76" fmla="*/ 72423 w 206183"/>
                <a:gd name="connsiteY76" fmla="*/ 84986 h 20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206183" h="206183">
                  <a:moveTo>
                    <a:pt x="38429" y="50992"/>
                  </a:moveTo>
                  <a:cubicBezTo>
                    <a:pt x="41880" y="46062"/>
                    <a:pt x="46063" y="41880"/>
                    <a:pt x="50992" y="38429"/>
                  </a:cubicBezTo>
                  <a:lnTo>
                    <a:pt x="42863" y="21431"/>
                  </a:lnTo>
                  <a:cubicBezTo>
                    <a:pt x="42124" y="19953"/>
                    <a:pt x="42863" y="18475"/>
                    <a:pt x="43602" y="17736"/>
                  </a:cubicBezTo>
                  <a:lnTo>
                    <a:pt x="59121" y="9607"/>
                  </a:lnTo>
                  <a:cubicBezTo>
                    <a:pt x="60599" y="8868"/>
                    <a:pt x="62077" y="8868"/>
                    <a:pt x="62816" y="10346"/>
                  </a:cubicBezTo>
                  <a:lnTo>
                    <a:pt x="73162" y="25126"/>
                  </a:lnTo>
                  <a:cubicBezTo>
                    <a:pt x="78579" y="23153"/>
                    <a:pt x="84247" y="21675"/>
                    <a:pt x="90159" y="20692"/>
                  </a:cubicBezTo>
                  <a:lnTo>
                    <a:pt x="91637" y="2217"/>
                  </a:lnTo>
                  <a:cubicBezTo>
                    <a:pt x="91637" y="739"/>
                    <a:pt x="93115" y="0"/>
                    <a:pt x="94593" y="0"/>
                  </a:cubicBezTo>
                  <a:lnTo>
                    <a:pt x="111591" y="0"/>
                  </a:lnTo>
                  <a:cubicBezTo>
                    <a:pt x="113069" y="0"/>
                    <a:pt x="114546" y="739"/>
                    <a:pt x="114546" y="2217"/>
                  </a:cubicBezTo>
                  <a:lnTo>
                    <a:pt x="116024" y="20692"/>
                  </a:lnTo>
                  <a:cubicBezTo>
                    <a:pt x="121936" y="21675"/>
                    <a:pt x="127605" y="23153"/>
                    <a:pt x="133022" y="25126"/>
                  </a:cubicBezTo>
                  <a:lnTo>
                    <a:pt x="143368" y="10346"/>
                  </a:lnTo>
                  <a:cubicBezTo>
                    <a:pt x="144107" y="8868"/>
                    <a:pt x="145585" y="8868"/>
                    <a:pt x="147063" y="9607"/>
                  </a:cubicBezTo>
                  <a:lnTo>
                    <a:pt x="162582" y="17736"/>
                  </a:lnTo>
                  <a:cubicBezTo>
                    <a:pt x="163321" y="18475"/>
                    <a:pt x="164060" y="19953"/>
                    <a:pt x="163321" y="21431"/>
                  </a:cubicBezTo>
                  <a:lnTo>
                    <a:pt x="155192" y="38429"/>
                  </a:lnTo>
                  <a:cubicBezTo>
                    <a:pt x="160121" y="41880"/>
                    <a:pt x="164304" y="46062"/>
                    <a:pt x="167755" y="50992"/>
                  </a:cubicBezTo>
                  <a:lnTo>
                    <a:pt x="184752" y="42862"/>
                  </a:lnTo>
                  <a:cubicBezTo>
                    <a:pt x="185491" y="42124"/>
                    <a:pt x="187708" y="42862"/>
                    <a:pt x="188447" y="43601"/>
                  </a:cubicBezTo>
                  <a:lnTo>
                    <a:pt x="196577" y="59121"/>
                  </a:lnTo>
                  <a:cubicBezTo>
                    <a:pt x="197315" y="60599"/>
                    <a:pt x="197315" y="62077"/>
                    <a:pt x="195837" y="62816"/>
                  </a:cubicBezTo>
                  <a:lnTo>
                    <a:pt x="180318" y="73162"/>
                  </a:lnTo>
                  <a:cubicBezTo>
                    <a:pt x="182779" y="78579"/>
                    <a:pt x="184509" y="84247"/>
                    <a:pt x="185491" y="90159"/>
                  </a:cubicBezTo>
                  <a:lnTo>
                    <a:pt x="203967" y="91637"/>
                  </a:lnTo>
                  <a:cubicBezTo>
                    <a:pt x="205445" y="91637"/>
                    <a:pt x="206184" y="93115"/>
                    <a:pt x="206184" y="94593"/>
                  </a:cubicBezTo>
                  <a:lnTo>
                    <a:pt x="206184" y="111590"/>
                  </a:lnTo>
                  <a:cubicBezTo>
                    <a:pt x="206184" y="113068"/>
                    <a:pt x="205445" y="114546"/>
                    <a:pt x="203967" y="114546"/>
                  </a:cubicBezTo>
                  <a:lnTo>
                    <a:pt x="185491" y="116024"/>
                  </a:lnTo>
                  <a:cubicBezTo>
                    <a:pt x="184509" y="121936"/>
                    <a:pt x="182779" y="127605"/>
                    <a:pt x="180318" y="133022"/>
                  </a:cubicBezTo>
                  <a:lnTo>
                    <a:pt x="195837" y="143368"/>
                  </a:lnTo>
                  <a:cubicBezTo>
                    <a:pt x="197315" y="144107"/>
                    <a:pt x="197315" y="145585"/>
                    <a:pt x="196577" y="147063"/>
                  </a:cubicBezTo>
                  <a:lnTo>
                    <a:pt x="188447" y="162582"/>
                  </a:lnTo>
                  <a:cubicBezTo>
                    <a:pt x="187708" y="163321"/>
                    <a:pt x="185491" y="164060"/>
                    <a:pt x="184752" y="163321"/>
                  </a:cubicBezTo>
                  <a:lnTo>
                    <a:pt x="167755" y="155192"/>
                  </a:lnTo>
                  <a:cubicBezTo>
                    <a:pt x="163816" y="160121"/>
                    <a:pt x="159626" y="164304"/>
                    <a:pt x="155192" y="167755"/>
                  </a:cubicBezTo>
                  <a:lnTo>
                    <a:pt x="163321" y="184752"/>
                  </a:lnTo>
                  <a:cubicBezTo>
                    <a:pt x="164060" y="185491"/>
                    <a:pt x="163321" y="187708"/>
                    <a:pt x="162582" y="188447"/>
                  </a:cubicBezTo>
                  <a:lnTo>
                    <a:pt x="147063" y="196576"/>
                  </a:lnTo>
                  <a:cubicBezTo>
                    <a:pt x="145585" y="197315"/>
                    <a:pt x="144107" y="197315"/>
                    <a:pt x="143368" y="195837"/>
                  </a:cubicBezTo>
                  <a:lnTo>
                    <a:pt x="133022" y="180318"/>
                  </a:lnTo>
                  <a:cubicBezTo>
                    <a:pt x="127605" y="182779"/>
                    <a:pt x="121936" y="184508"/>
                    <a:pt x="116024" y="185491"/>
                  </a:cubicBezTo>
                  <a:lnTo>
                    <a:pt x="114546" y="203966"/>
                  </a:lnTo>
                  <a:cubicBezTo>
                    <a:pt x="114546" y="205444"/>
                    <a:pt x="113069" y="206183"/>
                    <a:pt x="111591" y="206183"/>
                  </a:cubicBezTo>
                  <a:lnTo>
                    <a:pt x="94593" y="206183"/>
                  </a:lnTo>
                  <a:cubicBezTo>
                    <a:pt x="93115" y="206183"/>
                    <a:pt x="91637" y="205444"/>
                    <a:pt x="91637" y="203966"/>
                  </a:cubicBezTo>
                  <a:lnTo>
                    <a:pt x="90159" y="185491"/>
                  </a:lnTo>
                  <a:cubicBezTo>
                    <a:pt x="84247" y="184508"/>
                    <a:pt x="78579" y="183030"/>
                    <a:pt x="73162" y="181057"/>
                  </a:cubicBezTo>
                  <a:lnTo>
                    <a:pt x="62816" y="195837"/>
                  </a:lnTo>
                  <a:cubicBezTo>
                    <a:pt x="62077" y="197315"/>
                    <a:pt x="60599" y="197315"/>
                    <a:pt x="59121" y="196576"/>
                  </a:cubicBezTo>
                  <a:lnTo>
                    <a:pt x="43602" y="188447"/>
                  </a:lnTo>
                  <a:cubicBezTo>
                    <a:pt x="42863" y="187708"/>
                    <a:pt x="42124" y="185491"/>
                    <a:pt x="42863" y="184752"/>
                  </a:cubicBezTo>
                  <a:lnTo>
                    <a:pt x="50992" y="167755"/>
                  </a:lnTo>
                  <a:cubicBezTo>
                    <a:pt x="46063" y="164304"/>
                    <a:pt x="41880" y="160121"/>
                    <a:pt x="38429" y="155192"/>
                  </a:cubicBezTo>
                  <a:lnTo>
                    <a:pt x="21431" y="163321"/>
                  </a:lnTo>
                  <a:cubicBezTo>
                    <a:pt x="19953" y="164060"/>
                    <a:pt x="18475" y="163321"/>
                    <a:pt x="17736" y="162582"/>
                  </a:cubicBezTo>
                  <a:lnTo>
                    <a:pt x="9607" y="147063"/>
                  </a:lnTo>
                  <a:cubicBezTo>
                    <a:pt x="8868" y="145585"/>
                    <a:pt x="8868" y="144107"/>
                    <a:pt x="10346" y="143368"/>
                  </a:cubicBezTo>
                  <a:lnTo>
                    <a:pt x="25126" y="133022"/>
                  </a:lnTo>
                  <a:cubicBezTo>
                    <a:pt x="23153" y="127605"/>
                    <a:pt x="21675" y="121936"/>
                    <a:pt x="20693" y="116024"/>
                  </a:cubicBezTo>
                  <a:lnTo>
                    <a:pt x="2217" y="114546"/>
                  </a:lnTo>
                  <a:cubicBezTo>
                    <a:pt x="739" y="114546"/>
                    <a:pt x="0" y="113068"/>
                    <a:pt x="0" y="111590"/>
                  </a:cubicBezTo>
                  <a:lnTo>
                    <a:pt x="0" y="94593"/>
                  </a:lnTo>
                  <a:cubicBezTo>
                    <a:pt x="0" y="93115"/>
                    <a:pt x="739" y="91637"/>
                    <a:pt x="2217" y="91637"/>
                  </a:cubicBezTo>
                  <a:lnTo>
                    <a:pt x="20693" y="90159"/>
                  </a:lnTo>
                  <a:cubicBezTo>
                    <a:pt x="21675" y="84247"/>
                    <a:pt x="23153" y="78579"/>
                    <a:pt x="25126" y="73162"/>
                  </a:cubicBezTo>
                  <a:lnTo>
                    <a:pt x="10346" y="62816"/>
                  </a:lnTo>
                  <a:cubicBezTo>
                    <a:pt x="8868" y="62077"/>
                    <a:pt x="8868" y="60599"/>
                    <a:pt x="9607" y="59121"/>
                  </a:cubicBezTo>
                  <a:lnTo>
                    <a:pt x="17736" y="43601"/>
                  </a:lnTo>
                  <a:cubicBezTo>
                    <a:pt x="18475" y="42862"/>
                    <a:pt x="19953" y="42124"/>
                    <a:pt x="21431" y="42862"/>
                  </a:cubicBezTo>
                  <a:close/>
                  <a:moveTo>
                    <a:pt x="72423" y="84986"/>
                  </a:moveTo>
                  <a:cubicBezTo>
                    <a:pt x="62816" y="102722"/>
                    <a:pt x="68728" y="124153"/>
                    <a:pt x="85725" y="133761"/>
                  </a:cubicBezTo>
                  <a:cubicBezTo>
                    <a:pt x="102722" y="144107"/>
                    <a:pt x="124154" y="138195"/>
                    <a:pt x="134500" y="121197"/>
                  </a:cubicBezTo>
                  <a:cubicBezTo>
                    <a:pt x="144107" y="104200"/>
                    <a:pt x="138195" y="82030"/>
                    <a:pt x="121198" y="72423"/>
                  </a:cubicBezTo>
                  <a:cubicBezTo>
                    <a:pt x="104200" y="62077"/>
                    <a:pt x="82030" y="67989"/>
                    <a:pt x="72423" y="84986"/>
                  </a:cubicBezTo>
                  <a:close/>
                </a:path>
              </a:pathLst>
            </a:custGeom>
            <a:solidFill>
              <a:srgbClr val="1369B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EA053F90-6016-27A5-E631-9C38EBDCA519}"/>
                </a:ext>
              </a:extLst>
            </p:cNvPr>
            <p:cNvSpPr/>
            <p:nvPr/>
          </p:nvSpPr>
          <p:spPr>
            <a:xfrm>
              <a:off x="4495426" y="3949844"/>
              <a:ext cx="204705" cy="204705"/>
            </a:xfrm>
            <a:custGeom>
              <a:avLst/>
              <a:gdLst>
                <a:gd name="connsiteX0" fmla="*/ 114546 w 204705"/>
                <a:gd name="connsiteY0" fmla="*/ 20692 h 204705"/>
                <a:gd name="connsiteX1" fmla="*/ 132282 w 204705"/>
                <a:gd name="connsiteY1" fmla="*/ 25865 h 204705"/>
                <a:gd name="connsiteX2" fmla="*/ 143367 w 204705"/>
                <a:gd name="connsiteY2" fmla="*/ 9607 h 204705"/>
                <a:gd name="connsiteX3" fmla="*/ 146324 w 204705"/>
                <a:gd name="connsiteY3" fmla="*/ 8868 h 204705"/>
                <a:gd name="connsiteX4" fmla="*/ 161104 w 204705"/>
                <a:gd name="connsiteY4" fmla="*/ 17736 h 204705"/>
                <a:gd name="connsiteX5" fmla="*/ 161843 w 204705"/>
                <a:gd name="connsiteY5" fmla="*/ 20692 h 204705"/>
                <a:gd name="connsiteX6" fmla="*/ 153714 w 204705"/>
                <a:gd name="connsiteY6" fmla="*/ 37689 h 204705"/>
                <a:gd name="connsiteX7" fmla="*/ 167016 w 204705"/>
                <a:gd name="connsiteY7" fmla="*/ 50992 h 204705"/>
                <a:gd name="connsiteX8" fmla="*/ 184013 w 204705"/>
                <a:gd name="connsiteY8" fmla="*/ 42862 h 204705"/>
                <a:gd name="connsiteX9" fmla="*/ 186969 w 204705"/>
                <a:gd name="connsiteY9" fmla="*/ 43601 h 204705"/>
                <a:gd name="connsiteX10" fmla="*/ 195837 w 204705"/>
                <a:gd name="connsiteY10" fmla="*/ 58382 h 204705"/>
                <a:gd name="connsiteX11" fmla="*/ 195098 w 204705"/>
                <a:gd name="connsiteY11" fmla="*/ 61338 h 204705"/>
                <a:gd name="connsiteX12" fmla="*/ 178840 w 204705"/>
                <a:gd name="connsiteY12" fmla="*/ 72423 h 204705"/>
                <a:gd name="connsiteX13" fmla="*/ 184013 w 204705"/>
                <a:gd name="connsiteY13" fmla="*/ 90159 h 204705"/>
                <a:gd name="connsiteX14" fmla="*/ 203227 w 204705"/>
                <a:gd name="connsiteY14" fmla="*/ 91637 h 204705"/>
                <a:gd name="connsiteX15" fmla="*/ 204705 w 204705"/>
                <a:gd name="connsiteY15" fmla="*/ 93854 h 204705"/>
                <a:gd name="connsiteX16" fmla="*/ 204705 w 204705"/>
                <a:gd name="connsiteY16" fmla="*/ 110851 h 204705"/>
                <a:gd name="connsiteX17" fmla="*/ 203227 w 204705"/>
                <a:gd name="connsiteY17" fmla="*/ 113068 h 204705"/>
                <a:gd name="connsiteX18" fmla="*/ 184013 w 204705"/>
                <a:gd name="connsiteY18" fmla="*/ 114546 h 204705"/>
                <a:gd name="connsiteX19" fmla="*/ 178840 w 204705"/>
                <a:gd name="connsiteY19" fmla="*/ 132283 h 204705"/>
                <a:gd name="connsiteX20" fmla="*/ 195098 w 204705"/>
                <a:gd name="connsiteY20" fmla="*/ 143368 h 204705"/>
                <a:gd name="connsiteX21" fmla="*/ 195098 w 204705"/>
                <a:gd name="connsiteY21" fmla="*/ 146324 h 204705"/>
                <a:gd name="connsiteX22" fmla="*/ 186969 w 204705"/>
                <a:gd name="connsiteY22" fmla="*/ 161104 h 204705"/>
                <a:gd name="connsiteX23" fmla="*/ 184013 w 204705"/>
                <a:gd name="connsiteY23" fmla="*/ 161843 h 204705"/>
                <a:gd name="connsiteX24" fmla="*/ 167016 w 204705"/>
                <a:gd name="connsiteY24" fmla="*/ 153714 h 204705"/>
                <a:gd name="connsiteX25" fmla="*/ 153714 w 204705"/>
                <a:gd name="connsiteY25" fmla="*/ 167016 h 204705"/>
                <a:gd name="connsiteX26" fmla="*/ 161843 w 204705"/>
                <a:gd name="connsiteY26" fmla="*/ 184013 h 204705"/>
                <a:gd name="connsiteX27" fmla="*/ 161104 w 204705"/>
                <a:gd name="connsiteY27" fmla="*/ 186969 h 204705"/>
                <a:gd name="connsiteX28" fmla="*/ 146324 w 204705"/>
                <a:gd name="connsiteY28" fmla="*/ 195837 h 204705"/>
                <a:gd name="connsiteX29" fmla="*/ 143367 w 204705"/>
                <a:gd name="connsiteY29" fmla="*/ 195098 h 204705"/>
                <a:gd name="connsiteX30" fmla="*/ 132282 w 204705"/>
                <a:gd name="connsiteY30" fmla="*/ 178840 h 204705"/>
                <a:gd name="connsiteX31" fmla="*/ 114546 w 204705"/>
                <a:gd name="connsiteY31" fmla="*/ 184013 h 204705"/>
                <a:gd name="connsiteX32" fmla="*/ 113068 w 204705"/>
                <a:gd name="connsiteY32" fmla="*/ 203227 h 204705"/>
                <a:gd name="connsiteX33" fmla="*/ 110851 w 204705"/>
                <a:gd name="connsiteY33" fmla="*/ 204705 h 204705"/>
                <a:gd name="connsiteX34" fmla="*/ 93854 w 204705"/>
                <a:gd name="connsiteY34" fmla="*/ 204705 h 204705"/>
                <a:gd name="connsiteX35" fmla="*/ 91637 w 204705"/>
                <a:gd name="connsiteY35" fmla="*/ 203227 h 204705"/>
                <a:gd name="connsiteX36" fmla="*/ 90159 w 204705"/>
                <a:gd name="connsiteY36" fmla="*/ 184013 h 204705"/>
                <a:gd name="connsiteX37" fmla="*/ 72423 w 204705"/>
                <a:gd name="connsiteY37" fmla="*/ 178840 h 204705"/>
                <a:gd name="connsiteX38" fmla="*/ 61338 w 204705"/>
                <a:gd name="connsiteY38" fmla="*/ 195098 h 204705"/>
                <a:gd name="connsiteX39" fmla="*/ 58381 w 204705"/>
                <a:gd name="connsiteY39" fmla="*/ 195837 h 204705"/>
                <a:gd name="connsiteX40" fmla="*/ 43601 w 204705"/>
                <a:gd name="connsiteY40" fmla="*/ 186969 h 204705"/>
                <a:gd name="connsiteX41" fmla="*/ 42862 w 204705"/>
                <a:gd name="connsiteY41" fmla="*/ 184013 h 204705"/>
                <a:gd name="connsiteX42" fmla="*/ 50991 w 204705"/>
                <a:gd name="connsiteY42" fmla="*/ 167016 h 204705"/>
                <a:gd name="connsiteX43" fmla="*/ 37689 w 204705"/>
                <a:gd name="connsiteY43" fmla="*/ 153714 h 204705"/>
                <a:gd name="connsiteX44" fmla="*/ 20692 w 204705"/>
                <a:gd name="connsiteY44" fmla="*/ 161843 h 204705"/>
                <a:gd name="connsiteX45" fmla="*/ 17736 w 204705"/>
                <a:gd name="connsiteY45" fmla="*/ 161104 h 204705"/>
                <a:gd name="connsiteX46" fmla="*/ 8868 w 204705"/>
                <a:gd name="connsiteY46" fmla="*/ 146324 h 204705"/>
                <a:gd name="connsiteX47" fmla="*/ 9607 w 204705"/>
                <a:gd name="connsiteY47" fmla="*/ 143368 h 204705"/>
                <a:gd name="connsiteX48" fmla="*/ 25865 w 204705"/>
                <a:gd name="connsiteY48" fmla="*/ 132283 h 204705"/>
                <a:gd name="connsiteX49" fmla="*/ 20692 w 204705"/>
                <a:gd name="connsiteY49" fmla="*/ 114546 h 204705"/>
                <a:gd name="connsiteX50" fmla="*/ 1478 w 204705"/>
                <a:gd name="connsiteY50" fmla="*/ 113068 h 204705"/>
                <a:gd name="connsiteX51" fmla="*/ 0 w 204705"/>
                <a:gd name="connsiteY51" fmla="*/ 110851 h 204705"/>
                <a:gd name="connsiteX52" fmla="*/ 0 w 204705"/>
                <a:gd name="connsiteY52" fmla="*/ 93854 h 204705"/>
                <a:gd name="connsiteX53" fmla="*/ 1478 w 204705"/>
                <a:gd name="connsiteY53" fmla="*/ 91637 h 204705"/>
                <a:gd name="connsiteX54" fmla="*/ 20692 w 204705"/>
                <a:gd name="connsiteY54" fmla="*/ 90159 h 204705"/>
                <a:gd name="connsiteX55" fmla="*/ 25865 w 204705"/>
                <a:gd name="connsiteY55" fmla="*/ 72423 h 204705"/>
                <a:gd name="connsiteX56" fmla="*/ 9607 w 204705"/>
                <a:gd name="connsiteY56" fmla="*/ 61338 h 204705"/>
                <a:gd name="connsiteX57" fmla="*/ 8868 w 204705"/>
                <a:gd name="connsiteY57" fmla="*/ 58382 h 204705"/>
                <a:gd name="connsiteX58" fmla="*/ 17736 w 204705"/>
                <a:gd name="connsiteY58" fmla="*/ 43601 h 204705"/>
                <a:gd name="connsiteX59" fmla="*/ 20692 w 204705"/>
                <a:gd name="connsiteY59" fmla="*/ 42862 h 204705"/>
                <a:gd name="connsiteX60" fmla="*/ 37689 w 204705"/>
                <a:gd name="connsiteY60" fmla="*/ 50992 h 204705"/>
                <a:gd name="connsiteX61" fmla="*/ 50991 w 204705"/>
                <a:gd name="connsiteY61" fmla="*/ 37689 h 204705"/>
                <a:gd name="connsiteX62" fmla="*/ 42862 w 204705"/>
                <a:gd name="connsiteY62" fmla="*/ 20692 h 204705"/>
                <a:gd name="connsiteX63" fmla="*/ 43601 w 204705"/>
                <a:gd name="connsiteY63" fmla="*/ 17736 h 204705"/>
                <a:gd name="connsiteX64" fmla="*/ 58381 w 204705"/>
                <a:gd name="connsiteY64" fmla="*/ 8868 h 204705"/>
                <a:gd name="connsiteX65" fmla="*/ 61338 w 204705"/>
                <a:gd name="connsiteY65" fmla="*/ 9607 h 204705"/>
                <a:gd name="connsiteX66" fmla="*/ 72423 w 204705"/>
                <a:gd name="connsiteY66" fmla="*/ 25865 h 204705"/>
                <a:gd name="connsiteX67" fmla="*/ 90159 w 204705"/>
                <a:gd name="connsiteY67" fmla="*/ 20692 h 204705"/>
                <a:gd name="connsiteX68" fmla="*/ 91637 w 204705"/>
                <a:gd name="connsiteY68" fmla="*/ 1478 h 204705"/>
                <a:gd name="connsiteX69" fmla="*/ 93854 w 204705"/>
                <a:gd name="connsiteY69" fmla="*/ 0 h 204705"/>
                <a:gd name="connsiteX70" fmla="*/ 110851 w 204705"/>
                <a:gd name="connsiteY70" fmla="*/ 0 h 204705"/>
                <a:gd name="connsiteX71" fmla="*/ 113068 w 204705"/>
                <a:gd name="connsiteY71" fmla="*/ 1478 h 204705"/>
                <a:gd name="connsiteX72" fmla="*/ 65772 w 204705"/>
                <a:gd name="connsiteY72" fmla="*/ 102722 h 204705"/>
                <a:gd name="connsiteX73" fmla="*/ 101983 w 204705"/>
                <a:gd name="connsiteY73" fmla="*/ 138934 h 204705"/>
                <a:gd name="connsiteX74" fmla="*/ 138934 w 204705"/>
                <a:gd name="connsiteY74" fmla="*/ 102722 h 204705"/>
                <a:gd name="connsiteX75" fmla="*/ 101983 w 204705"/>
                <a:gd name="connsiteY75" fmla="*/ 65772 h 204705"/>
                <a:gd name="connsiteX76" fmla="*/ 65772 w 204705"/>
                <a:gd name="connsiteY76" fmla="*/ 102722 h 204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204705" h="204705">
                  <a:moveTo>
                    <a:pt x="114546" y="20692"/>
                  </a:moveTo>
                  <a:cubicBezTo>
                    <a:pt x="120954" y="21675"/>
                    <a:pt x="126866" y="23404"/>
                    <a:pt x="132282" y="25865"/>
                  </a:cubicBezTo>
                  <a:lnTo>
                    <a:pt x="143367" y="9607"/>
                  </a:lnTo>
                  <a:cubicBezTo>
                    <a:pt x="144107" y="8868"/>
                    <a:pt x="144846" y="8868"/>
                    <a:pt x="146324" y="8868"/>
                  </a:cubicBezTo>
                  <a:lnTo>
                    <a:pt x="161104" y="17736"/>
                  </a:lnTo>
                  <a:cubicBezTo>
                    <a:pt x="161843" y="18475"/>
                    <a:pt x="162582" y="19953"/>
                    <a:pt x="161843" y="20692"/>
                  </a:cubicBezTo>
                  <a:lnTo>
                    <a:pt x="153714" y="37689"/>
                  </a:lnTo>
                  <a:cubicBezTo>
                    <a:pt x="158643" y="41628"/>
                    <a:pt x="163077" y="46062"/>
                    <a:pt x="167016" y="50992"/>
                  </a:cubicBezTo>
                  <a:lnTo>
                    <a:pt x="184013" y="42862"/>
                  </a:lnTo>
                  <a:cubicBezTo>
                    <a:pt x="184752" y="42123"/>
                    <a:pt x="186230" y="42862"/>
                    <a:pt x="186969" y="43601"/>
                  </a:cubicBezTo>
                  <a:lnTo>
                    <a:pt x="195837" y="58382"/>
                  </a:lnTo>
                  <a:cubicBezTo>
                    <a:pt x="195837" y="59860"/>
                    <a:pt x="195837" y="60599"/>
                    <a:pt x="195098" y="61338"/>
                  </a:cubicBezTo>
                  <a:lnTo>
                    <a:pt x="178840" y="72423"/>
                  </a:lnTo>
                  <a:cubicBezTo>
                    <a:pt x="181301" y="77840"/>
                    <a:pt x="183030" y="83752"/>
                    <a:pt x="184013" y="90159"/>
                  </a:cubicBezTo>
                  <a:lnTo>
                    <a:pt x="203227" y="91637"/>
                  </a:lnTo>
                  <a:cubicBezTo>
                    <a:pt x="203966" y="91637"/>
                    <a:pt x="204705" y="92376"/>
                    <a:pt x="204705" y="93854"/>
                  </a:cubicBezTo>
                  <a:lnTo>
                    <a:pt x="204705" y="110851"/>
                  </a:lnTo>
                  <a:cubicBezTo>
                    <a:pt x="204705" y="112329"/>
                    <a:pt x="203966" y="113068"/>
                    <a:pt x="203227" y="113068"/>
                  </a:cubicBezTo>
                  <a:lnTo>
                    <a:pt x="184013" y="114546"/>
                  </a:lnTo>
                  <a:cubicBezTo>
                    <a:pt x="183030" y="120954"/>
                    <a:pt x="181301" y="126866"/>
                    <a:pt x="178840" y="132283"/>
                  </a:cubicBezTo>
                  <a:lnTo>
                    <a:pt x="195098" y="143368"/>
                  </a:lnTo>
                  <a:cubicBezTo>
                    <a:pt x="195837" y="144107"/>
                    <a:pt x="195837" y="144846"/>
                    <a:pt x="195098" y="146324"/>
                  </a:cubicBezTo>
                  <a:lnTo>
                    <a:pt x="186969" y="161104"/>
                  </a:lnTo>
                  <a:cubicBezTo>
                    <a:pt x="186230" y="161843"/>
                    <a:pt x="184752" y="162582"/>
                    <a:pt x="184013" y="161843"/>
                  </a:cubicBezTo>
                  <a:lnTo>
                    <a:pt x="167016" y="153714"/>
                  </a:lnTo>
                  <a:cubicBezTo>
                    <a:pt x="163077" y="158643"/>
                    <a:pt x="158643" y="163077"/>
                    <a:pt x="153714" y="167016"/>
                  </a:cubicBezTo>
                  <a:lnTo>
                    <a:pt x="161843" y="184013"/>
                  </a:lnTo>
                  <a:cubicBezTo>
                    <a:pt x="162582" y="184752"/>
                    <a:pt x="161843" y="186230"/>
                    <a:pt x="161104" y="186969"/>
                  </a:cubicBezTo>
                  <a:lnTo>
                    <a:pt x="146324" y="195837"/>
                  </a:lnTo>
                  <a:cubicBezTo>
                    <a:pt x="144846" y="195837"/>
                    <a:pt x="144107" y="195837"/>
                    <a:pt x="143367" y="195098"/>
                  </a:cubicBezTo>
                  <a:lnTo>
                    <a:pt x="132282" y="178840"/>
                  </a:lnTo>
                  <a:cubicBezTo>
                    <a:pt x="126866" y="181301"/>
                    <a:pt x="120954" y="183030"/>
                    <a:pt x="114546" y="184013"/>
                  </a:cubicBezTo>
                  <a:lnTo>
                    <a:pt x="113068" y="203227"/>
                  </a:lnTo>
                  <a:cubicBezTo>
                    <a:pt x="113068" y="203966"/>
                    <a:pt x="112329" y="204705"/>
                    <a:pt x="110851" y="204705"/>
                  </a:cubicBezTo>
                  <a:lnTo>
                    <a:pt x="93854" y="204705"/>
                  </a:lnTo>
                  <a:cubicBezTo>
                    <a:pt x="92376" y="204705"/>
                    <a:pt x="91637" y="203966"/>
                    <a:pt x="91637" y="203227"/>
                  </a:cubicBezTo>
                  <a:lnTo>
                    <a:pt x="90159" y="184013"/>
                  </a:lnTo>
                  <a:cubicBezTo>
                    <a:pt x="83752" y="183030"/>
                    <a:pt x="77839" y="181301"/>
                    <a:pt x="72423" y="178840"/>
                  </a:cubicBezTo>
                  <a:lnTo>
                    <a:pt x="61338" y="195098"/>
                  </a:lnTo>
                  <a:cubicBezTo>
                    <a:pt x="60599" y="195837"/>
                    <a:pt x="59860" y="195837"/>
                    <a:pt x="58381" y="195837"/>
                  </a:cubicBezTo>
                  <a:lnTo>
                    <a:pt x="43601" y="186969"/>
                  </a:lnTo>
                  <a:cubicBezTo>
                    <a:pt x="42862" y="186230"/>
                    <a:pt x="42124" y="184752"/>
                    <a:pt x="42862" y="184013"/>
                  </a:cubicBezTo>
                  <a:lnTo>
                    <a:pt x="50991" y="167016"/>
                  </a:lnTo>
                  <a:cubicBezTo>
                    <a:pt x="46062" y="163077"/>
                    <a:pt x="41628" y="158643"/>
                    <a:pt x="37689" y="153714"/>
                  </a:cubicBezTo>
                  <a:lnTo>
                    <a:pt x="20692" y="161843"/>
                  </a:lnTo>
                  <a:cubicBezTo>
                    <a:pt x="19214" y="162582"/>
                    <a:pt x="18475" y="161843"/>
                    <a:pt x="17736" y="161104"/>
                  </a:cubicBezTo>
                  <a:lnTo>
                    <a:pt x="8868" y="146324"/>
                  </a:lnTo>
                  <a:cubicBezTo>
                    <a:pt x="8868" y="144846"/>
                    <a:pt x="8868" y="144107"/>
                    <a:pt x="9607" y="143368"/>
                  </a:cubicBezTo>
                  <a:lnTo>
                    <a:pt x="25865" y="132283"/>
                  </a:lnTo>
                  <a:cubicBezTo>
                    <a:pt x="23404" y="126866"/>
                    <a:pt x="21675" y="120954"/>
                    <a:pt x="20692" y="114546"/>
                  </a:cubicBezTo>
                  <a:lnTo>
                    <a:pt x="1478" y="113068"/>
                  </a:lnTo>
                  <a:cubicBezTo>
                    <a:pt x="739" y="113068"/>
                    <a:pt x="0" y="112329"/>
                    <a:pt x="0" y="110851"/>
                  </a:cubicBezTo>
                  <a:lnTo>
                    <a:pt x="0" y="93854"/>
                  </a:lnTo>
                  <a:cubicBezTo>
                    <a:pt x="0" y="92376"/>
                    <a:pt x="739" y="91637"/>
                    <a:pt x="1478" y="91637"/>
                  </a:cubicBezTo>
                  <a:lnTo>
                    <a:pt x="20692" y="90159"/>
                  </a:lnTo>
                  <a:cubicBezTo>
                    <a:pt x="21675" y="83752"/>
                    <a:pt x="23404" y="77840"/>
                    <a:pt x="25865" y="72423"/>
                  </a:cubicBezTo>
                  <a:lnTo>
                    <a:pt x="9607" y="61338"/>
                  </a:lnTo>
                  <a:cubicBezTo>
                    <a:pt x="8868" y="60599"/>
                    <a:pt x="8868" y="59860"/>
                    <a:pt x="8868" y="58382"/>
                  </a:cubicBezTo>
                  <a:lnTo>
                    <a:pt x="17736" y="43601"/>
                  </a:lnTo>
                  <a:cubicBezTo>
                    <a:pt x="18475" y="42862"/>
                    <a:pt x="19214" y="42123"/>
                    <a:pt x="20692" y="42862"/>
                  </a:cubicBezTo>
                  <a:lnTo>
                    <a:pt x="37689" y="50992"/>
                  </a:lnTo>
                  <a:cubicBezTo>
                    <a:pt x="41628" y="46062"/>
                    <a:pt x="46062" y="41628"/>
                    <a:pt x="50991" y="37689"/>
                  </a:cubicBezTo>
                  <a:lnTo>
                    <a:pt x="42862" y="20692"/>
                  </a:lnTo>
                  <a:cubicBezTo>
                    <a:pt x="42124" y="19953"/>
                    <a:pt x="42862" y="18475"/>
                    <a:pt x="43601" y="17736"/>
                  </a:cubicBezTo>
                  <a:lnTo>
                    <a:pt x="58381" y="8868"/>
                  </a:lnTo>
                  <a:cubicBezTo>
                    <a:pt x="59860" y="8868"/>
                    <a:pt x="60599" y="8868"/>
                    <a:pt x="61338" y="9607"/>
                  </a:cubicBezTo>
                  <a:lnTo>
                    <a:pt x="72423" y="25865"/>
                  </a:lnTo>
                  <a:cubicBezTo>
                    <a:pt x="77839" y="23404"/>
                    <a:pt x="83752" y="21675"/>
                    <a:pt x="90159" y="20692"/>
                  </a:cubicBezTo>
                  <a:lnTo>
                    <a:pt x="91637" y="1478"/>
                  </a:lnTo>
                  <a:cubicBezTo>
                    <a:pt x="91637" y="739"/>
                    <a:pt x="92376" y="0"/>
                    <a:pt x="93854" y="0"/>
                  </a:cubicBezTo>
                  <a:lnTo>
                    <a:pt x="110851" y="0"/>
                  </a:lnTo>
                  <a:cubicBezTo>
                    <a:pt x="112329" y="0"/>
                    <a:pt x="113068" y="739"/>
                    <a:pt x="113068" y="1478"/>
                  </a:cubicBezTo>
                  <a:close/>
                  <a:moveTo>
                    <a:pt x="65772" y="102722"/>
                  </a:moveTo>
                  <a:cubicBezTo>
                    <a:pt x="65772" y="122675"/>
                    <a:pt x="82030" y="138934"/>
                    <a:pt x="101983" y="138934"/>
                  </a:cubicBezTo>
                  <a:cubicBezTo>
                    <a:pt x="122675" y="138934"/>
                    <a:pt x="138934" y="122675"/>
                    <a:pt x="138934" y="102722"/>
                  </a:cubicBezTo>
                  <a:cubicBezTo>
                    <a:pt x="138934" y="82030"/>
                    <a:pt x="122675" y="65772"/>
                    <a:pt x="101983" y="65772"/>
                  </a:cubicBezTo>
                  <a:cubicBezTo>
                    <a:pt x="82030" y="65772"/>
                    <a:pt x="65772" y="82030"/>
                    <a:pt x="65772" y="102722"/>
                  </a:cubicBezTo>
                  <a:close/>
                </a:path>
              </a:pathLst>
            </a:custGeom>
            <a:solidFill>
              <a:srgbClr val="3091D8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42CF4D1-4379-89F3-5AE8-4A59999D2778}"/>
                </a:ext>
              </a:extLst>
            </p:cNvPr>
            <p:cNvSpPr/>
            <p:nvPr/>
          </p:nvSpPr>
          <p:spPr>
            <a:xfrm>
              <a:off x="4540967" y="3996701"/>
              <a:ext cx="113622" cy="113565"/>
            </a:xfrm>
            <a:custGeom>
              <a:avLst/>
              <a:gdLst>
                <a:gd name="connsiteX0" fmla="*/ 7668 w 113622"/>
                <a:gd name="connsiteY0" fmla="*/ 28521 h 113565"/>
                <a:gd name="connsiteX1" fmla="*/ 42401 w 113622"/>
                <a:gd name="connsiteY1" fmla="*/ 1917 h 113565"/>
                <a:gd name="connsiteX2" fmla="*/ 85264 w 113622"/>
                <a:gd name="connsiteY2" fmla="*/ 7829 h 113565"/>
                <a:gd name="connsiteX3" fmla="*/ 111868 w 113622"/>
                <a:gd name="connsiteY3" fmla="*/ 41823 h 113565"/>
                <a:gd name="connsiteX4" fmla="*/ 105956 w 113622"/>
                <a:gd name="connsiteY4" fmla="*/ 85425 h 113565"/>
                <a:gd name="connsiteX5" fmla="*/ 71222 w 113622"/>
                <a:gd name="connsiteY5" fmla="*/ 111290 h 113565"/>
                <a:gd name="connsiteX6" fmla="*/ 28360 w 113622"/>
                <a:gd name="connsiteY6" fmla="*/ 106117 h 113565"/>
                <a:gd name="connsiteX7" fmla="*/ 1755 w 113622"/>
                <a:gd name="connsiteY7" fmla="*/ 71384 h 113565"/>
                <a:gd name="connsiteX8" fmla="*/ 7668 w 113622"/>
                <a:gd name="connsiteY8" fmla="*/ 28521 h 113565"/>
                <a:gd name="connsiteX9" fmla="*/ 45357 w 113622"/>
                <a:gd name="connsiteY9" fmla="*/ 15219 h 113565"/>
                <a:gd name="connsiteX10" fmla="*/ 19492 w 113622"/>
                <a:gd name="connsiteY10" fmla="*/ 35172 h 113565"/>
                <a:gd name="connsiteX11" fmla="*/ 15058 w 113622"/>
                <a:gd name="connsiteY11" fmla="*/ 67689 h 113565"/>
                <a:gd name="connsiteX12" fmla="*/ 35011 w 113622"/>
                <a:gd name="connsiteY12" fmla="*/ 93554 h 113565"/>
                <a:gd name="connsiteX13" fmla="*/ 67527 w 113622"/>
                <a:gd name="connsiteY13" fmla="*/ 97988 h 113565"/>
                <a:gd name="connsiteX14" fmla="*/ 94131 w 113622"/>
                <a:gd name="connsiteY14" fmla="*/ 78035 h 113565"/>
                <a:gd name="connsiteX15" fmla="*/ 97826 w 113622"/>
                <a:gd name="connsiteY15" fmla="*/ 45518 h 113565"/>
                <a:gd name="connsiteX16" fmla="*/ 77873 w 113622"/>
                <a:gd name="connsiteY16" fmla="*/ 19653 h 113565"/>
                <a:gd name="connsiteX17" fmla="*/ 45357 w 113622"/>
                <a:gd name="connsiteY17" fmla="*/ 15219 h 113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3622" h="113565">
                  <a:moveTo>
                    <a:pt x="7668" y="28521"/>
                  </a:moveTo>
                  <a:cubicBezTo>
                    <a:pt x="15058" y="15219"/>
                    <a:pt x="27621" y="5612"/>
                    <a:pt x="42401" y="1917"/>
                  </a:cubicBezTo>
                  <a:cubicBezTo>
                    <a:pt x="56442" y="-1778"/>
                    <a:pt x="71961" y="-300"/>
                    <a:pt x="85264" y="7829"/>
                  </a:cubicBezTo>
                  <a:cubicBezTo>
                    <a:pt x="98566" y="15219"/>
                    <a:pt x="107434" y="27043"/>
                    <a:pt x="111868" y="41823"/>
                  </a:cubicBezTo>
                  <a:cubicBezTo>
                    <a:pt x="115563" y="56603"/>
                    <a:pt x="113346" y="72123"/>
                    <a:pt x="105956" y="85425"/>
                  </a:cubicBezTo>
                  <a:cubicBezTo>
                    <a:pt x="98566" y="97988"/>
                    <a:pt x="86002" y="107595"/>
                    <a:pt x="71222" y="111290"/>
                  </a:cubicBezTo>
                  <a:cubicBezTo>
                    <a:pt x="57181" y="115724"/>
                    <a:pt x="41662" y="113507"/>
                    <a:pt x="28360" y="106117"/>
                  </a:cubicBezTo>
                  <a:cubicBezTo>
                    <a:pt x="15058" y="97988"/>
                    <a:pt x="5450" y="86164"/>
                    <a:pt x="1755" y="71384"/>
                  </a:cubicBezTo>
                  <a:cubicBezTo>
                    <a:pt x="-1940" y="56603"/>
                    <a:pt x="278" y="41084"/>
                    <a:pt x="7668" y="28521"/>
                  </a:cubicBezTo>
                  <a:close/>
                  <a:moveTo>
                    <a:pt x="45357" y="15219"/>
                  </a:moveTo>
                  <a:cubicBezTo>
                    <a:pt x="35011" y="18175"/>
                    <a:pt x="25404" y="25565"/>
                    <a:pt x="19492" y="35172"/>
                  </a:cubicBezTo>
                  <a:cubicBezTo>
                    <a:pt x="13580" y="44779"/>
                    <a:pt x="12102" y="56603"/>
                    <a:pt x="15058" y="67689"/>
                  </a:cubicBezTo>
                  <a:cubicBezTo>
                    <a:pt x="18013" y="78774"/>
                    <a:pt x="25404" y="88381"/>
                    <a:pt x="35011" y="93554"/>
                  </a:cubicBezTo>
                  <a:cubicBezTo>
                    <a:pt x="45357" y="99466"/>
                    <a:pt x="57181" y="100944"/>
                    <a:pt x="67527" y="97988"/>
                  </a:cubicBezTo>
                  <a:cubicBezTo>
                    <a:pt x="78612" y="95032"/>
                    <a:pt x="88219" y="88381"/>
                    <a:pt x="94131" y="78035"/>
                  </a:cubicBezTo>
                  <a:cubicBezTo>
                    <a:pt x="99304" y="68428"/>
                    <a:pt x="100783" y="56603"/>
                    <a:pt x="97826" y="45518"/>
                  </a:cubicBezTo>
                  <a:cubicBezTo>
                    <a:pt x="94871" y="34433"/>
                    <a:pt x="88219" y="25565"/>
                    <a:pt x="77873" y="19653"/>
                  </a:cubicBezTo>
                  <a:cubicBezTo>
                    <a:pt x="68266" y="13741"/>
                    <a:pt x="56442" y="12263"/>
                    <a:pt x="45357" y="15219"/>
                  </a:cubicBezTo>
                  <a:close/>
                </a:path>
              </a:pathLst>
            </a:custGeom>
            <a:solidFill>
              <a:srgbClr val="1369B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AA77AE0-D4AC-3837-2E29-2523AFD9D19C}"/>
                </a:ext>
              </a:extLst>
            </p:cNvPr>
            <p:cNvSpPr/>
            <p:nvPr/>
          </p:nvSpPr>
          <p:spPr>
            <a:xfrm>
              <a:off x="4541984" y="3996401"/>
              <a:ext cx="111590" cy="111590"/>
            </a:xfrm>
            <a:custGeom>
              <a:avLst/>
              <a:gdLst>
                <a:gd name="connsiteX0" fmla="*/ 55426 w 111590"/>
                <a:gd name="connsiteY0" fmla="*/ 0 h 111590"/>
                <a:gd name="connsiteX1" fmla="*/ 95332 w 111590"/>
                <a:gd name="connsiteY1" fmla="*/ 16258 h 111590"/>
                <a:gd name="connsiteX2" fmla="*/ 111590 w 111590"/>
                <a:gd name="connsiteY2" fmla="*/ 55426 h 111590"/>
                <a:gd name="connsiteX3" fmla="*/ 95332 w 111590"/>
                <a:gd name="connsiteY3" fmla="*/ 95332 h 111590"/>
                <a:gd name="connsiteX4" fmla="*/ 55426 w 111590"/>
                <a:gd name="connsiteY4" fmla="*/ 111590 h 111590"/>
                <a:gd name="connsiteX5" fmla="*/ 16258 w 111590"/>
                <a:gd name="connsiteY5" fmla="*/ 95332 h 111590"/>
                <a:gd name="connsiteX6" fmla="*/ 0 w 111590"/>
                <a:gd name="connsiteY6" fmla="*/ 55426 h 111590"/>
                <a:gd name="connsiteX7" fmla="*/ 16258 w 111590"/>
                <a:gd name="connsiteY7" fmla="*/ 16258 h 111590"/>
                <a:gd name="connsiteX8" fmla="*/ 55426 w 111590"/>
                <a:gd name="connsiteY8" fmla="*/ 0 h 111590"/>
                <a:gd name="connsiteX9" fmla="*/ 86464 w 111590"/>
                <a:gd name="connsiteY9" fmla="*/ 25126 h 111590"/>
                <a:gd name="connsiteX10" fmla="*/ 55426 w 111590"/>
                <a:gd name="connsiteY10" fmla="*/ 11824 h 111590"/>
                <a:gd name="connsiteX11" fmla="*/ 25126 w 111590"/>
                <a:gd name="connsiteY11" fmla="*/ 25126 h 111590"/>
                <a:gd name="connsiteX12" fmla="*/ 11824 w 111590"/>
                <a:gd name="connsiteY12" fmla="*/ 55426 h 111590"/>
                <a:gd name="connsiteX13" fmla="*/ 25126 w 111590"/>
                <a:gd name="connsiteY13" fmla="*/ 86464 h 111590"/>
                <a:gd name="connsiteX14" fmla="*/ 55426 w 111590"/>
                <a:gd name="connsiteY14" fmla="*/ 99766 h 111590"/>
                <a:gd name="connsiteX15" fmla="*/ 86464 w 111590"/>
                <a:gd name="connsiteY15" fmla="*/ 86464 h 111590"/>
                <a:gd name="connsiteX16" fmla="*/ 99766 w 111590"/>
                <a:gd name="connsiteY16" fmla="*/ 55426 h 111590"/>
                <a:gd name="connsiteX17" fmla="*/ 86464 w 111590"/>
                <a:gd name="connsiteY17" fmla="*/ 25126 h 11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1590" h="111590">
                  <a:moveTo>
                    <a:pt x="55426" y="0"/>
                  </a:moveTo>
                  <a:cubicBezTo>
                    <a:pt x="70945" y="0"/>
                    <a:pt x="84986" y="5912"/>
                    <a:pt x="95332" y="16258"/>
                  </a:cubicBezTo>
                  <a:cubicBezTo>
                    <a:pt x="105678" y="26604"/>
                    <a:pt x="111590" y="40645"/>
                    <a:pt x="111590" y="55426"/>
                  </a:cubicBezTo>
                  <a:cubicBezTo>
                    <a:pt x="111590" y="70945"/>
                    <a:pt x="105678" y="84986"/>
                    <a:pt x="95332" y="95332"/>
                  </a:cubicBezTo>
                  <a:cubicBezTo>
                    <a:pt x="84986" y="105678"/>
                    <a:pt x="70945" y="111590"/>
                    <a:pt x="55426" y="111590"/>
                  </a:cubicBezTo>
                  <a:cubicBezTo>
                    <a:pt x="40645" y="111590"/>
                    <a:pt x="26604" y="105678"/>
                    <a:pt x="16258" y="95332"/>
                  </a:cubicBezTo>
                  <a:cubicBezTo>
                    <a:pt x="5912" y="84986"/>
                    <a:pt x="0" y="70945"/>
                    <a:pt x="0" y="55426"/>
                  </a:cubicBezTo>
                  <a:cubicBezTo>
                    <a:pt x="0" y="40645"/>
                    <a:pt x="5912" y="26604"/>
                    <a:pt x="16258" y="16258"/>
                  </a:cubicBezTo>
                  <a:cubicBezTo>
                    <a:pt x="26604" y="5912"/>
                    <a:pt x="40645" y="0"/>
                    <a:pt x="55426" y="0"/>
                  </a:cubicBezTo>
                  <a:close/>
                  <a:moveTo>
                    <a:pt x="86464" y="25126"/>
                  </a:moveTo>
                  <a:cubicBezTo>
                    <a:pt x="79074" y="16997"/>
                    <a:pt x="67989" y="11824"/>
                    <a:pt x="55426" y="11824"/>
                  </a:cubicBezTo>
                  <a:cubicBezTo>
                    <a:pt x="43602" y="11824"/>
                    <a:pt x="32517" y="16997"/>
                    <a:pt x="25126" y="25126"/>
                  </a:cubicBezTo>
                  <a:cubicBezTo>
                    <a:pt x="16997" y="32516"/>
                    <a:pt x="11824" y="43601"/>
                    <a:pt x="11824" y="55426"/>
                  </a:cubicBezTo>
                  <a:cubicBezTo>
                    <a:pt x="11824" y="67989"/>
                    <a:pt x="16997" y="79074"/>
                    <a:pt x="25126" y="86464"/>
                  </a:cubicBezTo>
                  <a:cubicBezTo>
                    <a:pt x="32517" y="94593"/>
                    <a:pt x="43602" y="99766"/>
                    <a:pt x="55426" y="99766"/>
                  </a:cubicBezTo>
                  <a:cubicBezTo>
                    <a:pt x="67989" y="99766"/>
                    <a:pt x="79074" y="94593"/>
                    <a:pt x="86464" y="86464"/>
                  </a:cubicBezTo>
                  <a:cubicBezTo>
                    <a:pt x="94593" y="79074"/>
                    <a:pt x="99766" y="67989"/>
                    <a:pt x="99766" y="55426"/>
                  </a:cubicBezTo>
                  <a:cubicBezTo>
                    <a:pt x="99766" y="43601"/>
                    <a:pt x="94593" y="32516"/>
                    <a:pt x="86464" y="25126"/>
                  </a:cubicBezTo>
                  <a:close/>
                </a:path>
              </a:pathLst>
            </a:custGeom>
            <a:solidFill>
              <a:srgbClr val="5CB2E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849113FB-0483-E955-0249-4D7CB646135D}"/>
                </a:ext>
              </a:extLst>
            </p:cNvPr>
            <p:cNvSpPr/>
            <p:nvPr/>
          </p:nvSpPr>
          <p:spPr>
            <a:xfrm>
              <a:off x="4561280" y="4015697"/>
              <a:ext cx="72997" cy="72997"/>
            </a:xfrm>
            <a:custGeom>
              <a:avLst/>
              <a:gdLst>
                <a:gd name="connsiteX0" fmla="*/ 5091 w 72997"/>
                <a:gd name="connsiteY0" fmla="*/ 18393 h 72997"/>
                <a:gd name="connsiteX1" fmla="*/ 54604 w 72997"/>
                <a:gd name="connsiteY1" fmla="*/ 5091 h 72997"/>
                <a:gd name="connsiteX2" fmla="*/ 67907 w 72997"/>
                <a:gd name="connsiteY2" fmla="*/ 54604 h 72997"/>
                <a:gd name="connsiteX3" fmla="*/ 18393 w 72997"/>
                <a:gd name="connsiteY3" fmla="*/ 67907 h 72997"/>
                <a:gd name="connsiteX4" fmla="*/ 5091 w 72997"/>
                <a:gd name="connsiteY4" fmla="*/ 18393 h 72997"/>
                <a:gd name="connsiteX5" fmla="*/ 71602 w 72997"/>
                <a:gd name="connsiteY5" fmla="*/ 36129 h 72997"/>
                <a:gd name="connsiteX6" fmla="*/ 36129 w 72997"/>
                <a:gd name="connsiteY6" fmla="*/ 1396 h 72997"/>
                <a:gd name="connsiteX7" fmla="*/ 1396 w 72997"/>
                <a:gd name="connsiteY7" fmla="*/ 36129 h 72997"/>
                <a:gd name="connsiteX8" fmla="*/ 36129 w 72997"/>
                <a:gd name="connsiteY8" fmla="*/ 71602 h 72997"/>
                <a:gd name="connsiteX9" fmla="*/ 71602 w 72997"/>
                <a:gd name="connsiteY9" fmla="*/ 36129 h 72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997" h="72997">
                  <a:moveTo>
                    <a:pt x="5091" y="18393"/>
                  </a:moveTo>
                  <a:cubicBezTo>
                    <a:pt x="14698" y="657"/>
                    <a:pt x="37607" y="-5255"/>
                    <a:pt x="54604" y="5091"/>
                  </a:cubicBezTo>
                  <a:cubicBezTo>
                    <a:pt x="72341" y="14698"/>
                    <a:pt x="78253" y="37607"/>
                    <a:pt x="67907" y="54604"/>
                  </a:cubicBezTo>
                  <a:cubicBezTo>
                    <a:pt x="58300" y="72341"/>
                    <a:pt x="35390" y="78253"/>
                    <a:pt x="18393" y="67907"/>
                  </a:cubicBezTo>
                  <a:cubicBezTo>
                    <a:pt x="657" y="58300"/>
                    <a:pt x="-5255" y="35390"/>
                    <a:pt x="5091" y="18393"/>
                  </a:cubicBezTo>
                  <a:close/>
                  <a:moveTo>
                    <a:pt x="71602" y="36129"/>
                  </a:moveTo>
                  <a:cubicBezTo>
                    <a:pt x="71602" y="16915"/>
                    <a:pt x="56083" y="1396"/>
                    <a:pt x="36129" y="1396"/>
                  </a:cubicBezTo>
                  <a:cubicBezTo>
                    <a:pt x="16915" y="1396"/>
                    <a:pt x="1396" y="16915"/>
                    <a:pt x="1396" y="36129"/>
                  </a:cubicBezTo>
                  <a:cubicBezTo>
                    <a:pt x="1396" y="56083"/>
                    <a:pt x="16915" y="71602"/>
                    <a:pt x="36129" y="71602"/>
                  </a:cubicBezTo>
                  <a:cubicBezTo>
                    <a:pt x="56083" y="71602"/>
                    <a:pt x="71602" y="56083"/>
                    <a:pt x="71602" y="36129"/>
                  </a:cubicBezTo>
                  <a:close/>
                </a:path>
              </a:pathLst>
            </a:custGeom>
            <a:solidFill>
              <a:srgbClr val="1369B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C1DC87A0-491E-ED9A-2A86-3DD95CE12846}"/>
                </a:ext>
              </a:extLst>
            </p:cNvPr>
            <p:cNvSpPr/>
            <p:nvPr/>
          </p:nvSpPr>
          <p:spPr>
            <a:xfrm>
              <a:off x="5284687" y="3904764"/>
              <a:ext cx="541693" cy="314817"/>
            </a:xfrm>
            <a:custGeom>
              <a:avLst/>
              <a:gdLst>
                <a:gd name="connsiteX0" fmla="*/ 0 w 541693"/>
                <a:gd name="connsiteY0" fmla="*/ 0 h 314817"/>
                <a:gd name="connsiteX1" fmla="*/ 541693 w 541693"/>
                <a:gd name="connsiteY1" fmla="*/ 0 h 314817"/>
                <a:gd name="connsiteX2" fmla="*/ 541693 w 541693"/>
                <a:gd name="connsiteY2" fmla="*/ 297820 h 314817"/>
                <a:gd name="connsiteX3" fmla="*/ 524696 w 541693"/>
                <a:gd name="connsiteY3" fmla="*/ 314818 h 314817"/>
                <a:gd name="connsiteX4" fmla="*/ 17736 w 541693"/>
                <a:gd name="connsiteY4" fmla="*/ 314818 h 314817"/>
                <a:gd name="connsiteX5" fmla="*/ 0 w 541693"/>
                <a:gd name="connsiteY5" fmla="*/ 297820 h 314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693" h="314817">
                  <a:moveTo>
                    <a:pt x="0" y="0"/>
                  </a:moveTo>
                  <a:lnTo>
                    <a:pt x="541693" y="0"/>
                  </a:lnTo>
                  <a:lnTo>
                    <a:pt x="541693" y="297820"/>
                  </a:lnTo>
                  <a:cubicBezTo>
                    <a:pt x="541693" y="307428"/>
                    <a:pt x="534303" y="314818"/>
                    <a:pt x="524696" y="314818"/>
                  </a:cubicBezTo>
                  <a:lnTo>
                    <a:pt x="17736" y="314818"/>
                  </a:lnTo>
                  <a:cubicBezTo>
                    <a:pt x="8129" y="314818"/>
                    <a:pt x="0" y="307428"/>
                    <a:pt x="0" y="297820"/>
                  </a:cubicBezTo>
                  <a:close/>
                </a:path>
              </a:pathLst>
            </a:custGeom>
            <a:solidFill>
              <a:srgbClr val="D3E8FD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8681D8F-3E90-54A4-2FE4-C63A985A1330}"/>
                </a:ext>
              </a:extLst>
            </p:cNvPr>
            <p:cNvSpPr/>
            <p:nvPr/>
          </p:nvSpPr>
          <p:spPr>
            <a:xfrm>
              <a:off x="5284687" y="3845643"/>
              <a:ext cx="541693" cy="59120"/>
            </a:xfrm>
            <a:custGeom>
              <a:avLst/>
              <a:gdLst>
                <a:gd name="connsiteX0" fmla="*/ 0 w 541693"/>
                <a:gd name="connsiteY0" fmla="*/ 59121 h 59120"/>
                <a:gd name="connsiteX1" fmla="*/ 541693 w 541693"/>
                <a:gd name="connsiteY1" fmla="*/ 59121 h 59120"/>
                <a:gd name="connsiteX2" fmla="*/ 541693 w 541693"/>
                <a:gd name="connsiteY2" fmla="*/ 50992 h 59120"/>
                <a:gd name="connsiteX3" fmla="*/ 533564 w 541693"/>
                <a:gd name="connsiteY3" fmla="*/ 42124 h 59120"/>
                <a:gd name="connsiteX4" fmla="*/ 225398 w 541693"/>
                <a:gd name="connsiteY4" fmla="*/ 42124 h 59120"/>
                <a:gd name="connsiteX5" fmla="*/ 215051 w 541693"/>
                <a:gd name="connsiteY5" fmla="*/ 39167 h 59120"/>
                <a:gd name="connsiteX6" fmla="*/ 165538 w 541693"/>
                <a:gd name="connsiteY6" fmla="*/ 3695 h 59120"/>
                <a:gd name="connsiteX7" fmla="*/ 155192 w 541693"/>
                <a:gd name="connsiteY7" fmla="*/ 0 h 59120"/>
                <a:gd name="connsiteX8" fmla="*/ 17736 w 541693"/>
                <a:gd name="connsiteY8" fmla="*/ 0 h 59120"/>
                <a:gd name="connsiteX9" fmla="*/ 0 w 541693"/>
                <a:gd name="connsiteY9" fmla="*/ 16997 h 5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1693" h="59120">
                  <a:moveTo>
                    <a:pt x="0" y="59121"/>
                  </a:moveTo>
                  <a:lnTo>
                    <a:pt x="541693" y="59121"/>
                  </a:lnTo>
                  <a:lnTo>
                    <a:pt x="541693" y="50992"/>
                  </a:lnTo>
                  <a:cubicBezTo>
                    <a:pt x="541693" y="46557"/>
                    <a:pt x="537998" y="42124"/>
                    <a:pt x="533564" y="42124"/>
                  </a:cubicBezTo>
                  <a:lnTo>
                    <a:pt x="225398" y="42124"/>
                  </a:lnTo>
                  <a:cubicBezTo>
                    <a:pt x="220964" y="42124"/>
                    <a:pt x="218008" y="41385"/>
                    <a:pt x="215051" y="39167"/>
                  </a:cubicBezTo>
                  <a:lnTo>
                    <a:pt x="165538" y="3695"/>
                  </a:lnTo>
                  <a:cubicBezTo>
                    <a:pt x="162582" y="739"/>
                    <a:pt x="158887" y="0"/>
                    <a:pt x="155192" y="0"/>
                  </a:cubicBezTo>
                  <a:lnTo>
                    <a:pt x="17736" y="0"/>
                  </a:lnTo>
                  <a:cubicBezTo>
                    <a:pt x="8129" y="0"/>
                    <a:pt x="0" y="7390"/>
                    <a:pt x="0" y="16997"/>
                  </a:cubicBezTo>
                  <a:close/>
                </a:path>
              </a:pathLst>
            </a:custGeom>
            <a:solidFill>
              <a:srgbClr val="FF7C1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C35FE2C-09AC-895D-0B77-F0725069858B}"/>
                </a:ext>
              </a:extLst>
            </p:cNvPr>
            <p:cNvSpPr/>
            <p:nvPr/>
          </p:nvSpPr>
          <p:spPr>
            <a:xfrm>
              <a:off x="5266212" y="3904764"/>
              <a:ext cx="541693" cy="314817"/>
            </a:xfrm>
            <a:custGeom>
              <a:avLst/>
              <a:gdLst>
                <a:gd name="connsiteX0" fmla="*/ 0 w 541693"/>
                <a:gd name="connsiteY0" fmla="*/ 0 h 314817"/>
                <a:gd name="connsiteX1" fmla="*/ 541693 w 541693"/>
                <a:gd name="connsiteY1" fmla="*/ 0 h 314817"/>
                <a:gd name="connsiteX2" fmla="*/ 541693 w 541693"/>
                <a:gd name="connsiteY2" fmla="*/ 297820 h 314817"/>
                <a:gd name="connsiteX3" fmla="*/ 523957 w 541693"/>
                <a:gd name="connsiteY3" fmla="*/ 314818 h 314817"/>
                <a:gd name="connsiteX4" fmla="*/ 16997 w 541693"/>
                <a:gd name="connsiteY4" fmla="*/ 314818 h 314817"/>
                <a:gd name="connsiteX5" fmla="*/ 0 w 541693"/>
                <a:gd name="connsiteY5" fmla="*/ 297820 h 314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693" h="314817">
                  <a:moveTo>
                    <a:pt x="0" y="0"/>
                  </a:moveTo>
                  <a:lnTo>
                    <a:pt x="541693" y="0"/>
                  </a:lnTo>
                  <a:lnTo>
                    <a:pt x="541693" y="297820"/>
                  </a:lnTo>
                  <a:cubicBezTo>
                    <a:pt x="541693" y="307428"/>
                    <a:pt x="533564" y="314818"/>
                    <a:pt x="523957" y="314818"/>
                  </a:cubicBezTo>
                  <a:lnTo>
                    <a:pt x="16997" y="314818"/>
                  </a:lnTo>
                  <a:cubicBezTo>
                    <a:pt x="7390" y="314818"/>
                    <a:pt x="0" y="307428"/>
                    <a:pt x="0" y="297820"/>
                  </a:cubicBezTo>
                  <a:close/>
                </a:path>
              </a:pathLst>
            </a:custGeom>
            <a:solidFill>
              <a:srgbClr val="FFFF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4E0F4D98-F2A7-F0A6-0009-57546879853F}"/>
                </a:ext>
              </a:extLst>
            </p:cNvPr>
            <p:cNvSpPr/>
            <p:nvPr/>
          </p:nvSpPr>
          <p:spPr>
            <a:xfrm>
              <a:off x="5266212" y="3845643"/>
              <a:ext cx="541693" cy="59120"/>
            </a:xfrm>
            <a:custGeom>
              <a:avLst/>
              <a:gdLst>
                <a:gd name="connsiteX0" fmla="*/ 0 w 541693"/>
                <a:gd name="connsiteY0" fmla="*/ 59121 h 59120"/>
                <a:gd name="connsiteX1" fmla="*/ 541693 w 541693"/>
                <a:gd name="connsiteY1" fmla="*/ 59121 h 59120"/>
                <a:gd name="connsiteX2" fmla="*/ 541693 w 541693"/>
                <a:gd name="connsiteY2" fmla="*/ 50992 h 59120"/>
                <a:gd name="connsiteX3" fmla="*/ 532825 w 541693"/>
                <a:gd name="connsiteY3" fmla="*/ 42124 h 59120"/>
                <a:gd name="connsiteX4" fmla="*/ 224659 w 541693"/>
                <a:gd name="connsiteY4" fmla="*/ 42124 h 59120"/>
                <a:gd name="connsiteX5" fmla="*/ 214313 w 541693"/>
                <a:gd name="connsiteY5" fmla="*/ 39167 h 59120"/>
                <a:gd name="connsiteX6" fmla="*/ 164799 w 541693"/>
                <a:gd name="connsiteY6" fmla="*/ 3695 h 59120"/>
                <a:gd name="connsiteX7" fmla="*/ 154453 w 541693"/>
                <a:gd name="connsiteY7" fmla="*/ 0 h 59120"/>
                <a:gd name="connsiteX8" fmla="*/ 16997 w 541693"/>
                <a:gd name="connsiteY8" fmla="*/ 0 h 59120"/>
                <a:gd name="connsiteX9" fmla="*/ 0 w 541693"/>
                <a:gd name="connsiteY9" fmla="*/ 16997 h 5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1693" h="59120">
                  <a:moveTo>
                    <a:pt x="0" y="59121"/>
                  </a:moveTo>
                  <a:lnTo>
                    <a:pt x="541693" y="59121"/>
                  </a:lnTo>
                  <a:lnTo>
                    <a:pt x="541693" y="50992"/>
                  </a:lnTo>
                  <a:cubicBezTo>
                    <a:pt x="541693" y="46557"/>
                    <a:pt x="537259" y="42124"/>
                    <a:pt x="532825" y="42124"/>
                  </a:cubicBezTo>
                  <a:lnTo>
                    <a:pt x="224659" y="42124"/>
                  </a:lnTo>
                  <a:cubicBezTo>
                    <a:pt x="220964" y="42124"/>
                    <a:pt x="217269" y="41385"/>
                    <a:pt x="214313" y="39167"/>
                  </a:cubicBezTo>
                  <a:lnTo>
                    <a:pt x="164799" y="3695"/>
                  </a:lnTo>
                  <a:cubicBezTo>
                    <a:pt x="161843" y="739"/>
                    <a:pt x="158148" y="0"/>
                    <a:pt x="154453" y="0"/>
                  </a:cubicBezTo>
                  <a:lnTo>
                    <a:pt x="16997" y="0"/>
                  </a:lnTo>
                  <a:cubicBezTo>
                    <a:pt x="7390" y="0"/>
                    <a:pt x="0" y="7390"/>
                    <a:pt x="0" y="16997"/>
                  </a:cubicBezTo>
                  <a:close/>
                </a:path>
              </a:pathLst>
            </a:custGeom>
            <a:solidFill>
              <a:srgbClr val="FFAE2B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7484D6E4-9450-3FB9-2C61-9F46F840D17A}"/>
                </a:ext>
              </a:extLst>
            </p:cNvPr>
            <p:cNvSpPr/>
            <p:nvPr/>
          </p:nvSpPr>
          <p:spPr>
            <a:xfrm>
              <a:off x="5266212" y="3961668"/>
              <a:ext cx="153713" cy="198793"/>
            </a:xfrm>
            <a:custGeom>
              <a:avLst/>
              <a:gdLst>
                <a:gd name="connsiteX0" fmla="*/ 0 w 153713"/>
                <a:gd name="connsiteY0" fmla="*/ 198793 h 198793"/>
                <a:gd name="connsiteX1" fmla="*/ 0 w 153713"/>
                <a:gd name="connsiteY1" fmla="*/ 0 h 198793"/>
                <a:gd name="connsiteX2" fmla="*/ 121198 w 153713"/>
                <a:gd name="connsiteY2" fmla="*/ 0 h 198793"/>
                <a:gd name="connsiteX3" fmla="*/ 153714 w 153713"/>
                <a:gd name="connsiteY3" fmla="*/ 32516 h 198793"/>
                <a:gd name="connsiteX4" fmla="*/ 153714 w 153713"/>
                <a:gd name="connsiteY4" fmla="*/ 166277 h 198793"/>
                <a:gd name="connsiteX5" fmla="*/ 121198 w 153713"/>
                <a:gd name="connsiteY5" fmla="*/ 198793 h 198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713" h="198793">
                  <a:moveTo>
                    <a:pt x="0" y="198793"/>
                  </a:moveTo>
                  <a:lnTo>
                    <a:pt x="0" y="0"/>
                  </a:lnTo>
                  <a:lnTo>
                    <a:pt x="121198" y="0"/>
                  </a:lnTo>
                  <a:cubicBezTo>
                    <a:pt x="138934" y="0"/>
                    <a:pt x="153714" y="14780"/>
                    <a:pt x="153714" y="32516"/>
                  </a:cubicBezTo>
                  <a:lnTo>
                    <a:pt x="153714" y="166277"/>
                  </a:lnTo>
                  <a:cubicBezTo>
                    <a:pt x="153714" y="184013"/>
                    <a:pt x="138934" y="198793"/>
                    <a:pt x="121198" y="198793"/>
                  </a:cubicBezTo>
                  <a:close/>
                </a:path>
              </a:pathLst>
            </a:custGeom>
            <a:solidFill>
              <a:srgbClr val="D3E8FD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B126DD3B-8ADB-0A97-2646-79C76C8B924B}"/>
                </a:ext>
              </a:extLst>
            </p:cNvPr>
            <p:cNvSpPr/>
            <p:nvPr/>
          </p:nvSpPr>
          <p:spPr>
            <a:xfrm>
              <a:off x="5208569" y="3947626"/>
              <a:ext cx="198054" cy="198054"/>
            </a:xfrm>
            <a:custGeom>
              <a:avLst/>
              <a:gdLst>
                <a:gd name="connsiteX0" fmla="*/ 165538 w 198054"/>
                <a:gd name="connsiteY0" fmla="*/ 0 h 198054"/>
                <a:gd name="connsiteX1" fmla="*/ 32516 w 198054"/>
                <a:gd name="connsiteY1" fmla="*/ 0 h 198054"/>
                <a:gd name="connsiteX2" fmla="*/ 0 w 198054"/>
                <a:gd name="connsiteY2" fmla="*/ 32517 h 198054"/>
                <a:gd name="connsiteX3" fmla="*/ 0 w 198054"/>
                <a:gd name="connsiteY3" fmla="*/ 165538 h 198054"/>
                <a:gd name="connsiteX4" fmla="*/ 32516 w 198054"/>
                <a:gd name="connsiteY4" fmla="*/ 198054 h 198054"/>
                <a:gd name="connsiteX5" fmla="*/ 165538 w 198054"/>
                <a:gd name="connsiteY5" fmla="*/ 198054 h 198054"/>
                <a:gd name="connsiteX6" fmla="*/ 198054 w 198054"/>
                <a:gd name="connsiteY6" fmla="*/ 165538 h 198054"/>
                <a:gd name="connsiteX7" fmla="*/ 198054 w 198054"/>
                <a:gd name="connsiteY7" fmla="*/ 32517 h 198054"/>
                <a:gd name="connsiteX8" fmla="*/ 165538 w 198054"/>
                <a:gd name="connsiteY8" fmla="*/ 0 h 19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8054" h="198054">
                  <a:moveTo>
                    <a:pt x="165538" y="0"/>
                  </a:moveTo>
                  <a:lnTo>
                    <a:pt x="32516" y="0"/>
                  </a:lnTo>
                  <a:cubicBezTo>
                    <a:pt x="14780" y="0"/>
                    <a:pt x="0" y="14041"/>
                    <a:pt x="0" y="32517"/>
                  </a:cubicBezTo>
                  <a:lnTo>
                    <a:pt x="0" y="165538"/>
                  </a:lnTo>
                  <a:cubicBezTo>
                    <a:pt x="0" y="183274"/>
                    <a:pt x="14780" y="198054"/>
                    <a:pt x="32516" y="198054"/>
                  </a:cubicBezTo>
                  <a:lnTo>
                    <a:pt x="165538" y="198054"/>
                  </a:lnTo>
                  <a:cubicBezTo>
                    <a:pt x="183274" y="198054"/>
                    <a:pt x="198054" y="183274"/>
                    <a:pt x="198054" y="165538"/>
                  </a:cubicBezTo>
                  <a:lnTo>
                    <a:pt x="198054" y="32517"/>
                  </a:lnTo>
                  <a:cubicBezTo>
                    <a:pt x="198054" y="14041"/>
                    <a:pt x="183274" y="0"/>
                    <a:pt x="165538" y="0"/>
                  </a:cubicBezTo>
                  <a:close/>
                </a:path>
              </a:pathLst>
            </a:custGeom>
            <a:solidFill>
              <a:srgbClr val="3091D8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39F3982C-E50B-71CD-DE1B-2231D63B9F22}"/>
                </a:ext>
              </a:extLst>
            </p:cNvPr>
            <p:cNvSpPr/>
            <p:nvPr/>
          </p:nvSpPr>
          <p:spPr>
            <a:xfrm>
              <a:off x="5220393" y="3959451"/>
              <a:ext cx="174406" cy="174406"/>
            </a:xfrm>
            <a:custGeom>
              <a:avLst/>
              <a:gdLst>
                <a:gd name="connsiteX0" fmla="*/ 174406 w 174406"/>
                <a:gd name="connsiteY0" fmla="*/ 152975 h 174406"/>
                <a:gd name="connsiteX1" fmla="*/ 174406 w 174406"/>
                <a:gd name="connsiteY1" fmla="*/ 21431 h 174406"/>
                <a:gd name="connsiteX2" fmla="*/ 152975 w 174406"/>
                <a:gd name="connsiteY2" fmla="*/ 0 h 174406"/>
                <a:gd name="connsiteX3" fmla="*/ 21431 w 174406"/>
                <a:gd name="connsiteY3" fmla="*/ 0 h 174406"/>
                <a:gd name="connsiteX4" fmla="*/ 0 w 174406"/>
                <a:gd name="connsiteY4" fmla="*/ 21431 h 174406"/>
                <a:gd name="connsiteX5" fmla="*/ 0 w 174406"/>
                <a:gd name="connsiteY5" fmla="*/ 152975 h 174406"/>
                <a:gd name="connsiteX6" fmla="*/ 21431 w 174406"/>
                <a:gd name="connsiteY6" fmla="*/ 174406 h 174406"/>
                <a:gd name="connsiteX7" fmla="*/ 152975 w 174406"/>
                <a:gd name="connsiteY7" fmla="*/ 174406 h 174406"/>
                <a:gd name="connsiteX8" fmla="*/ 174406 w 174406"/>
                <a:gd name="connsiteY8" fmla="*/ 152975 h 174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406" h="174406">
                  <a:moveTo>
                    <a:pt x="174406" y="152975"/>
                  </a:moveTo>
                  <a:lnTo>
                    <a:pt x="174406" y="21431"/>
                  </a:lnTo>
                  <a:cubicBezTo>
                    <a:pt x="174406" y="9607"/>
                    <a:pt x="164799" y="0"/>
                    <a:pt x="152975" y="0"/>
                  </a:cubicBezTo>
                  <a:lnTo>
                    <a:pt x="21431" y="0"/>
                  </a:lnTo>
                  <a:cubicBezTo>
                    <a:pt x="9607" y="0"/>
                    <a:pt x="0" y="9607"/>
                    <a:pt x="0" y="21431"/>
                  </a:cubicBezTo>
                  <a:lnTo>
                    <a:pt x="0" y="152975"/>
                  </a:lnTo>
                  <a:cubicBezTo>
                    <a:pt x="0" y="164799"/>
                    <a:pt x="9607" y="174406"/>
                    <a:pt x="21431" y="174406"/>
                  </a:cubicBezTo>
                  <a:lnTo>
                    <a:pt x="152975" y="174406"/>
                  </a:lnTo>
                  <a:cubicBezTo>
                    <a:pt x="164799" y="174406"/>
                    <a:pt x="174406" y="164799"/>
                    <a:pt x="174406" y="152975"/>
                  </a:cubicBezTo>
                  <a:close/>
                </a:path>
              </a:pathLst>
            </a:custGeom>
            <a:solidFill>
              <a:srgbClr val="F7F5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A236E293-AE3C-49A5-FE15-2AE3C244A5CE}"/>
                </a:ext>
              </a:extLst>
            </p:cNvPr>
            <p:cNvSpPr/>
            <p:nvPr/>
          </p:nvSpPr>
          <p:spPr>
            <a:xfrm>
              <a:off x="5272863" y="4000281"/>
              <a:ext cx="81290" cy="92560"/>
            </a:xfrm>
            <a:custGeom>
              <a:avLst/>
              <a:gdLst>
                <a:gd name="connsiteX0" fmla="*/ 79074 w 81290"/>
                <a:gd name="connsiteY0" fmla="*/ 41939 h 92560"/>
                <a:gd name="connsiteX1" fmla="*/ 8129 w 81290"/>
                <a:gd name="connsiteY1" fmla="*/ 554 h 92560"/>
                <a:gd name="connsiteX2" fmla="*/ 2956 w 81290"/>
                <a:gd name="connsiteY2" fmla="*/ 554 h 92560"/>
                <a:gd name="connsiteX3" fmla="*/ 0 w 81290"/>
                <a:gd name="connsiteY3" fmla="*/ 4988 h 92560"/>
                <a:gd name="connsiteX4" fmla="*/ 0 w 81290"/>
                <a:gd name="connsiteY4" fmla="*/ 87018 h 92560"/>
                <a:gd name="connsiteX5" fmla="*/ 2956 w 81290"/>
                <a:gd name="connsiteY5" fmla="*/ 91452 h 92560"/>
                <a:gd name="connsiteX6" fmla="*/ 8129 w 81290"/>
                <a:gd name="connsiteY6" fmla="*/ 91452 h 92560"/>
                <a:gd name="connsiteX7" fmla="*/ 79074 w 81290"/>
                <a:gd name="connsiteY7" fmla="*/ 50807 h 92560"/>
                <a:gd name="connsiteX8" fmla="*/ 81291 w 81290"/>
                <a:gd name="connsiteY8" fmla="*/ 46373 h 92560"/>
                <a:gd name="connsiteX9" fmla="*/ 79074 w 81290"/>
                <a:gd name="connsiteY9" fmla="*/ 41939 h 92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1290" h="92560">
                  <a:moveTo>
                    <a:pt x="79074" y="41939"/>
                  </a:moveTo>
                  <a:lnTo>
                    <a:pt x="8129" y="554"/>
                  </a:lnTo>
                  <a:cubicBezTo>
                    <a:pt x="5912" y="-185"/>
                    <a:pt x="4434" y="-185"/>
                    <a:pt x="2956" y="554"/>
                  </a:cubicBezTo>
                  <a:cubicBezTo>
                    <a:pt x="739" y="2032"/>
                    <a:pt x="0" y="3510"/>
                    <a:pt x="0" y="4988"/>
                  </a:cubicBezTo>
                  <a:lnTo>
                    <a:pt x="0" y="87018"/>
                  </a:lnTo>
                  <a:cubicBezTo>
                    <a:pt x="0" y="89235"/>
                    <a:pt x="739" y="90713"/>
                    <a:pt x="2956" y="91452"/>
                  </a:cubicBezTo>
                  <a:cubicBezTo>
                    <a:pt x="4434" y="92930"/>
                    <a:pt x="5912" y="92930"/>
                    <a:pt x="8129" y="91452"/>
                  </a:cubicBezTo>
                  <a:lnTo>
                    <a:pt x="79074" y="50807"/>
                  </a:lnTo>
                  <a:cubicBezTo>
                    <a:pt x="80552" y="50068"/>
                    <a:pt x="81291" y="47851"/>
                    <a:pt x="81291" y="46373"/>
                  </a:cubicBezTo>
                  <a:cubicBezTo>
                    <a:pt x="81291" y="44156"/>
                    <a:pt x="80552" y="42678"/>
                    <a:pt x="79074" y="41939"/>
                  </a:cubicBezTo>
                  <a:close/>
                </a:path>
              </a:pathLst>
            </a:custGeom>
            <a:solidFill>
              <a:srgbClr val="3091D8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964FAB5-21E4-C587-3FBE-B277E75736D0}"/>
                </a:ext>
              </a:extLst>
            </p:cNvPr>
            <p:cNvSpPr/>
            <p:nvPr/>
          </p:nvSpPr>
          <p:spPr>
            <a:xfrm>
              <a:off x="5284687" y="3349769"/>
              <a:ext cx="541693" cy="315556"/>
            </a:xfrm>
            <a:custGeom>
              <a:avLst/>
              <a:gdLst>
                <a:gd name="connsiteX0" fmla="*/ 0 w 541693"/>
                <a:gd name="connsiteY0" fmla="*/ 0 h 315556"/>
                <a:gd name="connsiteX1" fmla="*/ 541693 w 541693"/>
                <a:gd name="connsiteY1" fmla="*/ 0 h 315556"/>
                <a:gd name="connsiteX2" fmla="*/ 541693 w 541693"/>
                <a:gd name="connsiteY2" fmla="*/ 297821 h 315556"/>
                <a:gd name="connsiteX3" fmla="*/ 524696 w 541693"/>
                <a:gd name="connsiteY3" fmla="*/ 315557 h 315556"/>
                <a:gd name="connsiteX4" fmla="*/ 17736 w 541693"/>
                <a:gd name="connsiteY4" fmla="*/ 315557 h 315556"/>
                <a:gd name="connsiteX5" fmla="*/ 0 w 541693"/>
                <a:gd name="connsiteY5" fmla="*/ 297821 h 31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693" h="315556">
                  <a:moveTo>
                    <a:pt x="0" y="0"/>
                  </a:moveTo>
                  <a:lnTo>
                    <a:pt x="541693" y="0"/>
                  </a:lnTo>
                  <a:lnTo>
                    <a:pt x="541693" y="297821"/>
                  </a:lnTo>
                  <a:cubicBezTo>
                    <a:pt x="541693" y="307428"/>
                    <a:pt x="534303" y="315557"/>
                    <a:pt x="524696" y="315557"/>
                  </a:cubicBezTo>
                  <a:lnTo>
                    <a:pt x="17736" y="315557"/>
                  </a:lnTo>
                  <a:cubicBezTo>
                    <a:pt x="8129" y="315557"/>
                    <a:pt x="0" y="307428"/>
                    <a:pt x="0" y="297821"/>
                  </a:cubicBezTo>
                  <a:close/>
                </a:path>
              </a:pathLst>
            </a:custGeom>
            <a:solidFill>
              <a:srgbClr val="D3E8FD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DF0E009-6382-CF8C-7FD6-B677957AA399}"/>
                </a:ext>
              </a:extLst>
            </p:cNvPr>
            <p:cNvSpPr/>
            <p:nvPr/>
          </p:nvSpPr>
          <p:spPr>
            <a:xfrm>
              <a:off x="5284687" y="3290648"/>
              <a:ext cx="541693" cy="59120"/>
            </a:xfrm>
            <a:custGeom>
              <a:avLst/>
              <a:gdLst>
                <a:gd name="connsiteX0" fmla="*/ 0 w 541693"/>
                <a:gd name="connsiteY0" fmla="*/ 59121 h 59120"/>
                <a:gd name="connsiteX1" fmla="*/ 541693 w 541693"/>
                <a:gd name="connsiteY1" fmla="*/ 59121 h 59120"/>
                <a:gd name="connsiteX2" fmla="*/ 541693 w 541693"/>
                <a:gd name="connsiteY2" fmla="*/ 50992 h 59120"/>
                <a:gd name="connsiteX3" fmla="*/ 533564 w 541693"/>
                <a:gd name="connsiteY3" fmla="*/ 42863 h 59120"/>
                <a:gd name="connsiteX4" fmla="*/ 225398 w 541693"/>
                <a:gd name="connsiteY4" fmla="*/ 42863 h 59120"/>
                <a:gd name="connsiteX5" fmla="*/ 215051 w 541693"/>
                <a:gd name="connsiteY5" fmla="*/ 39168 h 59120"/>
                <a:gd name="connsiteX6" fmla="*/ 165538 w 541693"/>
                <a:gd name="connsiteY6" fmla="*/ 3695 h 59120"/>
                <a:gd name="connsiteX7" fmla="*/ 155192 w 541693"/>
                <a:gd name="connsiteY7" fmla="*/ 0 h 59120"/>
                <a:gd name="connsiteX8" fmla="*/ 17736 w 541693"/>
                <a:gd name="connsiteY8" fmla="*/ 0 h 59120"/>
                <a:gd name="connsiteX9" fmla="*/ 0 w 541693"/>
                <a:gd name="connsiteY9" fmla="*/ 16997 h 5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1693" h="59120">
                  <a:moveTo>
                    <a:pt x="0" y="59121"/>
                  </a:moveTo>
                  <a:lnTo>
                    <a:pt x="541693" y="59121"/>
                  </a:lnTo>
                  <a:lnTo>
                    <a:pt x="541693" y="50992"/>
                  </a:lnTo>
                  <a:cubicBezTo>
                    <a:pt x="541693" y="46558"/>
                    <a:pt x="537998" y="42863"/>
                    <a:pt x="533564" y="42863"/>
                  </a:cubicBezTo>
                  <a:lnTo>
                    <a:pt x="225398" y="42863"/>
                  </a:lnTo>
                  <a:cubicBezTo>
                    <a:pt x="220964" y="42863"/>
                    <a:pt x="218008" y="41385"/>
                    <a:pt x="215051" y="39168"/>
                  </a:cubicBezTo>
                  <a:lnTo>
                    <a:pt x="165538" y="3695"/>
                  </a:lnTo>
                  <a:cubicBezTo>
                    <a:pt x="162582" y="1478"/>
                    <a:pt x="158887" y="0"/>
                    <a:pt x="155192" y="0"/>
                  </a:cubicBezTo>
                  <a:lnTo>
                    <a:pt x="17736" y="0"/>
                  </a:lnTo>
                  <a:cubicBezTo>
                    <a:pt x="8129" y="0"/>
                    <a:pt x="0" y="7390"/>
                    <a:pt x="0" y="16997"/>
                  </a:cubicBezTo>
                  <a:close/>
                </a:path>
              </a:pathLst>
            </a:custGeom>
            <a:solidFill>
              <a:srgbClr val="FF7C1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8E2BE9A7-D531-388F-4BAA-C9BB413E2862}"/>
                </a:ext>
              </a:extLst>
            </p:cNvPr>
            <p:cNvSpPr/>
            <p:nvPr/>
          </p:nvSpPr>
          <p:spPr>
            <a:xfrm>
              <a:off x="5266212" y="3349769"/>
              <a:ext cx="541693" cy="315556"/>
            </a:xfrm>
            <a:custGeom>
              <a:avLst/>
              <a:gdLst>
                <a:gd name="connsiteX0" fmla="*/ 0 w 541693"/>
                <a:gd name="connsiteY0" fmla="*/ 0 h 315556"/>
                <a:gd name="connsiteX1" fmla="*/ 541693 w 541693"/>
                <a:gd name="connsiteY1" fmla="*/ 0 h 315556"/>
                <a:gd name="connsiteX2" fmla="*/ 541693 w 541693"/>
                <a:gd name="connsiteY2" fmla="*/ 297821 h 315556"/>
                <a:gd name="connsiteX3" fmla="*/ 523957 w 541693"/>
                <a:gd name="connsiteY3" fmla="*/ 315557 h 315556"/>
                <a:gd name="connsiteX4" fmla="*/ 16997 w 541693"/>
                <a:gd name="connsiteY4" fmla="*/ 315557 h 315556"/>
                <a:gd name="connsiteX5" fmla="*/ 0 w 541693"/>
                <a:gd name="connsiteY5" fmla="*/ 297821 h 31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693" h="315556">
                  <a:moveTo>
                    <a:pt x="0" y="0"/>
                  </a:moveTo>
                  <a:lnTo>
                    <a:pt x="541693" y="0"/>
                  </a:lnTo>
                  <a:lnTo>
                    <a:pt x="541693" y="297821"/>
                  </a:lnTo>
                  <a:cubicBezTo>
                    <a:pt x="541693" y="307428"/>
                    <a:pt x="533564" y="315557"/>
                    <a:pt x="523957" y="315557"/>
                  </a:cubicBezTo>
                  <a:lnTo>
                    <a:pt x="16997" y="315557"/>
                  </a:lnTo>
                  <a:cubicBezTo>
                    <a:pt x="7390" y="315557"/>
                    <a:pt x="0" y="307428"/>
                    <a:pt x="0" y="297821"/>
                  </a:cubicBezTo>
                  <a:close/>
                </a:path>
              </a:pathLst>
            </a:custGeom>
            <a:solidFill>
              <a:srgbClr val="FFFF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8060110D-DDE4-0C93-E26D-6DDA8342FB13}"/>
                </a:ext>
              </a:extLst>
            </p:cNvPr>
            <p:cNvSpPr/>
            <p:nvPr/>
          </p:nvSpPr>
          <p:spPr>
            <a:xfrm>
              <a:off x="5266212" y="3290648"/>
              <a:ext cx="541693" cy="59120"/>
            </a:xfrm>
            <a:custGeom>
              <a:avLst/>
              <a:gdLst>
                <a:gd name="connsiteX0" fmla="*/ 0 w 541693"/>
                <a:gd name="connsiteY0" fmla="*/ 59121 h 59120"/>
                <a:gd name="connsiteX1" fmla="*/ 541693 w 541693"/>
                <a:gd name="connsiteY1" fmla="*/ 59121 h 59120"/>
                <a:gd name="connsiteX2" fmla="*/ 541693 w 541693"/>
                <a:gd name="connsiteY2" fmla="*/ 50992 h 59120"/>
                <a:gd name="connsiteX3" fmla="*/ 532825 w 541693"/>
                <a:gd name="connsiteY3" fmla="*/ 42863 h 59120"/>
                <a:gd name="connsiteX4" fmla="*/ 224659 w 541693"/>
                <a:gd name="connsiteY4" fmla="*/ 42863 h 59120"/>
                <a:gd name="connsiteX5" fmla="*/ 214313 w 541693"/>
                <a:gd name="connsiteY5" fmla="*/ 39168 h 59120"/>
                <a:gd name="connsiteX6" fmla="*/ 164799 w 541693"/>
                <a:gd name="connsiteY6" fmla="*/ 3695 h 59120"/>
                <a:gd name="connsiteX7" fmla="*/ 154453 w 541693"/>
                <a:gd name="connsiteY7" fmla="*/ 0 h 59120"/>
                <a:gd name="connsiteX8" fmla="*/ 16997 w 541693"/>
                <a:gd name="connsiteY8" fmla="*/ 0 h 59120"/>
                <a:gd name="connsiteX9" fmla="*/ 0 w 541693"/>
                <a:gd name="connsiteY9" fmla="*/ 16997 h 5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1693" h="59120">
                  <a:moveTo>
                    <a:pt x="0" y="59121"/>
                  </a:moveTo>
                  <a:lnTo>
                    <a:pt x="541693" y="59121"/>
                  </a:lnTo>
                  <a:lnTo>
                    <a:pt x="541693" y="50992"/>
                  </a:lnTo>
                  <a:cubicBezTo>
                    <a:pt x="541693" y="46558"/>
                    <a:pt x="537259" y="42863"/>
                    <a:pt x="532825" y="42863"/>
                  </a:cubicBezTo>
                  <a:lnTo>
                    <a:pt x="224659" y="42863"/>
                  </a:lnTo>
                  <a:cubicBezTo>
                    <a:pt x="220964" y="42863"/>
                    <a:pt x="217269" y="41385"/>
                    <a:pt x="214313" y="39168"/>
                  </a:cubicBezTo>
                  <a:lnTo>
                    <a:pt x="164799" y="3695"/>
                  </a:lnTo>
                  <a:cubicBezTo>
                    <a:pt x="161843" y="1478"/>
                    <a:pt x="158148" y="0"/>
                    <a:pt x="154453" y="0"/>
                  </a:cubicBezTo>
                  <a:lnTo>
                    <a:pt x="16997" y="0"/>
                  </a:lnTo>
                  <a:cubicBezTo>
                    <a:pt x="7390" y="0"/>
                    <a:pt x="0" y="7390"/>
                    <a:pt x="0" y="16997"/>
                  </a:cubicBezTo>
                  <a:close/>
                </a:path>
              </a:pathLst>
            </a:custGeom>
            <a:solidFill>
              <a:srgbClr val="FFAE2B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1D0A5D49-00E7-7A34-A782-34A89ED6FDE5}"/>
                </a:ext>
              </a:extLst>
            </p:cNvPr>
            <p:cNvSpPr/>
            <p:nvPr/>
          </p:nvSpPr>
          <p:spPr>
            <a:xfrm>
              <a:off x="5266212" y="3407411"/>
              <a:ext cx="153713" cy="198054"/>
            </a:xfrm>
            <a:custGeom>
              <a:avLst/>
              <a:gdLst>
                <a:gd name="connsiteX0" fmla="*/ 0 w 153713"/>
                <a:gd name="connsiteY0" fmla="*/ 198054 h 198054"/>
                <a:gd name="connsiteX1" fmla="*/ 0 w 153713"/>
                <a:gd name="connsiteY1" fmla="*/ 0 h 198054"/>
                <a:gd name="connsiteX2" fmla="*/ 121198 w 153713"/>
                <a:gd name="connsiteY2" fmla="*/ 0 h 198054"/>
                <a:gd name="connsiteX3" fmla="*/ 153714 w 153713"/>
                <a:gd name="connsiteY3" fmla="*/ 32516 h 198054"/>
                <a:gd name="connsiteX4" fmla="*/ 153714 w 153713"/>
                <a:gd name="connsiteY4" fmla="*/ 165538 h 198054"/>
                <a:gd name="connsiteX5" fmla="*/ 121198 w 153713"/>
                <a:gd name="connsiteY5" fmla="*/ 198054 h 19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713" h="198054">
                  <a:moveTo>
                    <a:pt x="0" y="198054"/>
                  </a:moveTo>
                  <a:lnTo>
                    <a:pt x="0" y="0"/>
                  </a:lnTo>
                  <a:lnTo>
                    <a:pt x="121198" y="0"/>
                  </a:lnTo>
                  <a:cubicBezTo>
                    <a:pt x="138934" y="0"/>
                    <a:pt x="153714" y="14041"/>
                    <a:pt x="153714" y="32516"/>
                  </a:cubicBezTo>
                  <a:lnTo>
                    <a:pt x="153714" y="165538"/>
                  </a:lnTo>
                  <a:cubicBezTo>
                    <a:pt x="153714" y="183274"/>
                    <a:pt x="138934" y="198054"/>
                    <a:pt x="121198" y="198054"/>
                  </a:cubicBezTo>
                  <a:close/>
                </a:path>
              </a:pathLst>
            </a:custGeom>
            <a:solidFill>
              <a:srgbClr val="D3E8FD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B029628-9550-97BF-B24D-09977901DBCC}"/>
                </a:ext>
              </a:extLst>
            </p:cNvPr>
            <p:cNvSpPr/>
            <p:nvPr/>
          </p:nvSpPr>
          <p:spPr>
            <a:xfrm>
              <a:off x="5208569" y="3392631"/>
              <a:ext cx="198054" cy="198054"/>
            </a:xfrm>
            <a:custGeom>
              <a:avLst/>
              <a:gdLst>
                <a:gd name="connsiteX0" fmla="*/ 165538 w 198054"/>
                <a:gd name="connsiteY0" fmla="*/ 0 h 198054"/>
                <a:gd name="connsiteX1" fmla="*/ 32516 w 198054"/>
                <a:gd name="connsiteY1" fmla="*/ 0 h 198054"/>
                <a:gd name="connsiteX2" fmla="*/ 0 w 198054"/>
                <a:gd name="connsiteY2" fmla="*/ 32516 h 198054"/>
                <a:gd name="connsiteX3" fmla="*/ 0 w 198054"/>
                <a:gd name="connsiteY3" fmla="*/ 165538 h 198054"/>
                <a:gd name="connsiteX4" fmla="*/ 32516 w 198054"/>
                <a:gd name="connsiteY4" fmla="*/ 198054 h 198054"/>
                <a:gd name="connsiteX5" fmla="*/ 165538 w 198054"/>
                <a:gd name="connsiteY5" fmla="*/ 198054 h 198054"/>
                <a:gd name="connsiteX6" fmla="*/ 198054 w 198054"/>
                <a:gd name="connsiteY6" fmla="*/ 165538 h 198054"/>
                <a:gd name="connsiteX7" fmla="*/ 198054 w 198054"/>
                <a:gd name="connsiteY7" fmla="*/ 32516 h 198054"/>
                <a:gd name="connsiteX8" fmla="*/ 165538 w 198054"/>
                <a:gd name="connsiteY8" fmla="*/ 0 h 19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8054" h="198054">
                  <a:moveTo>
                    <a:pt x="165538" y="0"/>
                  </a:moveTo>
                  <a:lnTo>
                    <a:pt x="32516" y="0"/>
                  </a:lnTo>
                  <a:cubicBezTo>
                    <a:pt x="14780" y="0"/>
                    <a:pt x="0" y="14780"/>
                    <a:pt x="0" y="32516"/>
                  </a:cubicBezTo>
                  <a:lnTo>
                    <a:pt x="0" y="165538"/>
                  </a:lnTo>
                  <a:cubicBezTo>
                    <a:pt x="0" y="183274"/>
                    <a:pt x="14780" y="198054"/>
                    <a:pt x="32516" y="198054"/>
                  </a:cubicBezTo>
                  <a:lnTo>
                    <a:pt x="165538" y="198054"/>
                  </a:lnTo>
                  <a:cubicBezTo>
                    <a:pt x="183274" y="198054"/>
                    <a:pt x="198054" y="183274"/>
                    <a:pt x="198054" y="165538"/>
                  </a:cubicBezTo>
                  <a:lnTo>
                    <a:pt x="198054" y="32516"/>
                  </a:lnTo>
                  <a:cubicBezTo>
                    <a:pt x="198054" y="14780"/>
                    <a:pt x="183274" y="0"/>
                    <a:pt x="165538" y="0"/>
                  </a:cubicBezTo>
                  <a:close/>
                </a:path>
              </a:pathLst>
            </a:custGeom>
            <a:solidFill>
              <a:srgbClr val="3091D8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A632DD3D-48D4-39B7-8FA8-81FE1F5DB687}"/>
                </a:ext>
              </a:extLst>
            </p:cNvPr>
            <p:cNvSpPr/>
            <p:nvPr/>
          </p:nvSpPr>
          <p:spPr>
            <a:xfrm>
              <a:off x="5220393" y="3404455"/>
              <a:ext cx="174406" cy="174406"/>
            </a:xfrm>
            <a:custGeom>
              <a:avLst/>
              <a:gdLst>
                <a:gd name="connsiteX0" fmla="*/ 174406 w 174406"/>
                <a:gd name="connsiteY0" fmla="*/ 152975 h 174406"/>
                <a:gd name="connsiteX1" fmla="*/ 174406 w 174406"/>
                <a:gd name="connsiteY1" fmla="*/ 21431 h 174406"/>
                <a:gd name="connsiteX2" fmla="*/ 152975 w 174406"/>
                <a:gd name="connsiteY2" fmla="*/ 0 h 174406"/>
                <a:gd name="connsiteX3" fmla="*/ 21431 w 174406"/>
                <a:gd name="connsiteY3" fmla="*/ 0 h 174406"/>
                <a:gd name="connsiteX4" fmla="*/ 0 w 174406"/>
                <a:gd name="connsiteY4" fmla="*/ 21431 h 174406"/>
                <a:gd name="connsiteX5" fmla="*/ 0 w 174406"/>
                <a:gd name="connsiteY5" fmla="*/ 152975 h 174406"/>
                <a:gd name="connsiteX6" fmla="*/ 21431 w 174406"/>
                <a:gd name="connsiteY6" fmla="*/ 174406 h 174406"/>
                <a:gd name="connsiteX7" fmla="*/ 152975 w 174406"/>
                <a:gd name="connsiteY7" fmla="*/ 174406 h 174406"/>
                <a:gd name="connsiteX8" fmla="*/ 174406 w 174406"/>
                <a:gd name="connsiteY8" fmla="*/ 152975 h 174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406" h="174406">
                  <a:moveTo>
                    <a:pt x="174406" y="152975"/>
                  </a:moveTo>
                  <a:lnTo>
                    <a:pt x="174406" y="21431"/>
                  </a:lnTo>
                  <a:cubicBezTo>
                    <a:pt x="174406" y="9607"/>
                    <a:pt x="164799" y="0"/>
                    <a:pt x="152975" y="0"/>
                  </a:cubicBezTo>
                  <a:lnTo>
                    <a:pt x="21431" y="0"/>
                  </a:lnTo>
                  <a:cubicBezTo>
                    <a:pt x="9607" y="0"/>
                    <a:pt x="0" y="9607"/>
                    <a:pt x="0" y="21431"/>
                  </a:cubicBezTo>
                  <a:lnTo>
                    <a:pt x="0" y="152975"/>
                  </a:lnTo>
                  <a:cubicBezTo>
                    <a:pt x="0" y="164799"/>
                    <a:pt x="9607" y="174406"/>
                    <a:pt x="21431" y="174406"/>
                  </a:cubicBezTo>
                  <a:lnTo>
                    <a:pt x="152975" y="174406"/>
                  </a:lnTo>
                  <a:cubicBezTo>
                    <a:pt x="164799" y="174406"/>
                    <a:pt x="174406" y="164799"/>
                    <a:pt x="174406" y="152975"/>
                  </a:cubicBezTo>
                  <a:close/>
                </a:path>
              </a:pathLst>
            </a:custGeom>
            <a:solidFill>
              <a:srgbClr val="F7F5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807DA5C4-A12B-759F-A623-A323B7D22747}"/>
                </a:ext>
              </a:extLst>
            </p:cNvPr>
            <p:cNvSpPr/>
            <p:nvPr/>
          </p:nvSpPr>
          <p:spPr>
            <a:xfrm>
              <a:off x="5241825" y="3431059"/>
              <a:ext cx="112329" cy="118241"/>
            </a:xfrm>
            <a:custGeom>
              <a:avLst/>
              <a:gdLst>
                <a:gd name="connsiteX0" fmla="*/ 22170 w 112329"/>
                <a:gd name="connsiteY0" fmla="*/ 87942 h 118241"/>
                <a:gd name="connsiteX1" fmla="*/ 33255 w 112329"/>
                <a:gd name="connsiteY1" fmla="*/ 90159 h 118241"/>
                <a:gd name="connsiteX2" fmla="*/ 33255 w 112329"/>
                <a:gd name="connsiteY2" fmla="*/ 21431 h 118241"/>
                <a:gd name="connsiteX3" fmla="*/ 112329 w 112329"/>
                <a:gd name="connsiteY3" fmla="*/ 0 h 118241"/>
                <a:gd name="connsiteX4" fmla="*/ 112329 w 112329"/>
                <a:gd name="connsiteY4" fmla="*/ 84986 h 118241"/>
                <a:gd name="connsiteX5" fmla="*/ 90898 w 112329"/>
                <a:gd name="connsiteY5" fmla="*/ 100505 h 118241"/>
                <a:gd name="connsiteX6" fmla="*/ 68728 w 112329"/>
                <a:gd name="connsiteY6" fmla="*/ 84986 h 118241"/>
                <a:gd name="connsiteX7" fmla="*/ 90898 w 112329"/>
                <a:gd name="connsiteY7" fmla="*/ 70206 h 118241"/>
                <a:gd name="connsiteX8" fmla="*/ 101983 w 112329"/>
                <a:gd name="connsiteY8" fmla="*/ 72423 h 118241"/>
                <a:gd name="connsiteX9" fmla="*/ 101983 w 112329"/>
                <a:gd name="connsiteY9" fmla="*/ 31778 h 118241"/>
                <a:gd name="connsiteX10" fmla="*/ 43601 w 112329"/>
                <a:gd name="connsiteY10" fmla="*/ 47297 h 118241"/>
                <a:gd name="connsiteX11" fmla="*/ 43601 w 112329"/>
                <a:gd name="connsiteY11" fmla="*/ 103461 h 118241"/>
                <a:gd name="connsiteX12" fmla="*/ 22170 w 112329"/>
                <a:gd name="connsiteY12" fmla="*/ 118241 h 118241"/>
                <a:gd name="connsiteX13" fmla="*/ 0 w 112329"/>
                <a:gd name="connsiteY13" fmla="*/ 103461 h 118241"/>
                <a:gd name="connsiteX14" fmla="*/ 22170 w 112329"/>
                <a:gd name="connsiteY14" fmla="*/ 87942 h 118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2329" h="118241">
                  <a:moveTo>
                    <a:pt x="22170" y="87942"/>
                  </a:moveTo>
                  <a:cubicBezTo>
                    <a:pt x="26109" y="87942"/>
                    <a:pt x="29804" y="88681"/>
                    <a:pt x="33255" y="90159"/>
                  </a:cubicBezTo>
                  <a:lnTo>
                    <a:pt x="33255" y="21431"/>
                  </a:lnTo>
                  <a:lnTo>
                    <a:pt x="112329" y="0"/>
                  </a:lnTo>
                  <a:cubicBezTo>
                    <a:pt x="112329" y="27343"/>
                    <a:pt x="112329" y="58382"/>
                    <a:pt x="112329" y="84986"/>
                  </a:cubicBezTo>
                  <a:cubicBezTo>
                    <a:pt x="112329" y="93854"/>
                    <a:pt x="102722" y="100505"/>
                    <a:pt x="90898" y="100505"/>
                  </a:cubicBezTo>
                  <a:cubicBezTo>
                    <a:pt x="79074" y="100505"/>
                    <a:pt x="68728" y="93854"/>
                    <a:pt x="68728" y="84986"/>
                  </a:cubicBezTo>
                  <a:cubicBezTo>
                    <a:pt x="68728" y="76857"/>
                    <a:pt x="79074" y="70206"/>
                    <a:pt x="90898" y="70206"/>
                  </a:cubicBezTo>
                  <a:cubicBezTo>
                    <a:pt x="94837" y="70206"/>
                    <a:pt x="98532" y="70945"/>
                    <a:pt x="101983" y="72423"/>
                  </a:cubicBezTo>
                  <a:lnTo>
                    <a:pt x="101983" y="31778"/>
                  </a:lnTo>
                  <a:lnTo>
                    <a:pt x="43601" y="47297"/>
                  </a:lnTo>
                  <a:lnTo>
                    <a:pt x="43601" y="103461"/>
                  </a:lnTo>
                  <a:cubicBezTo>
                    <a:pt x="43601" y="113807"/>
                    <a:pt x="31038" y="118241"/>
                    <a:pt x="22170" y="118241"/>
                  </a:cubicBezTo>
                  <a:cubicBezTo>
                    <a:pt x="10346" y="118241"/>
                    <a:pt x="0" y="111590"/>
                    <a:pt x="0" y="103461"/>
                  </a:cubicBezTo>
                  <a:cubicBezTo>
                    <a:pt x="0" y="94593"/>
                    <a:pt x="10346" y="87942"/>
                    <a:pt x="22170" y="87942"/>
                  </a:cubicBezTo>
                  <a:close/>
                </a:path>
              </a:pathLst>
            </a:custGeom>
            <a:solidFill>
              <a:srgbClr val="3091D8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8D75D7E5-702C-1B5B-0002-9C67C7C88799}"/>
                </a:ext>
              </a:extLst>
            </p:cNvPr>
            <p:cNvSpPr/>
            <p:nvPr/>
          </p:nvSpPr>
          <p:spPr>
            <a:xfrm>
              <a:off x="4571544" y="4462716"/>
              <a:ext cx="541693" cy="314817"/>
            </a:xfrm>
            <a:custGeom>
              <a:avLst/>
              <a:gdLst>
                <a:gd name="connsiteX0" fmla="*/ 0 w 541693"/>
                <a:gd name="connsiteY0" fmla="*/ 0 h 314817"/>
                <a:gd name="connsiteX1" fmla="*/ 541693 w 541693"/>
                <a:gd name="connsiteY1" fmla="*/ 0 h 314817"/>
                <a:gd name="connsiteX2" fmla="*/ 541693 w 541693"/>
                <a:gd name="connsiteY2" fmla="*/ 297820 h 314817"/>
                <a:gd name="connsiteX3" fmla="*/ 523957 w 541693"/>
                <a:gd name="connsiteY3" fmla="*/ 314818 h 314817"/>
                <a:gd name="connsiteX4" fmla="*/ 16997 w 541693"/>
                <a:gd name="connsiteY4" fmla="*/ 314818 h 314817"/>
                <a:gd name="connsiteX5" fmla="*/ 0 w 541693"/>
                <a:gd name="connsiteY5" fmla="*/ 297820 h 314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693" h="314817">
                  <a:moveTo>
                    <a:pt x="0" y="0"/>
                  </a:moveTo>
                  <a:lnTo>
                    <a:pt x="541693" y="0"/>
                  </a:lnTo>
                  <a:lnTo>
                    <a:pt x="541693" y="297820"/>
                  </a:lnTo>
                  <a:cubicBezTo>
                    <a:pt x="541693" y="307427"/>
                    <a:pt x="533564" y="314818"/>
                    <a:pt x="523957" y="314818"/>
                  </a:cubicBezTo>
                  <a:lnTo>
                    <a:pt x="16997" y="314818"/>
                  </a:lnTo>
                  <a:cubicBezTo>
                    <a:pt x="7390" y="314818"/>
                    <a:pt x="0" y="307427"/>
                    <a:pt x="0" y="297820"/>
                  </a:cubicBezTo>
                  <a:close/>
                </a:path>
              </a:pathLst>
            </a:custGeom>
            <a:solidFill>
              <a:srgbClr val="D3E8FD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713C0C44-3B2B-EA9F-843B-83D9E1E0CA18}"/>
                </a:ext>
              </a:extLst>
            </p:cNvPr>
            <p:cNvSpPr/>
            <p:nvPr/>
          </p:nvSpPr>
          <p:spPr>
            <a:xfrm>
              <a:off x="4571544" y="4403595"/>
              <a:ext cx="541693" cy="59120"/>
            </a:xfrm>
            <a:custGeom>
              <a:avLst/>
              <a:gdLst>
                <a:gd name="connsiteX0" fmla="*/ 0 w 541693"/>
                <a:gd name="connsiteY0" fmla="*/ 59121 h 59120"/>
                <a:gd name="connsiteX1" fmla="*/ 541693 w 541693"/>
                <a:gd name="connsiteY1" fmla="*/ 59121 h 59120"/>
                <a:gd name="connsiteX2" fmla="*/ 541693 w 541693"/>
                <a:gd name="connsiteY2" fmla="*/ 50992 h 59120"/>
                <a:gd name="connsiteX3" fmla="*/ 532825 w 541693"/>
                <a:gd name="connsiteY3" fmla="*/ 42124 h 59120"/>
                <a:gd name="connsiteX4" fmla="*/ 224659 w 541693"/>
                <a:gd name="connsiteY4" fmla="*/ 42124 h 59120"/>
                <a:gd name="connsiteX5" fmla="*/ 214313 w 541693"/>
                <a:gd name="connsiteY5" fmla="*/ 38429 h 59120"/>
                <a:gd name="connsiteX6" fmla="*/ 164799 w 541693"/>
                <a:gd name="connsiteY6" fmla="*/ 2956 h 59120"/>
                <a:gd name="connsiteX7" fmla="*/ 154453 w 541693"/>
                <a:gd name="connsiteY7" fmla="*/ 0 h 59120"/>
                <a:gd name="connsiteX8" fmla="*/ 16997 w 541693"/>
                <a:gd name="connsiteY8" fmla="*/ 0 h 59120"/>
                <a:gd name="connsiteX9" fmla="*/ 0 w 541693"/>
                <a:gd name="connsiteY9" fmla="*/ 16997 h 5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1693" h="59120">
                  <a:moveTo>
                    <a:pt x="0" y="59121"/>
                  </a:moveTo>
                  <a:lnTo>
                    <a:pt x="541693" y="59121"/>
                  </a:lnTo>
                  <a:lnTo>
                    <a:pt x="541693" y="50992"/>
                  </a:lnTo>
                  <a:cubicBezTo>
                    <a:pt x="541693" y="46557"/>
                    <a:pt x="537259" y="42124"/>
                    <a:pt x="532825" y="42124"/>
                  </a:cubicBezTo>
                  <a:lnTo>
                    <a:pt x="224659" y="42124"/>
                  </a:lnTo>
                  <a:cubicBezTo>
                    <a:pt x="220964" y="42124"/>
                    <a:pt x="217269" y="41385"/>
                    <a:pt x="214313" y="38429"/>
                  </a:cubicBezTo>
                  <a:lnTo>
                    <a:pt x="164799" y="2956"/>
                  </a:lnTo>
                  <a:cubicBezTo>
                    <a:pt x="161843" y="739"/>
                    <a:pt x="158887" y="0"/>
                    <a:pt x="154453" y="0"/>
                  </a:cubicBezTo>
                  <a:lnTo>
                    <a:pt x="16997" y="0"/>
                  </a:lnTo>
                  <a:cubicBezTo>
                    <a:pt x="7390" y="0"/>
                    <a:pt x="0" y="7390"/>
                    <a:pt x="0" y="16997"/>
                  </a:cubicBezTo>
                  <a:close/>
                </a:path>
              </a:pathLst>
            </a:custGeom>
            <a:solidFill>
              <a:srgbClr val="FF7C1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7897D59D-EE02-9A29-3A25-1DCE57C5F54D}"/>
                </a:ext>
              </a:extLst>
            </p:cNvPr>
            <p:cNvSpPr/>
            <p:nvPr/>
          </p:nvSpPr>
          <p:spPr>
            <a:xfrm>
              <a:off x="4552330" y="4462716"/>
              <a:ext cx="541693" cy="314817"/>
            </a:xfrm>
            <a:custGeom>
              <a:avLst/>
              <a:gdLst>
                <a:gd name="connsiteX0" fmla="*/ 0 w 541693"/>
                <a:gd name="connsiteY0" fmla="*/ 0 h 314817"/>
                <a:gd name="connsiteX1" fmla="*/ 541693 w 541693"/>
                <a:gd name="connsiteY1" fmla="*/ 0 h 314817"/>
                <a:gd name="connsiteX2" fmla="*/ 541693 w 541693"/>
                <a:gd name="connsiteY2" fmla="*/ 297820 h 314817"/>
                <a:gd name="connsiteX3" fmla="*/ 524696 w 541693"/>
                <a:gd name="connsiteY3" fmla="*/ 314818 h 314817"/>
                <a:gd name="connsiteX4" fmla="*/ 16997 w 541693"/>
                <a:gd name="connsiteY4" fmla="*/ 314818 h 314817"/>
                <a:gd name="connsiteX5" fmla="*/ 0 w 541693"/>
                <a:gd name="connsiteY5" fmla="*/ 297820 h 314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693" h="314817">
                  <a:moveTo>
                    <a:pt x="0" y="0"/>
                  </a:moveTo>
                  <a:lnTo>
                    <a:pt x="541693" y="0"/>
                  </a:lnTo>
                  <a:lnTo>
                    <a:pt x="541693" y="297820"/>
                  </a:lnTo>
                  <a:cubicBezTo>
                    <a:pt x="541693" y="307427"/>
                    <a:pt x="533564" y="314818"/>
                    <a:pt x="524696" y="314818"/>
                  </a:cubicBezTo>
                  <a:lnTo>
                    <a:pt x="16997" y="314818"/>
                  </a:lnTo>
                  <a:cubicBezTo>
                    <a:pt x="7390" y="314818"/>
                    <a:pt x="0" y="307427"/>
                    <a:pt x="0" y="297820"/>
                  </a:cubicBezTo>
                  <a:close/>
                </a:path>
              </a:pathLst>
            </a:custGeom>
            <a:solidFill>
              <a:srgbClr val="FFFF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A7A03CD9-9026-AE95-3046-F829D6117B9F}"/>
                </a:ext>
              </a:extLst>
            </p:cNvPr>
            <p:cNvSpPr/>
            <p:nvPr/>
          </p:nvSpPr>
          <p:spPr>
            <a:xfrm>
              <a:off x="4552330" y="4403595"/>
              <a:ext cx="541693" cy="59120"/>
            </a:xfrm>
            <a:custGeom>
              <a:avLst/>
              <a:gdLst>
                <a:gd name="connsiteX0" fmla="*/ 0 w 541693"/>
                <a:gd name="connsiteY0" fmla="*/ 59121 h 59120"/>
                <a:gd name="connsiteX1" fmla="*/ 541693 w 541693"/>
                <a:gd name="connsiteY1" fmla="*/ 59121 h 59120"/>
                <a:gd name="connsiteX2" fmla="*/ 541693 w 541693"/>
                <a:gd name="connsiteY2" fmla="*/ 50992 h 59120"/>
                <a:gd name="connsiteX3" fmla="*/ 532825 w 541693"/>
                <a:gd name="connsiteY3" fmla="*/ 42124 h 59120"/>
                <a:gd name="connsiteX4" fmla="*/ 224658 w 541693"/>
                <a:gd name="connsiteY4" fmla="*/ 42124 h 59120"/>
                <a:gd name="connsiteX5" fmla="*/ 214313 w 541693"/>
                <a:gd name="connsiteY5" fmla="*/ 38429 h 59120"/>
                <a:gd name="connsiteX6" fmla="*/ 165538 w 541693"/>
                <a:gd name="connsiteY6" fmla="*/ 2956 h 59120"/>
                <a:gd name="connsiteX7" fmla="*/ 154453 w 541693"/>
                <a:gd name="connsiteY7" fmla="*/ 0 h 59120"/>
                <a:gd name="connsiteX8" fmla="*/ 16997 w 541693"/>
                <a:gd name="connsiteY8" fmla="*/ 0 h 59120"/>
                <a:gd name="connsiteX9" fmla="*/ 0 w 541693"/>
                <a:gd name="connsiteY9" fmla="*/ 16997 h 5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1693" h="59120">
                  <a:moveTo>
                    <a:pt x="0" y="59121"/>
                  </a:moveTo>
                  <a:lnTo>
                    <a:pt x="541693" y="59121"/>
                  </a:lnTo>
                  <a:lnTo>
                    <a:pt x="541693" y="50992"/>
                  </a:lnTo>
                  <a:cubicBezTo>
                    <a:pt x="541693" y="46557"/>
                    <a:pt x="537998" y="42124"/>
                    <a:pt x="532825" y="42124"/>
                  </a:cubicBezTo>
                  <a:lnTo>
                    <a:pt x="224658" y="42124"/>
                  </a:lnTo>
                  <a:cubicBezTo>
                    <a:pt x="220963" y="42124"/>
                    <a:pt x="218008" y="41385"/>
                    <a:pt x="214313" y="38429"/>
                  </a:cubicBezTo>
                  <a:lnTo>
                    <a:pt x="165538" y="2956"/>
                  </a:lnTo>
                  <a:cubicBezTo>
                    <a:pt x="161843" y="739"/>
                    <a:pt x="158887" y="0"/>
                    <a:pt x="154453" y="0"/>
                  </a:cubicBezTo>
                  <a:lnTo>
                    <a:pt x="16997" y="0"/>
                  </a:lnTo>
                  <a:cubicBezTo>
                    <a:pt x="7390" y="0"/>
                    <a:pt x="0" y="7390"/>
                    <a:pt x="0" y="16997"/>
                  </a:cubicBezTo>
                  <a:close/>
                </a:path>
              </a:pathLst>
            </a:custGeom>
            <a:solidFill>
              <a:srgbClr val="FFAE2B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F0E7B354-052A-0A45-C89D-79621DB274BE}"/>
                </a:ext>
              </a:extLst>
            </p:cNvPr>
            <p:cNvSpPr/>
            <p:nvPr/>
          </p:nvSpPr>
          <p:spPr>
            <a:xfrm>
              <a:off x="4552330" y="4519619"/>
              <a:ext cx="154452" cy="198793"/>
            </a:xfrm>
            <a:custGeom>
              <a:avLst/>
              <a:gdLst>
                <a:gd name="connsiteX0" fmla="*/ 0 w 154452"/>
                <a:gd name="connsiteY0" fmla="*/ 198793 h 198793"/>
                <a:gd name="connsiteX1" fmla="*/ 0 w 154452"/>
                <a:gd name="connsiteY1" fmla="*/ 0 h 198793"/>
                <a:gd name="connsiteX2" fmla="*/ 121936 w 154452"/>
                <a:gd name="connsiteY2" fmla="*/ 0 h 198793"/>
                <a:gd name="connsiteX3" fmla="*/ 154453 w 154452"/>
                <a:gd name="connsiteY3" fmla="*/ 32516 h 198793"/>
                <a:gd name="connsiteX4" fmla="*/ 154453 w 154452"/>
                <a:gd name="connsiteY4" fmla="*/ 166277 h 198793"/>
                <a:gd name="connsiteX5" fmla="*/ 121936 w 154452"/>
                <a:gd name="connsiteY5" fmla="*/ 198793 h 198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452" h="198793">
                  <a:moveTo>
                    <a:pt x="0" y="198793"/>
                  </a:moveTo>
                  <a:lnTo>
                    <a:pt x="0" y="0"/>
                  </a:lnTo>
                  <a:lnTo>
                    <a:pt x="121936" y="0"/>
                  </a:lnTo>
                  <a:cubicBezTo>
                    <a:pt x="139672" y="0"/>
                    <a:pt x="154453" y="14780"/>
                    <a:pt x="154453" y="32516"/>
                  </a:cubicBezTo>
                  <a:lnTo>
                    <a:pt x="154453" y="166277"/>
                  </a:lnTo>
                  <a:cubicBezTo>
                    <a:pt x="154453" y="184013"/>
                    <a:pt x="139672" y="198793"/>
                    <a:pt x="121936" y="198793"/>
                  </a:cubicBezTo>
                  <a:close/>
                </a:path>
              </a:pathLst>
            </a:custGeom>
            <a:solidFill>
              <a:srgbClr val="D3E8FD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033B54E4-C1D5-565E-16A0-95F03F94FB53}"/>
                </a:ext>
              </a:extLst>
            </p:cNvPr>
            <p:cNvSpPr/>
            <p:nvPr/>
          </p:nvSpPr>
          <p:spPr>
            <a:xfrm>
              <a:off x="4494687" y="4505578"/>
              <a:ext cx="198054" cy="198054"/>
            </a:xfrm>
            <a:custGeom>
              <a:avLst/>
              <a:gdLst>
                <a:gd name="connsiteX0" fmla="*/ 166277 w 198054"/>
                <a:gd name="connsiteY0" fmla="*/ 0 h 198054"/>
                <a:gd name="connsiteX1" fmla="*/ 32517 w 198054"/>
                <a:gd name="connsiteY1" fmla="*/ 0 h 198054"/>
                <a:gd name="connsiteX2" fmla="*/ 0 w 198054"/>
                <a:gd name="connsiteY2" fmla="*/ 31778 h 198054"/>
                <a:gd name="connsiteX3" fmla="*/ 0 w 198054"/>
                <a:gd name="connsiteY3" fmla="*/ 165538 h 198054"/>
                <a:gd name="connsiteX4" fmla="*/ 32517 w 198054"/>
                <a:gd name="connsiteY4" fmla="*/ 198054 h 198054"/>
                <a:gd name="connsiteX5" fmla="*/ 166277 w 198054"/>
                <a:gd name="connsiteY5" fmla="*/ 198054 h 198054"/>
                <a:gd name="connsiteX6" fmla="*/ 198055 w 198054"/>
                <a:gd name="connsiteY6" fmla="*/ 165538 h 198054"/>
                <a:gd name="connsiteX7" fmla="*/ 198055 w 198054"/>
                <a:gd name="connsiteY7" fmla="*/ 31778 h 198054"/>
                <a:gd name="connsiteX8" fmla="*/ 166277 w 198054"/>
                <a:gd name="connsiteY8" fmla="*/ 0 h 19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8054" h="198054">
                  <a:moveTo>
                    <a:pt x="166277" y="0"/>
                  </a:moveTo>
                  <a:lnTo>
                    <a:pt x="32517" y="0"/>
                  </a:lnTo>
                  <a:cubicBezTo>
                    <a:pt x="14780" y="0"/>
                    <a:pt x="0" y="14041"/>
                    <a:pt x="0" y="31778"/>
                  </a:cubicBezTo>
                  <a:lnTo>
                    <a:pt x="0" y="165538"/>
                  </a:lnTo>
                  <a:cubicBezTo>
                    <a:pt x="0" y="183274"/>
                    <a:pt x="14780" y="198054"/>
                    <a:pt x="32517" y="198054"/>
                  </a:cubicBezTo>
                  <a:lnTo>
                    <a:pt x="166277" y="198054"/>
                  </a:lnTo>
                  <a:cubicBezTo>
                    <a:pt x="184013" y="198054"/>
                    <a:pt x="198055" y="183274"/>
                    <a:pt x="198055" y="165538"/>
                  </a:cubicBezTo>
                  <a:lnTo>
                    <a:pt x="198055" y="31778"/>
                  </a:lnTo>
                  <a:cubicBezTo>
                    <a:pt x="198055" y="14041"/>
                    <a:pt x="184013" y="0"/>
                    <a:pt x="166277" y="0"/>
                  </a:cubicBezTo>
                  <a:close/>
                </a:path>
              </a:pathLst>
            </a:custGeom>
            <a:solidFill>
              <a:srgbClr val="3091D8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E8E2EF2-A2E6-AA51-565D-F6757BD95109}"/>
                </a:ext>
              </a:extLst>
            </p:cNvPr>
            <p:cNvSpPr/>
            <p:nvPr/>
          </p:nvSpPr>
          <p:spPr>
            <a:xfrm>
              <a:off x="4506511" y="4517402"/>
              <a:ext cx="174405" cy="174406"/>
            </a:xfrm>
            <a:custGeom>
              <a:avLst/>
              <a:gdLst>
                <a:gd name="connsiteX0" fmla="*/ 174406 w 174405"/>
                <a:gd name="connsiteY0" fmla="*/ 152975 h 174406"/>
                <a:gd name="connsiteX1" fmla="*/ 174406 w 174405"/>
                <a:gd name="connsiteY1" fmla="*/ 21431 h 174406"/>
                <a:gd name="connsiteX2" fmla="*/ 152975 w 174405"/>
                <a:gd name="connsiteY2" fmla="*/ 0 h 174406"/>
                <a:gd name="connsiteX3" fmla="*/ 21431 w 174405"/>
                <a:gd name="connsiteY3" fmla="*/ 0 h 174406"/>
                <a:gd name="connsiteX4" fmla="*/ 0 w 174405"/>
                <a:gd name="connsiteY4" fmla="*/ 21431 h 174406"/>
                <a:gd name="connsiteX5" fmla="*/ 0 w 174405"/>
                <a:gd name="connsiteY5" fmla="*/ 152975 h 174406"/>
                <a:gd name="connsiteX6" fmla="*/ 21431 w 174405"/>
                <a:gd name="connsiteY6" fmla="*/ 174406 h 174406"/>
                <a:gd name="connsiteX7" fmla="*/ 152975 w 174405"/>
                <a:gd name="connsiteY7" fmla="*/ 174406 h 174406"/>
                <a:gd name="connsiteX8" fmla="*/ 174406 w 174405"/>
                <a:gd name="connsiteY8" fmla="*/ 152975 h 174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405" h="174406">
                  <a:moveTo>
                    <a:pt x="174406" y="152975"/>
                  </a:moveTo>
                  <a:lnTo>
                    <a:pt x="174406" y="21431"/>
                  </a:lnTo>
                  <a:cubicBezTo>
                    <a:pt x="174406" y="9607"/>
                    <a:pt x="164799" y="0"/>
                    <a:pt x="152975" y="0"/>
                  </a:cubicBezTo>
                  <a:lnTo>
                    <a:pt x="21431" y="0"/>
                  </a:lnTo>
                  <a:cubicBezTo>
                    <a:pt x="9607" y="0"/>
                    <a:pt x="0" y="9607"/>
                    <a:pt x="0" y="21431"/>
                  </a:cubicBezTo>
                  <a:lnTo>
                    <a:pt x="0" y="152975"/>
                  </a:lnTo>
                  <a:cubicBezTo>
                    <a:pt x="0" y="164799"/>
                    <a:pt x="9607" y="174406"/>
                    <a:pt x="21431" y="174406"/>
                  </a:cubicBezTo>
                  <a:lnTo>
                    <a:pt x="152975" y="174406"/>
                  </a:lnTo>
                  <a:cubicBezTo>
                    <a:pt x="164799" y="174406"/>
                    <a:pt x="174406" y="164799"/>
                    <a:pt x="174406" y="152975"/>
                  </a:cubicBezTo>
                  <a:close/>
                </a:path>
              </a:pathLst>
            </a:custGeom>
            <a:solidFill>
              <a:srgbClr val="F7F5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BE122BD8-5E9E-C701-C2E9-54CA01C2D223}"/>
                </a:ext>
              </a:extLst>
            </p:cNvPr>
            <p:cNvSpPr/>
            <p:nvPr/>
          </p:nvSpPr>
          <p:spPr>
            <a:xfrm>
              <a:off x="4558981" y="4558232"/>
              <a:ext cx="82030" cy="92560"/>
            </a:xfrm>
            <a:custGeom>
              <a:avLst/>
              <a:gdLst>
                <a:gd name="connsiteX0" fmla="*/ 79074 w 82030"/>
                <a:gd name="connsiteY0" fmla="*/ 41939 h 92560"/>
                <a:gd name="connsiteX1" fmla="*/ 8129 w 82030"/>
                <a:gd name="connsiteY1" fmla="*/ 554 h 92560"/>
                <a:gd name="connsiteX2" fmla="*/ 2956 w 82030"/>
                <a:gd name="connsiteY2" fmla="*/ 554 h 92560"/>
                <a:gd name="connsiteX3" fmla="*/ 0 w 82030"/>
                <a:gd name="connsiteY3" fmla="*/ 4988 h 92560"/>
                <a:gd name="connsiteX4" fmla="*/ 0 w 82030"/>
                <a:gd name="connsiteY4" fmla="*/ 87018 h 92560"/>
                <a:gd name="connsiteX5" fmla="*/ 2956 w 82030"/>
                <a:gd name="connsiteY5" fmla="*/ 91452 h 92560"/>
                <a:gd name="connsiteX6" fmla="*/ 8129 w 82030"/>
                <a:gd name="connsiteY6" fmla="*/ 91452 h 92560"/>
                <a:gd name="connsiteX7" fmla="*/ 79074 w 82030"/>
                <a:gd name="connsiteY7" fmla="*/ 50807 h 92560"/>
                <a:gd name="connsiteX8" fmla="*/ 82030 w 82030"/>
                <a:gd name="connsiteY8" fmla="*/ 46373 h 92560"/>
                <a:gd name="connsiteX9" fmla="*/ 79074 w 82030"/>
                <a:gd name="connsiteY9" fmla="*/ 41939 h 92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030" h="92560">
                  <a:moveTo>
                    <a:pt x="79074" y="41939"/>
                  </a:moveTo>
                  <a:lnTo>
                    <a:pt x="8129" y="554"/>
                  </a:lnTo>
                  <a:cubicBezTo>
                    <a:pt x="6651" y="-185"/>
                    <a:pt x="4434" y="-185"/>
                    <a:pt x="2956" y="554"/>
                  </a:cubicBezTo>
                  <a:cubicBezTo>
                    <a:pt x="1478" y="1293"/>
                    <a:pt x="0" y="3510"/>
                    <a:pt x="0" y="4988"/>
                  </a:cubicBezTo>
                  <a:lnTo>
                    <a:pt x="0" y="87018"/>
                  </a:lnTo>
                  <a:cubicBezTo>
                    <a:pt x="0" y="89235"/>
                    <a:pt x="1478" y="90713"/>
                    <a:pt x="2956" y="91452"/>
                  </a:cubicBezTo>
                  <a:cubicBezTo>
                    <a:pt x="4434" y="92930"/>
                    <a:pt x="6651" y="92930"/>
                    <a:pt x="8129" y="91452"/>
                  </a:cubicBezTo>
                  <a:lnTo>
                    <a:pt x="79074" y="50807"/>
                  </a:lnTo>
                  <a:cubicBezTo>
                    <a:pt x="80552" y="50068"/>
                    <a:pt x="82030" y="47851"/>
                    <a:pt x="82030" y="46373"/>
                  </a:cubicBezTo>
                  <a:cubicBezTo>
                    <a:pt x="82030" y="44156"/>
                    <a:pt x="80552" y="42678"/>
                    <a:pt x="79074" y="41939"/>
                  </a:cubicBezTo>
                  <a:close/>
                </a:path>
              </a:pathLst>
            </a:custGeom>
            <a:solidFill>
              <a:srgbClr val="3091D8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84075BE0-C2D0-ED62-C70D-3FB33D16E109}"/>
                </a:ext>
              </a:extLst>
            </p:cNvPr>
            <p:cNvSpPr/>
            <p:nvPr/>
          </p:nvSpPr>
          <p:spPr>
            <a:xfrm>
              <a:off x="5285426" y="4462716"/>
              <a:ext cx="541693" cy="314817"/>
            </a:xfrm>
            <a:custGeom>
              <a:avLst/>
              <a:gdLst>
                <a:gd name="connsiteX0" fmla="*/ 0 w 541693"/>
                <a:gd name="connsiteY0" fmla="*/ 0 h 314817"/>
                <a:gd name="connsiteX1" fmla="*/ 541694 w 541693"/>
                <a:gd name="connsiteY1" fmla="*/ 0 h 314817"/>
                <a:gd name="connsiteX2" fmla="*/ 541694 w 541693"/>
                <a:gd name="connsiteY2" fmla="*/ 297820 h 314817"/>
                <a:gd name="connsiteX3" fmla="*/ 523957 w 541693"/>
                <a:gd name="connsiteY3" fmla="*/ 314818 h 314817"/>
                <a:gd name="connsiteX4" fmla="*/ 16998 w 541693"/>
                <a:gd name="connsiteY4" fmla="*/ 314818 h 314817"/>
                <a:gd name="connsiteX5" fmla="*/ 0 w 541693"/>
                <a:gd name="connsiteY5" fmla="*/ 297820 h 314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693" h="314817">
                  <a:moveTo>
                    <a:pt x="0" y="0"/>
                  </a:moveTo>
                  <a:lnTo>
                    <a:pt x="541694" y="0"/>
                  </a:lnTo>
                  <a:lnTo>
                    <a:pt x="541694" y="297820"/>
                  </a:lnTo>
                  <a:cubicBezTo>
                    <a:pt x="541694" y="307427"/>
                    <a:pt x="533564" y="314818"/>
                    <a:pt x="523957" y="314818"/>
                  </a:cubicBezTo>
                  <a:lnTo>
                    <a:pt x="16998" y="314818"/>
                  </a:lnTo>
                  <a:cubicBezTo>
                    <a:pt x="7390" y="314818"/>
                    <a:pt x="0" y="307427"/>
                    <a:pt x="0" y="297820"/>
                  </a:cubicBezTo>
                  <a:close/>
                </a:path>
              </a:pathLst>
            </a:custGeom>
            <a:solidFill>
              <a:srgbClr val="D3E8FD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7840B1D2-8562-3059-7562-4A7ACA6B3EDF}"/>
                </a:ext>
              </a:extLst>
            </p:cNvPr>
            <p:cNvSpPr/>
            <p:nvPr/>
          </p:nvSpPr>
          <p:spPr>
            <a:xfrm>
              <a:off x="5285426" y="4403595"/>
              <a:ext cx="541693" cy="59120"/>
            </a:xfrm>
            <a:custGeom>
              <a:avLst/>
              <a:gdLst>
                <a:gd name="connsiteX0" fmla="*/ 0 w 541693"/>
                <a:gd name="connsiteY0" fmla="*/ 59121 h 59120"/>
                <a:gd name="connsiteX1" fmla="*/ 541694 w 541693"/>
                <a:gd name="connsiteY1" fmla="*/ 59121 h 59120"/>
                <a:gd name="connsiteX2" fmla="*/ 541694 w 541693"/>
                <a:gd name="connsiteY2" fmla="*/ 50992 h 59120"/>
                <a:gd name="connsiteX3" fmla="*/ 532826 w 541693"/>
                <a:gd name="connsiteY3" fmla="*/ 42124 h 59120"/>
                <a:gd name="connsiteX4" fmla="*/ 224659 w 541693"/>
                <a:gd name="connsiteY4" fmla="*/ 42124 h 59120"/>
                <a:gd name="connsiteX5" fmla="*/ 214313 w 541693"/>
                <a:gd name="connsiteY5" fmla="*/ 38429 h 59120"/>
                <a:gd name="connsiteX6" fmla="*/ 165538 w 541693"/>
                <a:gd name="connsiteY6" fmla="*/ 2956 h 59120"/>
                <a:gd name="connsiteX7" fmla="*/ 154453 w 541693"/>
                <a:gd name="connsiteY7" fmla="*/ 0 h 59120"/>
                <a:gd name="connsiteX8" fmla="*/ 16998 w 541693"/>
                <a:gd name="connsiteY8" fmla="*/ 0 h 59120"/>
                <a:gd name="connsiteX9" fmla="*/ 0 w 541693"/>
                <a:gd name="connsiteY9" fmla="*/ 16997 h 5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1693" h="59120">
                  <a:moveTo>
                    <a:pt x="0" y="59121"/>
                  </a:moveTo>
                  <a:lnTo>
                    <a:pt x="541694" y="59121"/>
                  </a:lnTo>
                  <a:lnTo>
                    <a:pt x="541694" y="50992"/>
                  </a:lnTo>
                  <a:cubicBezTo>
                    <a:pt x="541694" y="46557"/>
                    <a:pt x="537259" y="42124"/>
                    <a:pt x="532826" y="42124"/>
                  </a:cubicBezTo>
                  <a:lnTo>
                    <a:pt x="224659" y="42124"/>
                  </a:lnTo>
                  <a:cubicBezTo>
                    <a:pt x="220964" y="42124"/>
                    <a:pt x="217269" y="41385"/>
                    <a:pt x="214313" y="38429"/>
                  </a:cubicBezTo>
                  <a:lnTo>
                    <a:pt x="165538" y="2956"/>
                  </a:lnTo>
                  <a:cubicBezTo>
                    <a:pt x="161843" y="739"/>
                    <a:pt x="158887" y="0"/>
                    <a:pt x="154453" y="0"/>
                  </a:cubicBezTo>
                  <a:lnTo>
                    <a:pt x="16998" y="0"/>
                  </a:lnTo>
                  <a:cubicBezTo>
                    <a:pt x="7390" y="0"/>
                    <a:pt x="0" y="7390"/>
                    <a:pt x="0" y="16997"/>
                  </a:cubicBezTo>
                  <a:close/>
                </a:path>
              </a:pathLst>
            </a:custGeom>
            <a:solidFill>
              <a:srgbClr val="FF7C1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C0A4F2E-631D-2368-C6BD-A86566D2170F}"/>
                </a:ext>
              </a:extLst>
            </p:cNvPr>
            <p:cNvSpPr/>
            <p:nvPr/>
          </p:nvSpPr>
          <p:spPr>
            <a:xfrm>
              <a:off x="5266212" y="4462716"/>
              <a:ext cx="541693" cy="314817"/>
            </a:xfrm>
            <a:custGeom>
              <a:avLst/>
              <a:gdLst>
                <a:gd name="connsiteX0" fmla="*/ 0 w 541693"/>
                <a:gd name="connsiteY0" fmla="*/ 0 h 314817"/>
                <a:gd name="connsiteX1" fmla="*/ 541693 w 541693"/>
                <a:gd name="connsiteY1" fmla="*/ 0 h 314817"/>
                <a:gd name="connsiteX2" fmla="*/ 541693 w 541693"/>
                <a:gd name="connsiteY2" fmla="*/ 297820 h 314817"/>
                <a:gd name="connsiteX3" fmla="*/ 524696 w 541693"/>
                <a:gd name="connsiteY3" fmla="*/ 314818 h 314817"/>
                <a:gd name="connsiteX4" fmla="*/ 16997 w 541693"/>
                <a:gd name="connsiteY4" fmla="*/ 314818 h 314817"/>
                <a:gd name="connsiteX5" fmla="*/ 0 w 541693"/>
                <a:gd name="connsiteY5" fmla="*/ 297820 h 314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693" h="314817">
                  <a:moveTo>
                    <a:pt x="0" y="0"/>
                  </a:moveTo>
                  <a:lnTo>
                    <a:pt x="541693" y="0"/>
                  </a:lnTo>
                  <a:lnTo>
                    <a:pt x="541693" y="297820"/>
                  </a:lnTo>
                  <a:cubicBezTo>
                    <a:pt x="541693" y="307427"/>
                    <a:pt x="534303" y="314818"/>
                    <a:pt x="524696" y="314818"/>
                  </a:cubicBezTo>
                  <a:lnTo>
                    <a:pt x="16997" y="314818"/>
                  </a:lnTo>
                  <a:cubicBezTo>
                    <a:pt x="8129" y="314818"/>
                    <a:pt x="0" y="307427"/>
                    <a:pt x="0" y="297820"/>
                  </a:cubicBezTo>
                  <a:close/>
                </a:path>
              </a:pathLst>
            </a:custGeom>
            <a:solidFill>
              <a:srgbClr val="FFFF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EEBFAE6A-D136-3C3A-129F-B91AC9F4DF30}"/>
                </a:ext>
              </a:extLst>
            </p:cNvPr>
            <p:cNvSpPr/>
            <p:nvPr/>
          </p:nvSpPr>
          <p:spPr>
            <a:xfrm>
              <a:off x="5266212" y="4403595"/>
              <a:ext cx="541693" cy="59120"/>
            </a:xfrm>
            <a:custGeom>
              <a:avLst/>
              <a:gdLst>
                <a:gd name="connsiteX0" fmla="*/ 0 w 541693"/>
                <a:gd name="connsiteY0" fmla="*/ 59121 h 59120"/>
                <a:gd name="connsiteX1" fmla="*/ 541693 w 541693"/>
                <a:gd name="connsiteY1" fmla="*/ 59121 h 59120"/>
                <a:gd name="connsiteX2" fmla="*/ 541693 w 541693"/>
                <a:gd name="connsiteY2" fmla="*/ 50992 h 59120"/>
                <a:gd name="connsiteX3" fmla="*/ 532825 w 541693"/>
                <a:gd name="connsiteY3" fmla="*/ 42124 h 59120"/>
                <a:gd name="connsiteX4" fmla="*/ 224659 w 541693"/>
                <a:gd name="connsiteY4" fmla="*/ 42124 h 59120"/>
                <a:gd name="connsiteX5" fmla="*/ 214313 w 541693"/>
                <a:gd name="connsiteY5" fmla="*/ 38429 h 59120"/>
                <a:gd name="connsiteX6" fmla="*/ 165538 w 541693"/>
                <a:gd name="connsiteY6" fmla="*/ 2956 h 59120"/>
                <a:gd name="connsiteX7" fmla="*/ 154453 w 541693"/>
                <a:gd name="connsiteY7" fmla="*/ 0 h 59120"/>
                <a:gd name="connsiteX8" fmla="*/ 16997 w 541693"/>
                <a:gd name="connsiteY8" fmla="*/ 0 h 59120"/>
                <a:gd name="connsiteX9" fmla="*/ 0 w 541693"/>
                <a:gd name="connsiteY9" fmla="*/ 16997 h 5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1693" h="59120">
                  <a:moveTo>
                    <a:pt x="0" y="59121"/>
                  </a:moveTo>
                  <a:lnTo>
                    <a:pt x="541693" y="59121"/>
                  </a:lnTo>
                  <a:lnTo>
                    <a:pt x="541693" y="50992"/>
                  </a:lnTo>
                  <a:cubicBezTo>
                    <a:pt x="541693" y="46557"/>
                    <a:pt x="537998" y="42124"/>
                    <a:pt x="532825" y="42124"/>
                  </a:cubicBezTo>
                  <a:lnTo>
                    <a:pt x="224659" y="42124"/>
                  </a:lnTo>
                  <a:cubicBezTo>
                    <a:pt x="220964" y="42124"/>
                    <a:pt x="218008" y="41385"/>
                    <a:pt x="214313" y="38429"/>
                  </a:cubicBezTo>
                  <a:lnTo>
                    <a:pt x="165538" y="2956"/>
                  </a:lnTo>
                  <a:cubicBezTo>
                    <a:pt x="161843" y="739"/>
                    <a:pt x="158887" y="0"/>
                    <a:pt x="154453" y="0"/>
                  </a:cubicBezTo>
                  <a:lnTo>
                    <a:pt x="16997" y="0"/>
                  </a:lnTo>
                  <a:cubicBezTo>
                    <a:pt x="8129" y="0"/>
                    <a:pt x="0" y="7390"/>
                    <a:pt x="0" y="16997"/>
                  </a:cubicBezTo>
                  <a:close/>
                </a:path>
              </a:pathLst>
            </a:custGeom>
            <a:solidFill>
              <a:srgbClr val="FFAE2B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BCAAAB98-A398-AA54-AE82-45F6AD006041}"/>
                </a:ext>
              </a:extLst>
            </p:cNvPr>
            <p:cNvSpPr/>
            <p:nvPr/>
          </p:nvSpPr>
          <p:spPr>
            <a:xfrm>
              <a:off x="5266212" y="4512968"/>
              <a:ext cx="157408" cy="206183"/>
            </a:xfrm>
            <a:custGeom>
              <a:avLst/>
              <a:gdLst>
                <a:gd name="connsiteX0" fmla="*/ 0 w 157408"/>
                <a:gd name="connsiteY0" fmla="*/ 39907 h 206183"/>
                <a:gd name="connsiteX1" fmla="*/ 2217 w 157408"/>
                <a:gd name="connsiteY1" fmla="*/ 38429 h 206183"/>
                <a:gd name="connsiteX2" fmla="*/ 0 w 157408"/>
                <a:gd name="connsiteY2" fmla="*/ 33994 h 206183"/>
                <a:gd name="connsiteX3" fmla="*/ 0 w 157408"/>
                <a:gd name="connsiteY3" fmla="*/ 14780 h 206183"/>
                <a:gd name="connsiteX4" fmla="*/ 10346 w 157408"/>
                <a:gd name="connsiteY4" fmla="*/ 9607 h 206183"/>
                <a:gd name="connsiteX5" fmla="*/ 14041 w 157408"/>
                <a:gd name="connsiteY5" fmla="*/ 10346 h 206183"/>
                <a:gd name="connsiteX6" fmla="*/ 24387 w 157408"/>
                <a:gd name="connsiteY6" fmla="*/ 25126 h 206183"/>
                <a:gd name="connsiteX7" fmla="*/ 41384 w 157408"/>
                <a:gd name="connsiteY7" fmla="*/ 20692 h 206183"/>
                <a:gd name="connsiteX8" fmla="*/ 42862 w 157408"/>
                <a:gd name="connsiteY8" fmla="*/ 2217 h 206183"/>
                <a:gd name="connsiteX9" fmla="*/ 45819 w 157408"/>
                <a:gd name="connsiteY9" fmla="*/ 0 h 206183"/>
                <a:gd name="connsiteX10" fmla="*/ 62816 w 157408"/>
                <a:gd name="connsiteY10" fmla="*/ 0 h 206183"/>
                <a:gd name="connsiteX11" fmla="*/ 65772 w 157408"/>
                <a:gd name="connsiteY11" fmla="*/ 2217 h 206183"/>
                <a:gd name="connsiteX12" fmla="*/ 67250 w 157408"/>
                <a:gd name="connsiteY12" fmla="*/ 20692 h 206183"/>
                <a:gd name="connsiteX13" fmla="*/ 84247 w 157408"/>
                <a:gd name="connsiteY13" fmla="*/ 25126 h 206183"/>
                <a:gd name="connsiteX14" fmla="*/ 94593 w 157408"/>
                <a:gd name="connsiteY14" fmla="*/ 10346 h 206183"/>
                <a:gd name="connsiteX15" fmla="*/ 98288 w 157408"/>
                <a:gd name="connsiteY15" fmla="*/ 9607 h 206183"/>
                <a:gd name="connsiteX16" fmla="*/ 113068 w 157408"/>
                <a:gd name="connsiteY16" fmla="*/ 17736 h 206183"/>
                <a:gd name="connsiteX17" fmla="*/ 114546 w 157408"/>
                <a:gd name="connsiteY17" fmla="*/ 21431 h 206183"/>
                <a:gd name="connsiteX18" fmla="*/ 106417 w 157408"/>
                <a:gd name="connsiteY18" fmla="*/ 38429 h 206183"/>
                <a:gd name="connsiteX19" fmla="*/ 118980 w 157408"/>
                <a:gd name="connsiteY19" fmla="*/ 50992 h 206183"/>
                <a:gd name="connsiteX20" fmla="*/ 135978 w 157408"/>
                <a:gd name="connsiteY20" fmla="*/ 42863 h 206183"/>
                <a:gd name="connsiteX21" fmla="*/ 138934 w 157408"/>
                <a:gd name="connsiteY21" fmla="*/ 43602 h 206183"/>
                <a:gd name="connsiteX22" fmla="*/ 147802 w 157408"/>
                <a:gd name="connsiteY22" fmla="*/ 59121 h 206183"/>
                <a:gd name="connsiteX23" fmla="*/ 147063 w 157408"/>
                <a:gd name="connsiteY23" fmla="*/ 62816 h 206183"/>
                <a:gd name="connsiteX24" fmla="*/ 131543 w 157408"/>
                <a:gd name="connsiteY24" fmla="*/ 73162 h 206183"/>
                <a:gd name="connsiteX25" fmla="*/ 136717 w 157408"/>
                <a:gd name="connsiteY25" fmla="*/ 90159 h 206183"/>
                <a:gd name="connsiteX26" fmla="*/ 155192 w 157408"/>
                <a:gd name="connsiteY26" fmla="*/ 91637 h 206183"/>
                <a:gd name="connsiteX27" fmla="*/ 157409 w 157408"/>
                <a:gd name="connsiteY27" fmla="*/ 94593 h 206183"/>
                <a:gd name="connsiteX28" fmla="*/ 157409 w 157408"/>
                <a:gd name="connsiteY28" fmla="*/ 111590 h 206183"/>
                <a:gd name="connsiteX29" fmla="*/ 155192 w 157408"/>
                <a:gd name="connsiteY29" fmla="*/ 114546 h 206183"/>
                <a:gd name="connsiteX30" fmla="*/ 136717 w 157408"/>
                <a:gd name="connsiteY30" fmla="*/ 116024 h 206183"/>
                <a:gd name="connsiteX31" fmla="*/ 131543 w 157408"/>
                <a:gd name="connsiteY31" fmla="*/ 133022 h 206183"/>
                <a:gd name="connsiteX32" fmla="*/ 147063 w 157408"/>
                <a:gd name="connsiteY32" fmla="*/ 143368 h 206183"/>
                <a:gd name="connsiteX33" fmla="*/ 147802 w 157408"/>
                <a:gd name="connsiteY33" fmla="*/ 147063 h 206183"/>
                <a:gd name="connsiteX34" fmla="*/ 138934 w 157408"/>
                <a:gd name="connsiteY34" fmla="*/ 162582 h 206183"/>
                <a:gd name="connsiteX35" fmla="*/ 135978 w 157408"/>
                <a:gd name="connsiteY35" fmla="*/ 163321 h 206183"/>
                <a:gd name="connsiteX36" fmla="*/ 118980 w 157408"/>
                <a:gd name="connsiteY36" fmla="*/ 155192 h 206183"/>
                <a:gd name="connsiteX37" fmla="*/ 106417 w 157408"/>
                <a:gd name="connsiteY37" fmla="*/ 167755 h 206183"/>
                <a:gd name="connsiteX38" fmla="*/ 114546 w 157408"/>
                <a:gd name="connsiteY38" fmla="*/ 184752 h 206183"/>
                <a:gd name="connsiteX39" fmla="*/ 113068 w 157408"/>
                <a:gd name="connsiteY39" fmla="*/ 187708 h 206183"/>
                <a:gd name="connsiteX40" fmla="*/ 98288 w 157408"/>
                <a:gd name="connsiteY40" fmla="*/ 196576 h 206183"/>
                <a:gd name="connsiteX41" fmla="*/ 94593 w 157408"/>
                <a:gd name="connsiteY41" fmla="*/ 195837 h 206183"/>
                <a:gd name="connsiteX42" fmla="*/ 84247 w 157408"/>
                <a:gd name="connsiteY42" fmla="*/ 180318 h 206183"/>
                <a:gd name="connsiteX43" fmla="*/ 67250 w 157408"/>
                <a:gd name="connsiteY43" fmla="*/ 185491 h 206183"/>
                <a:gd name="connsiteX44" fmla="*/ 65772 w 157408"/>
                <a:gd name="connsiteY44" fmla="*/ 203966 h 206183"/>
                <a:gd name="connsiteX45" fmla="*/ 62816 w 157408"/>
                <a:gd name="connsiteY45" fmla="*/ 206184 h 206183"/>
                <a:gd name="connsiteX46" fmla="*/ 45819 w 157408"/>
                <a:gd name="connsiteY46" fmla="*/ 206184 h 206183"/>
                <a:gd name="connsiteX47" fmla="*/ 42862 w 157408"/>
                <a:gd name="connsiteY47" fmla="*/ 203966 h 206183"/>
                <a:gd name="connsiteX48" fmla="*/ 41384 w 157408"/>
                <a:gd name="connsiteY48" fmla="*/ 185491 h 206183"/>
                <a:gd name="connsiteX49" fmla="*/ 24387 w 157408"/>
                <a:gd name="connsiteY49" fmla="*/ 180318 h 206183"/>
                <a:gd name="connsiteX50" fmla="*/ 14041 w 157408"/>
                <a:gd name="connsiteY50" fmla="*/ 195837 h 206183"/>
                <a:gd name="connsiteX51" fmla="*/ 10346 w 157408"/>
                <a:gd name="connsiteY51" fmla="*/ 196576 h 206183"/>
                <a:gd name="connsiteX52" fmla="*/ 0 w 157408"/>
                <a:gd name="connsiteY52" fmla="*/ 190664 h 206183"/>
                <a:gd name="connsiteX53" fmla="*/ 0 w 157408"/>
                <a:gd name="connsiteY53" fmla="*/ 171450 h 206183"/>
                <a:gd name="connsiteX54" fmla="*/ 2217 w 157408"/>
                <a:gd name="connsiteY54" fmla="*/ 167755 h 206183"/>
                <a:gd name="connsiteX55" fmla="*/ 0 w 157408"/>
                <a:gd name="connsiteY55" fmla="*/ 166277 h 206183"/>
                <a:gd name="connsiteX56" fmla="*/ 23648 w 157408"/>
                <a:gd name="connsiteY56" fmla="*/ 84986 h 206183"/>
                <a:gd name="connsiteX57" fmla="*/ 36212 w 157408"/>
                <a:gd name="connsiteY57" fmla="*/ 133761 h 206183"/>
                <a:gd name="connsiteX58" fmla="*/ 84986 w 157408"/>
                <a:gd name="connsiteY58" fmla="*/ 120459 h 206183"/>
                <a:gd name="connsiteX59" fmla="*/ 72423 w 157408"/>
                <a:gd name="connsiteY59" fmla="*/ 71684 h 206183"/>
                <a:gd name="connsiteX60" fmla="*/ 23648 w 157408"/>
                <a:gd name="connsiteY60" fmla="*/ 84986 h 20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57408" h="206183">
                  <a:moveTo>
                    <a:pt x="0" y="39907"/>
                  </a:moveTo>
                  <a:cubicBezTo>
                    <a:pt x="495" y="39411"/>
                    <a:pt x="1234" y="38924"/>
                    <a:pt x="2217" y="38429"/>
                  </a:cubicBezTo>
                  <a:lnTo>
                    <a:pt x="0" y="33994"/>
                  </a:lnTo>
                  <a:lnTo>
                    <a:pt x="0" y="14780"/>
                  </a:lnTo>
                  <a:lnTo>
                    <a:pt x="10346" y="9607"/>
                  </a:lnTo>
                  <a:cubicBezTo>
                    <a:pt x="11085" y="8868"/>
                    <a:pt x="13302" y="8868"/>
                    <a:pt x="14041" y="10346"/>
                  </a:cubicBezTo>
                  <a:lnTo>
                    <a:pt x="24387" y="25126"/>
                  </a:lnTo>
                  <a:cubicBezTo>
                    <a:pt x="29804" y="23153"/>
                    <a:pt x="35472" y="21675"/>
                    <a:pt x="41384" y="20692"/>
                  </a:cubicBezTo>
                  <a:lnTo>
                    <a:pt x="42862" y="2217"/>
                  </a:lnTo>
                  <a:cubicBezTo>
                    <a:pt x="42862" y="739"/>
                    <a:pt x="44341" y="0"/>
                    <a:pt x="45819" y="0"/>
                  </a:cubicBezTo>
                  <a:lnTo>
                    <a:pt x="62816" y="0"/>
                  </a:lnTo>
                  <a:cubicBezTo>
                    <a:pt x="64294" y="0"/>
                    <a:pt x="65772" y="739"/>
                    <a:pt x="65772" y="2217"/>
                  </a:cubicBezTo>
                  <a:lnTo>
                    <a:pt x="67250" y="20692"/>
                  </a:lnTo>
                  <a:cubicBezTo>
                    <a:pt x="73162" y="21675"/>
                    <a:pt x="78830" y="23153"/>
                    <a:pt x="84247" y="25126"/>
                  </a:cubicBezTo>
                  <a:lnTo>
                    <a:pt x="94593" y="10346"/>
                  </a:lnTo>
                  <a:cubicBezTo>
                    <a:pt x="95332" y="8868"/>
                    <a:pt x="96810" y="8868"/>
                    <a:pt x="98288" y="9607"/>
                  </a:cubicBezTo>
                  <a:lnTo>
                    <a:pt x="113068" y="17736"/>
                  </a:lnTo>
                  <a:cubicBezTo>
                    <a:pt x="114546" y="18475"/>
                    <a:pt x="115285" y="19953"/>
                    <a:pt x="114546" y="21431"/>
                  </a:cubicBezTo>
                  <a:lnTo>
                    <a:pt x="106417" y="38429"/>
                  </a:lnTo>
                  <a:cubicBezTo>
                    <a:pt x="110851" y="41880"/>
                    <a:pt x="115042" y="46062"/>
                    <a:pt x="118980" y="50992"/>
                  </a:cubicBezTo>
                  <a:lnTo>
                    <a:pt x="135978" y="42863"/>
                  </a:lnTo>
                  <a:cubicBezTo>
                    <a:pt x="136717" y="42124"/>
                    <a:pt x="138195" y="42863"/>
                    <a:pt x="138934" y="43602"/>
                  </a:cubicBezTo>
                  <a:lnTo>
                    <a:pt x="147802" y="59121"/>
                  </a:lnTo>
                  <a:cubicBezTo>
                    <a:pt x="148541" y="60599"/>
                    <a:pt x="148541" y="62077"/>
                    <a:pt x="147063" y="62816"/>
                  </a:cubicBezTo>
                  <a:lnTo>
                    <a:pt x="131543" y="73162"/>
                  </a:lnTo>
                  <a:cubicBezTo>
                    <a:pt x="134004" y="78579"/>
                    <a:pt x="135734" y="84247"/>
                    <a:pt x="136717" y="90159"/>
                  </a:cubicBezTo>
                  <a:lnTo>
                    <a:pt x="155192" y="91637"/>
                  </a:lnTo>
                  <a:cubicBezTo>
                    <a:pt x="156670" y="91637"/>
                    <a:pt x="157409" y="93115"/>
                    <a:pt x="157409" y="94593"/>
                  </a:cubicBezTo>
                  <a:lnTo>
                    <a:pt x="157409" y="111590"/>
                  </a:lnTo>
                  <a:cubicBezTo>
                    <a:pt x="157409" y="113068"/>
                    <a:pt x="156670" y="114546"/>
                    <a:pt x="155192" y="114546"/>
                  </a:cubicBezTo>
                  <a:lnTo>
                    <a:pt x="136717" y="116024"/>
                  </a:lnTo>
                  <a:cubicBezTo>
                    <a:pt x="135734" y="121936"/>
                    <a:pt x="134004" y="127605"/>
                    <a:pt x="131543" y="133022"/>
                  </a:cubicBezTo>
                  <a:lnTo>
                    <a:pt x="147063" y="143368"/>
                  </a:lnTo>
                  <a:cubicBezTo>
                    <a:pt x="148541" y="144107"/>
                    <a:pt x="148541" y="145585"/>
                    <a:pt x="147802" y="147063"/>
                  </a:cubicBezTo>
                  <a:lnTo>
                    <a:pt x="138934" y="162582"/>
                  </a:lnTo>
                  <a:cubicBezTo>
                    <a:pt x="138195" y="163321"/>
                    <a:pt x="136717" y="164060"/>
                    <a:pt x="135978" y="163321"/>
                  </a:cubicBezTo>
                  <a:lnTo>
                    <a:pt x="118980" y="155192"/>
                  </a:lnTo>
                  <a:cubicBezTo>
                    <a:pt x="115042" y="159626"/>
                    <a:pt x="110851" y="163816"/>
                    <a:pt x="106417" y="167755"/>
                  </a:cubicBezTo>
                  <a:lnTo>
                    <a:pt x="114546" y="184752"/>
                  </a:lnTo>
                  <a:cubicBezTo>
                    <a:pt x="115285" y="185491"/>
                    <a:pt x="114546" y="187708"/>
                    <a:pt x="113068" y="187708"/>
                  </a:cubicBezTo>
                  <a:lnTo>
                    <a:pt x="98288" y="196576"/>
                  </a:lnTo>
                  <a:cubicBezTo>
                    <a:pt x="96810" y="197315"/>
                    <a:pt x="95332" y="197315"/>
                    <a:pt x="94593" y="195837"/>
                  </a:cubicBezTo>
                  <a:lnTo>
                    <a:pt x="84247" y="180318"/>
                  </a:lnTo>
                  <a:cubicBezTo>
                    <a:pt x="78830" y="182779"/>
                    <a:pt x="73162" y="184508"/>
                    <a:pt x="67250" y="185491"/>
                  </a:cubicBezTo>
                  <a:lnTo>
                    <a:pt x="65772" y="203966"/>
                  </a:lnTo>
                  <a:cubicBezTo>
                    <a:pt x="65772" y="205445"/>
                    <a:pt x="64294" y="206184"/>
                    <a:pt x="62816" y="206184"/>
                  </a:cubicBezTo>
                  <a:lnTo>
                    <a:pt x="45819" y="206184"/>
                  </a:lnTo>
                  <a:cubicBezTo>
                    <a:pt x="44341" y="206184"/>
                    <a:pt x="42862" y="205445"/>
                    <a:pt x="42862" y="203966"/>
                  </a:cubicBezTo>
                  <a:lnTo>
                    <a:pt x="41384" y="185491"/>
                  </a:lnTo>
                  <a:cubicBezTo>
                    <a:pt x="35472" y="184508"/>
                    <a:pt x="29804" y="182779"/>
                    <a:pt x="24387" y="180318"/>
                  </a:cubicBezTo>
                  <a:lnTo>
                    <a:pt x="14041" y="195837"/>
                  </a:lnTo>
                  <a:cubicBezTo>
                    <a:pt x="13302" y="197315"/>
                    <a:pt x="11085" y="197315"/>
                    <a:pt x="10346" y="196576"/>
                  </a:cubicBezTo>
                  <a:lnTo>
                    <a:pt x="0" y="190664"/>
                  </a:lnTo>
                  <a:lnTo>
                    <a:pt x="0" y="171450"/>
                  </a:lnTo>
                  <a:lnTo>
                    <a:pt x="2217" y="167755"/>
                  </a:lnTo>
                  <a:cubicBezTo>
                    <a:pt x="1234" y="167260"/>
                    <a:pt x="495" y="166772"/>
                    <a:pt x="0" y="166277"/>
                  </a:cubicBezTo>
                  <a:close/>
                  <a:moveTo>
                    <a:pt x="23648" y="84986"/>
                  </a:moveTo>
                  <a:cubicBezTo>
                    <a:pt x="13302" y="101983"/>
                    <a:pt x="19214" y="124154"/>
                    <a:pt x="36212" y="133761"/>
                  </a:cubicBezTo>
                  <a:cubicBezTo>
                    <a:pt x="53209" y="143368"/>
                    <a:pt x="75379" y="138195"/>
                    <a:pt x="84986" y="120459"/>
                  </a:cubicBezTo>
                  <a:cubicBezTo>
                    <a:pt x="95332" y="103461"/>
                    <a:pt x="89420" y="82030"/>
                    <a:pt x="72423" y="71684"/>
                  </a:cubicBezTo>
                  <a:cubicBezTo>
                    <a:pt x="54687" y="62077"/>
                    <a:pt x="33255" y="67989"/>
                    <a:pt x="23648" y="84986"/>
                  </a:cubicBezTo>
                  <a:close/>
                </a:path>
              </a:pathLst>
            </a:custGeom>
            <a:solidFill>
              <a:srgbClr val="D3E8FD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AE70EEAE-B45A-1E00-C45F-3BDB2ADB037C}"/>
                </a:ext>
              </a:extLst>
            </p:cNvPr>
            <p:cNvSpPr/>
            <p:nvPr/>
          </p:nvSpPr>
          <p:spPr>
            <a:xfrm>
              <a:off x="5207830" y="4507056"/>
              <a:ext cx="206922" cy="206183"/>
            </a:xfrm>
            <a:custGeom>
              <a:avLst/>
              <a:gdLst>
                <a:gd name="connsiteX0" fmla="*/ 39168 w 206922"/>
                <a:gd name="connsiteY0" fmla="*/ 50992 h 206183"/>
                <a:gd name="connsiteX1" fmla="*/ 50992 w 206922"/>
                <a:gd name="connsiteY1" fmla="*/ 38429 h 206183"/>
                <a:gd name="connsiteX2" fmla="*/ 43602 w 206922"/>
                <a:gd name="connsiteY2" fmla="*/ 21431 h 206183"/>
                <a:gd name="connsiteX3" fmla="*/ 44341 w 206922"/>
                <a:gd name="connsiteY3" fmla="*/ 17736 h 206183"/>
                <a:gd name="connsiteX4" fmla="*/ 59860 w 206922"/>
                <a:gd name="connsiteY4" fmla="*/ 8868 h 206183"/>
                <a:gd name="connsiteX5" fmla="*/ 62816 w 206922"/>
                <a:gd name="connsiteY5" fmla="*/ 10346 h 206183"/>
                <a:gd name="connsiteX6" fmla="*/ 73901 w 206922"/>
                <a:gd name="connsiteY6" fmla="*/ 25126 h 206183"/>
                <a:gd name="connsiteX7" fmla="*/ 90898 w 206922"/>
                <a:gd name="connsiteY7" fmla="*/ 20692 h 206183"/>
                <a:gd name="connsiteX8" fmla="*/ 92376 w 206922"/>
                <a:gd name="connsiteY8" fmla="*/ 2217 h 206183"/>
                <a:gd name="connsiteX9" fmla="*/ 94593 w 206922"/>
                <a:gd name="connsiteY9" fmla="*/ 0 h 206183"/>
                <a:gd name="connsiteX10" fmla="*/ 112329 w 206922"/>
                <a:gd name="connsiteY10" fmla="*/ 0 h 206183"/>
                <a:gd name="connsiteX11" fmla="*/ 115286 w 206922"/>
                <a:gd name="connsiteY11" fmla="*/ 2217 h 206183"/>
                <a:gd name="connsiteX12" fmla="*/ 116764 w 206922"/>
                <a:gd name="connsiteY12" fmla="*/ 20692 h 206183"/>
                <a:gd name="connsiteX13" fmla="*/ 133761 w 206922"/>
                <a:gd name="connsiteY13" fmla="*/ 25126 h 206183"/>
                <a:gd name="connsiteX14" fmla="*/ 144107 w 206922"/>
                <a:gd name="connsiteY14" fmla="*/ 10346 h 206183"/>
                <a:gd name="connsiteX15" fmla="*/ 147802 w 206922"/>
                <a:gd name="connsiteY15" fmla="*/ 8868 h 206183"/>
                <a:gd name="connsiteX16" fmla="*/ 162582 w 206922"/>
                <a:gd name="connsiteY16" fmla="*/ 17736 h 206183"/>
                <a:gd name="connsiteX17" fmla="*/ 164060 w 206922"/>
                <a:gd name="connsiteY17" fmla="*/ 21431 h 206183"/>
                <a:gd name="connsiteX18" fmla="*/ 155931 w 206922"/>
                <a:gd name="connsiteY18" fmla="*/ 38429 h 206183"/>
                <a:gd name="connsiteX19" fmla="*/ 168494 w 206922"/>
                <a:gd name="connsiteY19" fmla="*/ 50992 h 206183"/>
                <a:gd name="connsiteX20" fmla="*/ 184752 w 206922"/>
                <a:gd name="connsiteY20" fmla="*/ 42862 h 206183"/>
                <a:gd name="connsiteX21" fmla="*/ 188447 w 206922"/>
                <a:gd name="connsiteY21" fmla="*/ 43601 h 206183"/>
                <a:gd name="connsiteX22" fmla="*/ 197315 w 206922"/>
                <a:gd name="connsiteY22" fmla="*/ 59121 h 206183"/>
                <a:gd name="connsiteX23" fmla="*/ 196577 w 206922"/>
                <a:gd name="connsiteY23" fmla="*/ 62816 h 206183"/>
                <a:gd name="connsiteX24" fmla="*/ 181057 w 206922"/>
                <a:gd name="connsiteY24" fmla="*/ 73162 h 206183"/>
                <a:gd name="connsiteX25" fmla="*/ 185491 w 206922"/>
                <a:gd name="connsiteY25" fmla="*/ 90159 h 206183"/>
                <a:gd name="connsiteX26" fmla="*/ 203967 w 206922"/>
                <a:gd name="connsiteY26" fmla="*/ 91637 h 206183"/>
                <a:gd name="connsiteX27" fmla="*/ 206922 w 206922"/>
                <a:gd name="connsiteY27" fmla="*/ 94593 h 206183"/>
                <a:gd name="connsiteX28" fmla="*/ 206922 w 206922"/>
                <a:gd name="connsiteY28" fmla="*/ 111590 h 206183"/>
                <a:gd name="connsiteX29" fmla="*/ 203967 w 206922"/>
                <a:gd name="connsiteY29" fmla="*/ 114546 h 206183"/>
                <a:gd name="connsiteX30" fmla="*/ 185491 w 206922"/>
                <a:gd name="connsiteY30" fmla="*/ 116024 h 206183"/>
                <a:gd name="connsiteX31" fmla="*/ 181057 w 206922"/>
                <a:gd name="connsiteY31" fmla="*/ 133022 h 206183"/>
                <a:gd name="connsiteX32" fmla="*/ 196577 w 206922"/>
                <a:gd name="connsiteY32" fmla="*/ 143368 h 206183"/>
                <a:gd name="connsiteX33" fmla="*/ 197315 w 206922"/>
                <a:gd name="connsiteY33" fmla="*/ 147063 h 206183"/>
                <a:gd name="connsiteX34" fmla="*/ 188447 w 206922"/>
                <a:gd name="connsiteY34" fmla="*/ 161843 h 206183"/>
                <a:gd name="connsiteX35" fmla="*/ 184752 w 206922"/>
                <a:gd name="connsiteY35" fmla="*/ 163321 h 206183"/>
                <a:gd name="connsiteX36" fmla="*/ 168494 w 206922"/>
                <a:gd name="connsiteY36" fmla="*/ 155192 h 206183"/>
                <a:gd name="connsiteX37" fmla="*/ 155931 w 206922"/>
                <a:gd name="connsiteY37" fmla="*/ 167755 h 206183"/>
                <a:gd name="connsiteX38" fmla="*/ 164060 w 206922"/>
                <a:gd name="connsiteY38" fmla="*/ 184752 h 206183"/>
                <a:gd name="connsiteX39" fmla="*/ 162582 w 206922"/>
                <a:gd name="connsiteY39" fmla="*/ 187708 h 206183"/>
                <a:gd name="connsiteX40" fmla="*/ 147802 w 206922"/>
                <a:gd name="connsiteY40" fmla="*/ 196576 h 206183"/>
                <a:gd name="connsiteX41" fmla="*/ 144107 w 206922"/>
                <a:gd name="connsiteY41" fmla="*/ 195837 h 206183"/>
                <a:gd name="connsiteX42" fmla="*/ 133761 w 206922"/>
                <a:gd name="connsiteY42" fmla="*/ 180318 h 206183"/>
                <a:gd name="connsiteX43" fmla="*/ 116764 w 206922"/>
                <a:gd name="connsiteY43" fmla="*/ 184752 h 206183"/>
                <a:gd name="connsiteX44" fmla="*/ 115286 w 206922"/>
                <a:gd name="connsiteY44" fmla="*/ 203966 h 206183"/>
                <a:gd name="connsiteX45" fmla="*/ 112329 w 206922"/>
                <a:gd name="connsiteY45" fmla="*/ 206183 h 206183"/>
                <a:gd name="connsiteX46" fmla="*/ 94593 w 206922"/>
                <a:gd name="connsiteY46" fmla="*/ 206183 h 206183"/>
                <a:gd name="connsiteX47" fmla="*/ 92376 w 206922"/>
                <a:gd name="connsiteY47" fmla="*/ 203966 h 206183"/>
                <a:gd name="connsiteX48" fmla="*/ 90898 w 206922"/>
                <a:gd name="connsiteY48" fmla="*/ 185491 h 206183"/>
                <a:gd name="connsiteX49" fmla="*/ 73901 w 206922"/>
                <a:gd name="connsiteY49" fmla="*/ 180318 h 206183"/>
                <a:gd name="connsiteX50" fmla="*/ 62816 w 206922"/>
                <a:gd name="connsiteY50" fmla="*/ 195837 h 206183"/>
                <a:gd name="connsiteX51" fmla="*/ 59860 w 206922"/>
                <a:gd name="connsiteY51" fmla="*/ 196576 h 206183"/>
                <a:gd name="connsiteX52" fmla="*/ 44341 w 206922"/>
                <a:gd name="connsiteY52" fmla="*/ 187708 h 206183"/>
                <a:gd name="connsiteX53" fmla="*/ 43602 w 206922"/>
                <a:gd name="connsiteY53" fmla="*/ 184752 h 206183"/>
                <a:gd name="connsiteX54" fmla="*/ 50992 w 206922"/>
                <a:gd name="connsiteY54" fmla="*/ 167755 h 206183"/>
                <a:gd name="connsiteX55" fmla="*/ 39168 w 206922"/>
                <a:gd name="connsiteY55" fmla="*/ 155192 h 206183"/>
                <a:gd name="connsiteX56" fmla="*/ 22170 w 206922"/>
                <a:gd name="connsiteY56" fmla="*/ 163321 h 206183"/>
                <a:gd name="connsiteX57" fmla="*/ 18475 w 206922"/>
                <a:gd name="connsiteY57" fmla="*/ 161843 h 206183"/>
                <a:gd name="connsiteX58" fmla="*/ 9607 w 206922"/>
                <a:gd name="connsiteY58" fmla="*/ 147063 h 206183"/>
                <a:gd name="connsiteX59" fmla="*/ 10346 w 206922"/>
                <a:gd name="connsiteY59" fmla="*/ 143368 h 206183"/>
                <a:gd name="connsiteX60" fmla="*/ 25865 w 206922"/>
                <a:gd name="connsiteY60" fmla="*/ 133022 h 206183"/>
                <a:gd name="connsiteX61" fmla="*/ 21431 w 206922"/>
                <a:gd name="connsiteY61" fmla="*/ 116024 h 206183"/>
                <a:gd name="connsiteX62" fmla="*/ 2956 w 206922"/>
                <a:gd name="connsiteY62" fmla="*/ 114546 h 206183"/>
                <a:gd name="connsiteX63" fmla="*/ 0 w 206922"/>
                <a:gd name="connsiteY63" fmla="*/ 111590 h 206183"/>
                <a:gd name="connsiteX64" fmla="*/ 0 w 206922"/>
                <a:gd name="connsiteY64" fmla="*/ 94593 h 206183"/>
                <a:gd name="connsiteX65" fmla="*/ 2956 w 206922"/>
                <a:gd name="connsiteY65" fmla="*/ 91637 h 206183"/>
                <a:gd name="connsiteX66" fmla="*/ 21431 w 206922"/>
                <a:gd name="connsiteY66" fmla="*/ 90159 h 206183"/>
                <a:gd name="connsiteX67" fmla="*/ 25865 w 206922"/>
                <a:gd name="connsiteY67" fmla="*/ 73162 h 206183"/>
                <a:gd name="connsiteX68" fmla="*/ 10346 w 206922"/>
                <a:gd name="connsiteY68" fmla="*/ 62816 h 206183"/>
                <a:gd name="connsiteX69" fmla="*/ 9607 w 206922"/>
                <a:gd name="connsiteY69" fmla="*/ 59121 h 206183"/>
                <a:gd name="connsiteX70" fmla="*/ 18475 w 206922"/>
                <a:gd name="connsiteY70" fmla="*/ 43601 h 206183"/>
                <a:gd name="connsiteX71" fmla="*/ 22170 w 206922"/>
                <a:gd name="connsiteY71" fmla="*/ 42862 h 206183"/>
                <a:gd name="connsiteX72" fmla="*/ 73162 w 206922"/>
                <a:gd name="connsiteY72" fmla="*/ 84986 h 206183"/>
                <a:gd name="connsiteX73" fmla="*/ 85725 w 206922"/>
                <a:gd name="connsiteY73" fmla="*/ 133761 h 206183"/>
                <a:gd name="connsiteX74" fmla="*/ 134500 w 206922"/>
                <a:gd name="connsiteY74" fmla="*/ 121197 h 206183"/>
                <a:gd name="connsiteX75" fmla="*/ 121936 w 206922"/>
                <a:gd name="connsiteY75" fmla="*/ 72423 h 206183"/>
                <a:gd name="connsiteX76" fmla="*/ 73162 w 206922"/>
                <a:gd name="connsiteY76" fmla="*/ 84986 h 20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206922" h="206183">
                  <a:moveTo>
                    <a:pt x="39168" y="50992"/>
                  </a:moveTo>
                  <a:cubicBezTo>
                    <a:pt x="42619" y="46062"/>
                    <a:pt x="46558" y="41880"/>
                    <a:pt x="50992" y="38429"/>
                  </a:cubicBezTo>
                  <a:lnTo>
                    <a:pt x="43602" y="21431"/>
                  </a:lnTo>
                  <a:cubicBezTo>
                    <a:pt x="42863" y="19953"/>
                    <a:pt x="42863" y="18475"/>
                    <a:pt x="44341" y="17736"/>
                  </a:cubicBezTo>
                  <a:lnTo>
                    <a:pt x="59860" y="8868"/>
                  </a:lnTo>
                  <a:cubicBezTo>
                    <a:pt x="60599" y="8129"/>
                    <a:pt x="62077" y="8868"/>
                    <a:pt x="62816" y="10346"/>
                  </a:cubicBezTo>
                  <a:lnTo>
                    <a:pt x="73901" y="25126"/>
                  </a:lnTo>
                  <a:cubicBezTo>
                    <a:pt x="79318" y="23153"/>
                    <a:pt x="84986" y="21675"/>
                    <a:pt x="90898" y="20692"/>
                  </a:cubicBezTo>
                  <a:lnTo>
                    <a:pt x="92376" y="2217"/>
                  </a:lnTo>
                  <a:cubicBezTo>
                    <a:pt x="92376" y="739"/>
                    <a:pt x="93115" y="0"/>
                    <a:pt x="94593" y="0"/>
                  </a:cubicBezTo>
                  <a:lnTo>
                    <a:pt x="112329" y="0"/>
                  </a:lnTo>
                  <a:cubicBezTo>
                    <a:pt x="113808" y="0"/>
                    <a:pt x="115286" y="739"/>
                    <a:pt x="115286" y="2217"/>
                  </a:cubicBezTo>
                  <a:lnTo>
                    <a:pt x="116764" y="20692"/>
                  </a:lnTo>
                  <a:cubicBezTo>
                    <a:pt x="122180" y="21675"/>
                    <a:pt x="127849" y="23153"/>
                    <a:pt x="133761" y="25126"/>
                  </a:cubicBezTo>
                  <a:lnTo>
                    <a:pt x="144107" y="10346"/>
                  </a:lnTo>
                  <a:cubicBezTo>
                    <a:pt x="144846" y="8868"/>
                    <a:pt x="146324" y="8129"/>
                    <a:pt x="147802" y="8868"/>
                  </a:cubicBezTo>
                  <a:lnTo>
                    <a:pt x="162582" y="17736"/>
                  </a:lnTo>
                  <a:cubicBezTo>
                    <a:pt x="164060" y="18475"/>
                    <a:pt x="164799" y="19953"/>
                    <a:pt x="164060" y="21431"/>
                  </a:cubicBezTo>
                  <a:lnTo>
                    <a:pt x="155931" y="38429"/>
                  </a:lnTo>
                  <a:cubicBezTo>
                    <a:pt x="160365" y="41880"/>
                    <a:pt x="164555" y="46062"/>
                    <a:pt x="168494" y="50992"/>
                  </a:cubicBezTo>
                  <a:lnTo>
                    <a:pt x="184752" y="42862"/>
                  </a:lnTo>
                  <a:cubicBezTo>
                    <a:pt x="186230" y="42124"/>
                    <a:pt x="187708" y="42862"/>
                    <a:pt x="188447" y="43601"/>
                  </a:cubicBezTo>
                  <a:lnTo>
                    <a:pt x="197315" y="59121"/>
                  </a:lnTo>
                  <a:cubicBezTo>
                    <a:pt x="198055" y="59860"/>
                    <a:pt x="198055" y="62077"/>
                    <a:pt x="196577" y="62816"/>
                  </a:cubicBezTo>
                  <a:lnTo>
                    <a:pt x="181057" y="73162"/>
                  </a:lnTo>
                  <a:cubicBezTo>
                    <a:pt x="183030" y="78579"/>
                    <a:pt x="184509" y="84247"/>
                    <a:pt x="185491" y="90159"/>
                  </a:cubicBezTo>
                  <a:lnTo>
                    <a:pt x="203967" y="91637"/>
                  </a:lnTo>
                  <a:cubicBezTo>
                    <a:pt x="205445" y="91637"/>
                    <a:pt x="206922" y="93115"/>
                    <a:pt x="206922" y="94593"/>
                  </a:cubicBezTo>
                  <a:lnTo>
                    <a:pt x="206922" y="111590"/>
                  </a:lnTo>
                  <a:cubicBezTo>
                    <a:pt x="206922" y="113068"/>
                    <a:pt x="205445" y="114546"/>
                    <a:pt x="203967" y="114546"/>
                  </a:cubicBezTo>
                  <a:lnTo>
                    <a:pt x="185491" y="116024"/>
                  </a:lnTo>
                  <a:cubicBezTo>
                    <a:pt x="184509" y="121936"/>
                    <a:pt x="183030" y="127605"/>
                    <a:pt x="181057" y="133022"/>
                  </a:cubicBezTo>
                  <a:lnTo>
                    <a:pt x="196577" y="143368"/>
                  </a:lnTo>
                  <a:cubicBezTo>
                    <a:pt x="198055" y="144107"/>
                    <a:pt x="198055" y="145585"/>
                    <a:pt x="197315" y="147063"/>
                  </a:cubicBezTo>
                  <a:lnTo>
                    <a:pt x="188447" y="161843"/>
                  </a:lnTo>
                  <a:cubicBezTo>
                    <a:pt x="187708" y="163321"/>
                    <a:pt x="186230" y="164060"/>
                    <a:pt x="184752" y="163321"/>
                  </a:cubicBezTo>
                  <a:lnTo>
                    <a:pt x="168494" y="155192"/>
                  </a:lnTo>
                  <a:cubicBezTo>
                    <a:pt x="164555" y="159626"/>
                    <a:pt x="160365" y="163816"/>
                    <a:pt x="155931" y="167755"/>
                  </a:cubicBezTo>
                  <a:lnTo>
                    <a:pt x="164060" y="184752"/>
                  </a:lnTo>
                  <a:cubicBezTo>
                    <a:pt x="164799" y="185491"/>
                    <a:pt x="164060" y="186969"/>
                    <a:pt x="162582" y="187708"/>
                  </a:cubicBezTo>
                  <a:lnTo>
                    <a:pt x="147802" y="196576"/>
                  </a:lnTo>
                  <a:cubicBezTo>
                    <a:pt x="146324" y="197315"/>
                    <a:pt x="144846" y="197315"/>
                    <a:pt x="144107" y="195837"/>
                  </a:cubicBezTo>
                  <a:lnTo>
                    <a:pt x="133761" y="180318"/>
                  </a:lnTo>
                  <a:cubicBezTo>
                    <a:pt x="127849" y="182779"/>
                    <a:pt x="122180" y="184257"/>
                    <a:pt x="116764" y="184752"/>
                  </a:cubicBezTo>
                  <a:lnTo>
                    <a:pt x="115286" y="203966"/>
                  </a:lnTo>
                  <a:cubicBezTo>
                    <a:pt x="115286" y="205444"/>
                    <a:pt x="113808" y="206183"/>
                    <a:pt x="112329" y="206183"/>
                  </a:cubicBezTo>
                  <a:lnTo>
                    <a:pt x="94593" y="206183"/>
                  </a:lnTo>
                  <a:cubicBezTo>
                    <a:pt x="93115" y="206183"/>
                    <a:pt x="92376" y="205444"/>
                    <a:pt x="92376" y="203966"/>
                  </a:cubicBezTo>
                  <a:lnTo>
                    <a:pt x="90898" y="185491"/>
                  </a:lnTo>
                  <a:cubicBezTo>
                    <a:pt x="84986" y="184508"/>
                    <a:pt x="79318" y="182779"/>
                    <a:pt x="73901" y="180318"/>
                  </a:cubicBezTo>
                  <a:lnTo>
                    <a:pt x="62816" y="195837"/>
                  </a:lnTo>
                  <a:cubicBezTo>
                    <a:pt x="62077" y="197315"/>
                    <a:pt x="60599" y="197315"/>
                    <a:pt x="59860" y="196576"/>
                  </a:cubicBezTo>
                  <a:lnTo>
                    <a:pt x="44341" y="187708"/>
                  </a:lnTo>
                  <a:cubicBezTo>
                    <a:pt x="42863" y="186969"/>
                    <a:pt x="42863" y="185491"/>
                    <a:pt x="43602" y="184752"/>
                  </a:cubicBezTo>
                  <a:lnTo>
                    <a:pt x="50992" y="167755"/>
                  </a:lnTo>
                  <a:cubicBezTo>
                    <a:pt x="46558" y="163816"/>
                    <a:pt x="42619" y="159626"/>
                    <a:pt x="39168" y="155192"/>
                  </a:cubicBezTo>
                  <a:lnTo>
                    <a:pt x="22170" y="163321"/>
                  </a:lnTo>
                  <a:cubicBezTo>
                    <a:pt x="20693" y="164060"/>
                    <a:pt x="19214" y="163321"/>
                    <a:pt x="18475" y="161843"/>
                  </a:cubicBezTo>
                  <a:lnTo>
                    <a:pt x="9607" y="147063"/>
                  </a:lnTo>
                  <a:cubicBezTo>
                    <a:pt x="8868" y="145585"/>
                    <a:pt x="9607" y="144107"/>
                    <a:pt x="10346" y="143368"/>
                  </a:cubicBezTo>
                  <a:lnTo>
                    <a:pt x="25865" y="133022"/>
                  </a:lnTo>
                  <a:cubicBezTo>
                    <a:pt x="23892" y="127605"/>
                    <a:pt x="22414" y="121936"/>
                    <a:pt x="21431" y="116024"/>
                  </a:cubicBezTo>
                  <a:lnTo>
                    <a:pt x="2956" y="114546"/>
                  </a:lnTo>
                  <a:cubicBezTo>
                    <a:pt x="1478" y="114546"/>
                    <a:pt x="0" y="113068"/>
                    <a:pt x="0" y="111590"/>
                  </a:cubicBezTo>
                  <a:lnTo>
                    <a:pt x="0" y="94593"/>
                  </a:lnTo>
                  <a:cubicBezTo>
                    <a:pt x="0" y="93115"/>
                    <a:pt x="1478" y="91637"/>
                    <a:pt x="2956" y="91637"/>
                  </a:cubicBezTo>
                  <a:lnTo>
                    <a:pt x="21431" y="90159"/>
                  </a:lnTo>
                  <a:cubicBezTo>
                    <a:pt x="22414" y="84247"/>
                    <a:pt x="23892" y="78579"/>
                    <a:pt x="25865" y="73162"/>
                  </a:cubicBezTo>
                  <a:lnTo>
                    <a:pt x="10346" y="62816"/>
                  </a:lnTo>
                  <a:cubicBezTo>
                    <a:pt x="9607" y="62077"/>
                    <a:pt x="8868" y="59860"/>
                    <a:pt x="9607" y="59121"/>
                  </a:cubicBezTo>
                  <a:lnTo>
                    <a:pt x="18475" y="43601"/>
                  </a:lnTo>
                  <a:cubicBezTo>
                    <a:pt x="19214" y="42862"/>
                    <a:pt x="20693" y="42124"/>
                    <a:pt x="22170" y="42862"/>
                  </a:cubicBezTo>
                  <a:close/>
                  <a:moveTo>
                    <a:pt x="73162" y="84986"/>
                  </a:moveTo>
                  <a:cubicBezTo>
                    <a:pt x="62816" y="101983"/>
                    <a:pt x="68728" y="124153"/>
                    <a:pt x="85725" y="133761"/>
                  </a:cubicBezTo>
                  <a:cubicBezTo>
                    <a:pt x="102722" y="144107"/>
                    <a:pt x="124893" y="138195"/>
                    <a:pt x="134500" y="121197"/>
                  </a:cubicBezTo>
                  <a:cubicBezTo>
                    <a:pt x="144846" y="103461"/>
                    <a:pt x="138934" y="82030"/>
                    <a:pt x="121936" y="72423"/>
                  </a:cubicBezTo>
                  <a:cubicBezTo>
                    <a:pt x="104939" y="62077"/>
                    <a:pt x="82769" y="67989"/>
                    <a:pt x="73162" y="84986"/>
                  </a:cubicBezTo>
                  <a:close/>
                </a:path>
              </a:pathLst>
            </a:custGeom>
            <a:solidFill>
              <a:srgbClr val="1369B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9F21EEF-71CA-90F7-6DF6-0661CA5F6DE0}"/>
                </a:ext>
              </a:extLst>
            </p:cNvPr>
            <p:cNvSpPr/>
            <p:nvPr/>
          </p:nvSpPr>
          <p:spPr>
            <a:xfrm>
              <a:off x="5208569" y="4507795"/>
              <a:ext cx="205444" cy="204705"/>
            </a:xfrm>
            <a:custGeom>
              <a:avLst/>
              <a:gdLst>
                <a:gd name="connsiteX0" fmla="*/ 115285 w 205444"/>
                <a:gd name="connsiteY0" fmla="*/ 20692 h 204705"/>
                <a:gd name="connsiteX1" fmla="*/ 133022 w 205444"/>
                <a:gd name="connsiteY1" fmla="*/ 25126 h 204705"/>
                <a:gd name="connsiteX2" fmla="*/ 144107 w 205444"/>
                <a:gd name="connsiteY2" fmla="*/ 9607 h 204705"/>
                <a:gd name="connsiteX3" fmla="*/ 146324 w 205444"/>
                <a:gd name="connsiteY3" fmla="*/ 8868 h 204705"/>
                <a:gd name="connsiteX4" fmla="*/ 161843 w 205444"/>
                <a:gd name="connsiteY4" fmla="*/ 17736 h 204705"/>
                <a:gd name="connsiteX5" fmla="*/ 162582 w 205444"/>
                <a:gd name="connsiteY5" fmla="*/ 20692 h 204705"/>
                <a:gd name="connsiteX6" fmla="*/ 154453 w 205444"/>
                <a:gd name="connsiteY6" fmla="*/ 37689 h 204705"/>
                <a:gd name="connsiteX7" fmla="*/ 167016 w 205444"/>
                <a:gd name="connsiteY7" fmla="*/ 50992 h 204705"/>
                <a:gd name="connsiteX8" fmla="*/ 184752 w 205444"/>
                <a:gd name="connsiteY8" fmla="*/ 42862 h 204705"/>
                <a:gd name="connsiteX9" fmla="*/ 186969 w 205444"/>
                <a:gd name="connsiteY9" fmla="*/ 43601 h 204705"/>
                <a:gd name="connsiteX10" fmla="*/ 195837 w 205444"/>
                <a:gd name="connsiteY10" fmla="*/ 58382 h 204705"/>
                <a:gd name="connsiteX11" fmla="*/ 195098 w 205444"/>
                <a:gd name="connsiteY11" fmla="*/ 61338 h 204705"/>
                <a:gd name="connsiteX12" fmla="*/ 179579 w 205444"/>
                <a:gd name="connsiteY12" fmla="*/ 72423 h 204705"/>
                <a:gd name="connsiteX13" fmla="*/ 184013 w 205444"/>
                <a:gd name="connsiteY13" fmla="*/ 90159 h 204705"/>
                <a:gd name="connsiteX14" fmla="*/ 203227 w 205444"/>
                <a:gd name="connsiteY14" fmla="*/ 91637 h 204705"/>
                <a:gd name="connsiteX15" fmla="*/ 205444 w 205444"/>
                <a:gd name="connsiteY15" fmla="*/ 93854 h 204705"/>
                <a:gd name="connsiteX16" fmla="*/ 205444 w 205444"/>
                <a:gd name="connsiteY16" fmla="*/ 110851 h 204705"/>
                <a:gd name="connsiteX17" fmla="*/ 203227 w 205444"/>
                <a:gd name="connsiteY17" fmla="*/ 113068 h 204705"/>
                <a:gd name="connsiteX18" fmla="*/ 184013 w 205444"/>
                <a:gd name="connsiteY18" fmla="*/ 114546 h 204705"/>
                <a:gd name="connsiteX19" fmla="*/ 179579 w 205444"/>
                <a:gd name="connsiteY19" fmla="*/ 132283 h 204705"/>
                <a:gd name="connsiteX20" fmla="*/ 195098 w 205444"/>
                <a:gd name="connsiteY20" fmla="*/ 143368 h 204705"/>
                <a:gd name="connsiteX21" fmla="*/ 195837 w 205444"/>
                <a:gd name="connsiteY21" fmla="*/ 145585 h 204705"/>
                <a:gd name="connsiteX22" fmla="*/ 186969 w 205444"/>
                <a:gd name="connsiteY22" fmla="*/ 161104 h 204705"/>
                <a:gd name="connsiteX23" fmla="*/ 184752 w 205444"/>
                <a:gd name="connsiteY23" fmla="*/ 161843 h 204705"/>
                <a:gd name="connsiteX24" fmla="*/ 167016 w 205444"/>
                <a:gd name="connsiteY24" fmla="*/ 153714 h 204705"/>
                <a:gd name="connsiteX25" fmla="*/ 154453 w 205444"/>
                <a:gd name="connsiteY25" fmla="*/ 167016 h 204705"/>
                <a:gd name="connsiteX26" fmla="*/ 162582 w 205444"/>
                <a:gd name="connsiteY26" fmla="*/ 184013 h 204705"/>
                <a:gd name="connsiteX27" fmla="*/ 161843 w 205444"/>
                <a:gd name="connsiteY27" fmla="*/ 186969 h 204705"/>
                <a:gd name="connsiteX28" fmla="*/ 146324 w 205444"/>
                <a:gd name="connsiteY28" fmla="*/ 195098 h 204705"/>
                <a:gd name="connsiteX29" fmla="*/ 144107 w 205444"/>
                <a:gd name="connsiteY29" fmla="*/ 195098 h 204705"/>
                <a:gd name="connsiteX30" fmla="*/ 133022 w 205444"/>
                <a:gd name="connsiteY30" fmla="*/ 178840 h 204705"/>
                <a:gd name="connsiteX31" fmla="*/ 115285 w 205444"/>
                <a:gd name="connsiteY31" fmla="*/ 184013 h 204705"/>
                <a:gd name="connsiteX32" fmla="*/ 113807 w 205444"/>
                <a:gd name="connsiteY32" fmla="*/ 203227 h 204705"/>
                <a:gd name="connsiteX33" fmla="*/ 111590 w 205444"/>
                <a:gd name="connsiteY33" fmla="*/ 204705 h 204705"/>
                <a:gd name="connsiteX34" fmla="*/ 93854 w 205444"/>
                <a:gd name="connsiteY34" fmla="*/ 204705 h 204705"/>
                <a:gd name="connsiteX35" fmla="*/ 92376 w 205444"/>
                <a:gd name="connsiteY35" fmla="*/ 203227 h 204705"/>
                <a:gd name="connsiteX36" fmla="*/ 90159 w 205444"/>
                <a:gd name="connsiteY36" fmla="*/ 184013 h 204705"/>
                <a:gd name="connsiteX37" fmla="*/ 72423 w 205444"/>
                <a:gd name="connsiteY37" fmla="*/ 178840 h 204705"/>
                <a:gd name="connsiteX38" fmla="*/ 62076 w 205444"/>
                <a:gd name="connsiteY38" fmla="*/ 195098 h 204705"/>
                <a:gd name="connsiteX39" fmla="*/ 59121 w 205444"/>
                <a:gd name="connsiteY39" fmla="*/ 195098 h 204705"/>
                <a:gd name="connsiteX40" fmla="*/ 44341 w 205444"/>
                <a:gd name="connsiteY40" fmla="*/ 186969 h 204705"/>
                <a:gd name="connsiteX41" fmla="*/ 42862 w 205444"/>
                <a:gd name="connsiteY41" fmla="*/ 184013 h 204705"/>
                <a:gd name="connsiteX42" fmla="*/ 51731 w 205444"/>
                <a:gd name="connsiteY42" fmla="*/ 167016 h 204705"/>
                <a:gd name="connsiteX43" fmla="*/ 38429 w 205444"/>
                <a:gd name="connsiteY43" fmla="*/ 153714 h 204705"/>
                <a:gd name="connsiteX44" fmla="*/ 20692 w 205444"/>
                <a:gd name="connsiteY44" fmla="*/ 161843 h 204705"/>
                <a:gd name="connsiteX45" fmla="*/ 18475 w 205444"/>
                <a:gd name="connsiteY45" fmla="*/ 161104 h 204705"/>
                <a:gd name="connsiteX46" fmla="*/ 9607 w 205444"/>
                <a:gd name="connsiteY46" fmla="*/ 145585 h 204705"/>
                <a:gd name="connsiteX47" fmla="*/ 10346 w 205444"/>
                <a:gd name="connsiteY47" fmla="*/ 143368 h 204705"/>
                <a:gd name="connsiteX48" fmla="*/ 25865 w 205444"/>
                <a:gd name="connsiteY48" fmla="*/ 132283 h 204705"/>
                <a:gd name="connsiteX49" fmla="*/ 21431 w 205444"/>
                <a:gd name="connsiteY49" fmla="*/ 114546 h 204705"/>
                <a:gd name="connsiteX50" fmla="*/ 2217 w 205444"/>
                <a:gd name="connsiteY50" fmla="*/ 113068 h 204705"/>
                <a:gd name="connsiteX51" fmla="*/ 0 w 205444"/>
                <a:gd name="connsiteY51" fmla="*/ 110851 h 204705"/>
                <a:gd name="connsiteX52" fmla="*/ 0 w 205444"/>
                <a:gd name="connsiteY52" fmla="*/ 93854 h 204705"/>
                <a:gd name="connsiteX53" fmla="*/ 2217 w 205444"/>
                <a:gd name="connsiteY53" fmla="*/ 91637 h 204705"/>
                <a:gd name="connsiteX54" fmla="*/ 21431 w 205444"/>
                <a:gd name="connsiteY54" fmla="*/ 90159 h 204705"/>
                <a:gd name="connsiteX55" fmla="*/ 25865 w 205444"/>
                <a:gd name="connsiteY55" fmla="*/ 72423 h 204705"/>
                <a:gd name="connsiteX56" fmla="*/ 10346 w 205444"/>
                <a:gd name="connsiteY56" fmla="*/ 61338 h 204705"/>
                <a:gd name="connsiteX57" fmla="*/ 9607 w 205444"/>
                <a:gd name="connsiteY57" fmla="*/ 58382 h 204705"/>
                <a:gd name="connsiteX58" fmla="*/ 18475 w 205444"/>
                <a:gd name="connsiteY58" fmla="*/ 43601 h 204705"/>
                <a:gd name="connsiteX59" fmla="*/ 20692 w 205444"/>
                <a:gd name="connsiteY59" fmla="*/ 42862 h 204705"/>
                <a:gd name="connsiteX60" fmla="*/ 38429 w 205444"/>
                <a:gd name="connsiteY60" fmla="*/ 50992 h 204705"/>
                <a:gd name="connsiteX61" fmla="*/ 51731 w 205444"/>
                <a:gd name="connsiteY61" fmla="*/ 37689 h 204705"/>
                <a:gd name="connsiteX62" fmla="*/ 42862 w 205444"/>
                <a:gd name="connsiteY62" fmla="*/ 20692 h 204705"/>
                <a:gd name="connsiteX63" fmla="*/ 44341 w 205444"/>
                <a:gd name="connsiteY63" fmla="*/ 17736 h 204705"/>
                <a:gd name="connsiteX64" fmla="*/ 59121 w 205444"/>
                <a:gd name="connsiteY64" fmla="*/ 8868 h 204705"/>
                <a:gd name="connsiteX65" fmla="*/ 62076 w 205444"/>
                <a:gd name="connsiteY65" fmla="*/ 9607 h 204705"/>
                <a:gd name="connsiteX66" fmla="*/ 72423 w 205444"/>
                <a:gd name="connsiteY66" fmla="*/ 25126 h 204705"/>
                <a:gd name="connsiteX67" fmla="*/ 90159 w 205444"/>
                <a:gd name="connsiteY67" fmla="*/ 20692 h 204705"/>
                <a:gd name="connsiteX68" fmla="*/ 92376 w 205444"/>
                <a:gd name="connsiteY68" fmla="*/ 1478 h 204705"/>
                <a:gd name="connsiteX69" fmla="*/ 93854 w 205444"/>
                <a:gd name="connsiteY69" fmla="*/ 0 h 204705"/>
                <a:gd name="connsiteX70" fmla="*/ 111590 w 205444"/>
                <a:gd name="connsiteY70" fmla="*/ 0 h 204705"/>
                <a:gd name="connsiteX71" fmla="*/ 113807 w 205444"/>
                <a:gd name="connsiteY71" fmla="*/ 1478 h 204705"/>
                <a:gd name="connsiteX72" fmla="*/ 66511 w 205444"/>
                <a:gd name="connsiteY72" fmla="*/ 101983 h 204705"/>
                <a:gd name="connsiteX73" fmla="*/ 102722 w 205444"/>
                <a:gd name="connsiteY73" fmla="*/ 138934 h 204705"/>
                <a:gd name="connsiteX74" fmla="*/ 138934 w 205444"/>
                <a:gd name="connsiteY74" fmla="*/ 101983 h 204705"/>
                <a:gd name="connsiteX75" fmla="*/ 102722 w 205444"/>
                <a:gd name="connsiteY75" fmla="*/ 65772 h 204705"/>
                <a:gd name="connsiteX76" fmla="*/ 66511 w 205444"/>
                <a:gd name="connsiteY76" fmla="*/ 101983 h 204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205444" h="204705">
                  <a:moveTo>
                    <a:pt x="115285" y="20692"/>
                  </a:moveTo>
                  <a:cubicBezTo>
                    <a:pt x="121197" y="21675"/>
                    <a:pt x="127110" y="23153"/>
                    <a:pt x="133022" y="25126"/>
                  </a:cubicBezTo>
                  <a:lnTo>
                    <a:pt x="144107" y="9607"/>
                  </a:lnTo>
                  <a:cubicBezTo>
                    <a:pt x="144107" y="8868"/>
                    <a:pt x="145585" y="8868"/>
                    <a:pt x="146324" y="8868"/>
                  </a:cubicBezTo>
                  <a:lnTo>
                    <a:pt x="161843" y="17736"/>
                  </a:lnTo>
                  <a:cubicBezTo>
                    <a:pt x="162582" y="18475"/>
                    <a:pt x="162582" y="19214"/>
                    <a:pt x="162582" y="20692"/>
                  </a:cubicBezTo>
                  <a:lnTo>
                    <a:pt x="154453" y="37689"/>
                  </a:lnTo>
                  <a:cubicBezTo>
                    <a:pt x="159382" y="41628"/>
                    <a:pt x="163565" y="46062"/>
                    <a:pt x="167016" y="50992"/>
                  </a:cubicBezTo>
                  <a:lnTo>
                    <a:pt x="184752" y="42862"/>
                  </a:lnTo>
                  <a:cubicBezTo>
                    <a:pt x="185491" y="42123"/>
                    <a:pt x="186969" y="42123"/>
                    <a:pt x="186969" y="43601"/>
                  </a:cubicBezTo>
                  <a:lnTo>
                    <a:pt x="195837" y="58382"/>
                  </a:lnTo>
                  <a:cubicBezTo>
                    <a:pt x="196576" y="59121"/>
                    <a:pt x="196576" y="60599"/>
                    <a:pt x="195098" y="61338"/>
                  </a:cubicBezTo>
                  <a:lnTo>
                    <a:pt x="179579" y="72423"/>
                  </a:lnTo>
                  <a:cubicBezTo>
                    <a:pt x="182040" y="77840"/>
                    <a:pt x="183518" y="83752"/>
                    <a:pt x="184013" y="90159"/>
                  </a:cubicBezTo>
                  <a:lnTo>
                    <a:pt x="203227" y="91637"/>
                  </a:lnTo>
                  <a:cubicBezTo>
                    <a:pt x="204705" y="91637"/>
                    <a:pt x="205444" y="92376"/>
                    <a:pt x="205444" y="93854"/>
                  </a:cubicBezTo>
                  <a:lnTo>
                    <a:pt x="205444" y="110851"/>
                  </a:lnTo>
                  <a:cubicBezTo>
                    <a:pt x="205444" y="112329"/>
                    <a:pt x="204705" y="113068"/>
                    <a:pt x="203227" y="113068"/>
                  </a:cubicBezTo>
                  <a:lnTo>
                    <a:pt x="184013" y="114546"/>
                  </a:lnTo>
                  <a:cubicBezTo>
                    <a:pt x="183518" y="120954"/>
                    <a:pt x="182040" y="126866"/>
                    <a:pt x="179579" y="132283"/>
                  </a:cubicBezTo>
                  <a:lnTo>
                    <a:pt x="195098" y="143368"/>
                  </a:lnTo>
                  <a:cubicBezTo>
                    <a:pt x="196576" y="144107"/>
                    <a:pt x="196576" y="144846"/>
                    <a:pt x="195837" y="145585"/>
                  </a:cubicBezTo>
                  <a:lnTo>
                    <a:pt x="186969" y="161104"/>
                  </a:lnTo>
                  <a:cubicBezTo>
                    <a:pt x="186969" y="161843"/>
                    <a:pt x="185491" y="162582"/>
                    <a:pt x="184752" y="161843"/>
                  </a:cubicBezTo>
                  <a:lnTo>
                    <a:pt x="167016" y="153714"/>
                  </a:lnTo>
                  <a:cubicBezTo>
                    <a:pt x="163077" y="158643"/>
                    <a:pt x="158887" y="163077"/>
                    <a:pt x="154453" y="167016"/>
                  </a:cubicBezTo>
                  <a:lnTo>
                    <a:pt x="162582" y="184013"/>
                  </a:lnTo>
                  <a:cubicBezTo>
                    <a:pt x="162582" y="184752"/>
                    <a:pt x="162582" y="186230"/>
                    <a:pt x="161843" y="186969"/>
                  </a:cubicBezTo>
                  <a:lnTo>
                    <a:pt x="146324" y="195098"/>
                  </a:lnTo>
                  <a:cubicBezTo>
                    <a:pt x="145585" y="195837"/>
                    <a:pt x="144107" y="195837"/>
                    <a:pt x="144107" y="195098"/>
                  </a:cubicBezTo>
                  <a:lnTo>
                    <a:pt x="133022" y="178840"/>
                  </a:lnTo>
                  <a:cubicBezTo>
                    <a:pt x="127110" y="181301"/>
                    <a:pt x="121197" y="183030"/>
                    <a:pt x="115285" y="184013"/>
                  </a:cubicBezTo>
                  <a:lnTo>
                    <a:pt x="113807" y="203227"/>
                  </a:lnTo>
                  <a:cubicBezTo>
                    <a:pt x="113807" y="203966"/>
                    <a:pt x="112329" y="204705"/>
                    <a:pt x="111590" y="204705"/>
                  </a:cubicBezTo>
                  <a:lnTo>
                    <a:pt x="93854" y="204705"/>
                  </a:lnTo>
                  <a:cubicBezTo>
                    <a:pt x="93115" y="204705"/>
                    <a:pt x="92376" y="203966"/>
                    <a:pt x="92376" y="203227"/>
                  </a:cubicBezTo>
                  <a:lnTo>
                    <a:pt x="90159" y="184013"/>
                  </a:lnTo>
                  <a:cubicBezTo>
                    <a:pt x="84247" y="183030"/>
                    <a:pt x="78335" y="181301"/>
                    <a:pt x="72423" y="178840"/>
                  </a:cubicBezTo>
                  <a:lnTo>
                    <a:pt x="62076" y="195098"/>
                  </a:lnTo>
                  <a:cubicBezTo>
                    <a:pt x="61338" y="195837"/>
                    <a:pt x="59860" y="195837"/>
                    <a:pt x="59121" y="195098"/>
                  </a:cubicBezTo>
                  <a:lnTo>
                    <a:pt x="44341" y="186969"/>
                  </a:lnTo>
                  <a:cubicBezTo>
                    <a:pt x="42862" y="186230"/>
                    <a:pt x="42862" y="184752"/>
                    <a:pt x="42862" y="184013"/>
                  </a:cubicBezTo>
                  <a:lnTo>
                    <a:pt x="51731" y="167016"/>
                  </a:lnTo>
                  <a:cubicBezTo>
                    <a:pt x="46801" y="163077"/>
                    <a:pt x="42367" y="158643"/>
                    <a:pt x="38429" y="153714"/>
                  </a:cubicBezTo>
                  <a:lnTo>
                    <a:pt x="20692" y="161843"/>
                  </a:lnTo>
                  <a:cubicBezTo>
                    <a:pt x="19953" y="162582"/>
                    <a:pt x="19214" y="161843"/>
                    <a:pt x="18475" y="161104"/>
                  </a:cubicBezTo>
                  <a:lnTo>
                    <a:pt x="9607" y="145585"/>
                  </a:lnTo>
                  <a:cubicBezTo>
                    <a:pt x="8868" y="144846"/>
                    <a:pt x="9607" y="144107"/>
                    <a:pt x="10346" y="143368"/>
                  </a:cubicBezTo>
                  <a:lnTo>
                    <a:pt x="25865" y="132283"/>
                  </a:lnTo>
                  <a:cubicBezTo>
                    <a:pt x="23892" y="126866"/>
                    <a:pt x="22414" y="120954"/>
                    <a:pt x="21431" y="114546"/>
                  </a:cubicBezTo>
                  <a:lnTo>
                    <a:pt x="2217" y="113068"/>
                  </a:lnTo>
                  <a:cubicBezTo>
                    <a:pt x="739" y="113068"/>
                    <a:pt x="0" y="112329"/>
                    <a:pt x="0" y="110851"/>
                  </a:cubicBezTo>
                  <a:lnTo>
                    <a:pt x="0" y="93854"/>
                  </a:lnTo>
                  <a:cubicBezTo>
                    <a:pt x="0" y="92376"/>
                    <a:pt x="1478" y="91637"/>
                    <a:pt x="2217" y="91637"/>
                  </a:cubicBezTo>
                  <a:lnTo>
                    <a:pt x="21431" y="90159"/>
                  </a:lnTo>
                  <a:cubicBezTo>
                    <a:pt x="22414" y="83752"/>
                    <a:pt x="23892" y="77840"/>
                    <a:pt x="25865" y="72423"/>
                  </a:cubicBezTo>
                  <a:lnTo>
                    <a:pt x="10346" y="61338"/>
                  </a:lnTo>
                  <a:cubicBezTo>
                    <a:pt x="9607" y="60599"/>
                    <a:pt x="8868" y="59121"/>
                    <a:pt x="9607" y="58382"/>
                  </a:cubicBezTo>
                  <a:lnTo>
                    <a:pt x="18475" y="43601"/>
                  </a:lnTo>
                  <a:cubicBezTo>
                    <a:pt x="19214" y="42123"/>
                    <a:pt x="19953" y="42123"/>
                    <a:pt x="20692" y="42862"/>
                  </a:cubicBezTo>
                  <a:lnTo>
                    <a:pt x="38429" y="50992"/>
                  </a:lnTo>
                  <a:cubicBezTo>
                    <a:pt x="42367" y="46062"/>
                    <a:pt x="46801" y="41628"/>
                    <a:pt x="51731" y="37689"/>
                  </a:cubicBezTo>
                  <a:lnTo>
                    <a:pt x="42862" y="20692"/>
                  </a:lnTo>
                  <a:cubicBezTo>
                    <a:pt x="42862" y="19214"/>
                    <a:pt x="42862" y="18475"/>
                    <a:pt x="44341" y="17736"/>
                  </a:cubicBezTo>
                  <a:lnTo>
                    <a:pt x="59121" y="8868"/>
                  </a:lnTo>
                  <a:cubicBezTo>
                    <a:pt x="59860" y="8868"/>
                    <a:pt x="61338" y="8868"/>
                    <a:pt x="62076" y="9607"/>
                  </a:cubicBezTo>
                  <a:lnTo>
                    <a:pt x="72423" y="25126"/>
                  </a:lnTo>
                  <a:cubicBezTo>
                    <a:pt x="78335" y="23153"/>
                    <a:pt x="84247" y="21675"/>
                    <a:pt x="90159" y="20692"/>
                  </a:cubicBezTo>
                  <a:lnTo>
                    <a:pt x="92376" y="1478"/>
                  </a:lnTo>
                  <a:cubicBezTo>
                    <a:pt x="92376" y="739"/>
                    <a:pt x="93115" y="0"/>
                    <a:pt x="93854" y="0"/>
                  </a:cubicBezTo>
                  <a:lnTo>
                    <a:pt x="111590" y="0"/>
                  </a:lnTo>
                  <a:cubicBezTo>
                    <a:pt x="112329" y="0"/>
                    <a:pt x="113807" y="739"/>
                    <a:pt x="113807" y="1478"/>
                  </a:cubicBezTo>
                  <a:close/>
                  <a:moveTo>
                    <a:pt x="66511" y="101983"/>
                  </a:moveTo>
                  <a:cubicBezTo>
                    <a:pt x="66511" y="122675"/>
                    <a:pt x="82769" y="138934"/>
                    <a:pt x="102722" y="138934"/>
                  </a:cubicBezTo>
                  <a:cubicBezTo>
                    <a:pt x="122675" y="138934"/>
                    <a:pt x="138934" y="122675"/>
                    <a:pt x="138934" y="101983"/>
                  </a:cubicBezTo>
                  <a:cubicBezTo>
                    <a:pt x="138934" y="82030"/>
                    <a:pt x="122675" y="65772"/>
                    <a:pt x="102722" y="65772"/>
                  </a:cubicBezTo>
                  <a:cubicBezTo>
                    <a:pt x="82769" y="65772"/>
                    <a:pt x="66511" y="82030"/>
                    <a:pt x="66511" y="101983"/>
                  </a:cubicBezTo>
                  <a:close/>
                </a:path>
              </a:pathLst>
            </a:custGeom>
            <a:solidFill>
              <a:srgbClr val="3091D8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708FB35C-983A-3E82-9103-4809ECA045AA}"/>
                </a:ext>
              </a:extLst>
            </p:cNvPr>
            <p:cNvSpPr/>
            <p:nvPr/>
          </p:nvSpPr>
          <p:spPr>
            <a:xfrm>
              <a:off x="5254688" y="4554295"/>
              <a:ext cx="113564" cy="113923"/>
            </a:xfrm>
            <a:custGeom>
              <a:avLst/>
              <a:gdLst>
                <a:gd name="connsiteX0" fmla="*/ 7829 w 113564"/>
                <a:gd name="connsiteY0" fmla="*/ 28879 h 113923"/>
                <a:gd name="connsiteX1" fmla="*/ 41823 w 113564"/>
                <a:gd name="connsiteY1" fmla="*/ 2275 h 113923"/>
                <a:gd name="connsiteX2" fmla="*/ 85425 w 113564"/>
                <a:gd name="connsiteY2" fmla="*/ 7448 h 113923"/>
                <a:gd name="connsiteX3" fmla="*/ 111290 w 113564"/>
                <a:gd name="connsiteY3" fmla="*/ 42182 h 113923"/>
                <a:gd name="connsiteX4" fmla="*/ 106117 w 113564"/>
                <a:gd name="connsiteY4" fmla="*/ 85044 h 113923"/>
                <a:gd name="connsiteX5" fmla="*/ 71383 w 113564"/>
                <a:gd name="connsiteY5" fmla="*/ 111648 h 113923"/>
                <a:gd name="connsiteX6" fmla="*/ 28521 w 113564"/>
                <a:gd name="connsiteY6" fmla="*/ 106475 h 113923"/>
                <a:gd name="connsiteX7" fmla="*/ 1917 w 113564"/>
                <a:gd name="connsiteY7" fmla="*/ 71742 h 113923"/>
                <a:gd name="connsiteX8" fmla="*/ 7829 w 113564"/>
                <a:gd name="connsiteY8" fmla="*/ 28879 h 113923"/>
                <a:gd name="connsiteX9" fmla="*/ 45518 w 113564"/>
                <a:gd name="connsiteY9" fmla="*/ 15577 h 113923"/>
                <a:gd name="connsiteX10" fmla="*/ 19653 w 113564"/>
                <a:gd name="connsiteY10" fmla="*/ 35531 h 113923"/>
                <a:gd name="connsiteX11" fmla="*/ 15219 w 113564"/>
                <a:gd name="connsiteY11" fmla="*/ 68047 h 113923"/>
                <a:gd name="connsiteX12" fmla="*/ 35172 w 113564"/>
                <a:gd name="connsiteY12" fmla="*/ 93912 h 113923"/>
                <a:gd name="connsiteX13" fmla="*/ 67688 w 113564"/>
                <a:gd name="connsiteY13" fmla="*/ 98346 h 113923"/>
                <a:gd name="connsiteX14" fmla="*/ 93554 w 113564"/>
                <a:gd name="connsiteY14" fmla="*/ 78393 h 113923"/>
                <a:gd name="connsiteX15" fmla="*/ 97988 w 113564"/>
                <a:gd name="connsiteY15" fmla="*/ 45877 h 113923"/>
                <a:gd name="connsiteX16" fmla="*/ 78035 w 113564"/>
                <a:gd name="connsiteY16" fmla="*/ 20011 h 113923"/>
                <a:gd name="connsiteX17" fmla="*/ 45518 w 113564"/>
                <a:gd name="connsiteY17" fmla="*/ 15577 h 113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3564" h="113923">
                  <a:moveTo>
                    <a:pt x="7829" y="28879"/>
                  </a:moveTo>
                  <a:cubicBezTo>
                    <a:pt x="15219" y="15577"/>
                    <a:pt x="27043" y="5970"/>
                    <a:pt x="41823" y="2275"/>
                  </a:cubicBezTo>
                  <a:cubicBezTo>
                    <a:pt x="56603" y="-2159"/>
                    <a:pt x="72123" y="58"/>
                    <a:pt x="85425" y="7448"/>
                  </a:cubicBezTo>
                  <a:cubicBezTo>
                    <a:pt x="97988" y="15577"/>
                    <a:pt x="107595" y="27401"/>
                    <a:pt x="111290" y="42182"/>
                  </a:cubicBezTo>
                  <a:cubicBezTo>
                    <a:pt x="115724" y="56962"/>
                    <a:pt x="113507" y="72481"/>
                    <a:pt x="106117" y="85044"/>
                  </a:cubicBezTo>
                  <a:cubicBezTo>
                    <a:pt x="97988" y="98346"/>
                    <a:pt x="86164" y="107953"/>
                    <a:pt x="71383" y="111648"/>
                  </a:cubicBezTo>
                  <a:cubicBezTo>
                    <a:pt x="56603" y="116082"/>
                    <a:pt x="41084" y="113865"/>
                    <a:pt x="28521" y="106475"/>
                  </a:cubicBezTo>
                  <a:cubicBezTo>
                    <a:pt x="15219" y="98346"/>
                    <a:pt x="5612" y="86522"/>
                    <a:pt x="1917" y="71742"/>
                  </a:cubicBezTo>
                  <a:cubicBezTo>
                    <a:pt x="-1778" y="56962"/>
                    <a:pt x="-300" y="41442"/>
                    <a:pt x="7829" y="28879"/>
                  </a:cubicBezTo>
                  <a:close/>
                  <a:moveTo>
                    <a:pt x="45518" y="15577"/>
                  </a:moveTo>
                  <a:cubicBezTo>
                    <a:pt x="34433" y="18533"/>
                    <a:pt x="25565" y="25923"/>
                    <a:pt x="19653" y="35531"/>
                  </a:cubicBezTo>
                  <a:cubicBezTo>
                    <a:pt x="13741" y="45138"/>
                    <a:pt x="12263" y="56962"/>
                    <a:pt x="15219" y="68047"/>
                  </a:cubicBezTo>
                  <a:cubicBezTo>
                    <a:pt x="18175" y="79132"/>
                    <a:pt x="25565" y="88739"/>
                    <a:pt x="35172" y="93912"/>
                  </a:cubicBezTo>
                  <a:cubicBezTo>
                    <a:pt x="44779" y="99824"/>
                    <a:pt x="56603" y="101302"/>
                    <a:pt x="67688" y="98346"/>
                  </a:cubicBezTo>
                  <a:cubicBezTo>
                    <a:pt x="78773" y="95390"/>
                    <a:pt x="88381" y="88000"/>
                    <a:pt x="93554" y="78393"/>
                  </a:cubicBezTo>
                  <a:cubicBezTo>
                    <a:pt x="99466" y="68786"/>
                    <a:pt x="100944" y="56962"/>
                    <a:pt x="97988" y="45877"/>
                  </a:cubicBezTo>
                  <a:cubicBezTo>
                    <a:pt x="95032" y="34791"/>
                    <a:pt x="88381" y="25184"/>
                    <a:pt x="78035" y="20011"/>
                  </a:cubicBezTo>
                  <a:cubicBezTo>
                    <a:pt x="68428" y="14099"/>
                    <a:pt x="56603" y="12621"/>
                    <a:pt x="45518" y="15577"/>
                  </a:cubicBezTo>
                  <a:close/>
                </a:path>
              </a:pathLst>
            </a:custGeom>
            <a:solidFill>
              <a:srgbClr val="1369B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201BB8C6-9F89-B8F7-7D92-F8800E4F5A13}"/>
                </a:ext>
              </a:extLst>
            </p:cNvPr>
            <p:cNvSpPr/>
            <p:nvPr/>
          </p:nvSpPr>
          <p:spPr>
            <a:xfrm>
              <a:off x="5255127" y="4554353"/>
              <a:ext cx="112329" cy="111590"/>
            </a:xfrm>
            <a:custGeom>
              <a:avLst/>
              <a:gdLst>
                <a:gd name="connsiteX0" fmla="*/ 56164 w 112329"/>
                <a:gd name="connsiteY0" fmla="*/ 0 h 111590"/>
                <a:gd name="connsiteX1" fmla="*/ 96071 w 112329"/>
                <a:gd name="connsiteY1" fmla="*/ 16258 h 111590"/>
                <a:gd name="connsiteX2" fmla="*/ 112329 w 112329"/>
                <a:gd name="connsiteY2" fmla="*/ 55426 h 111590"/>
                <a:gd name="connsiteX3" fmla="*/ 96071 w 112329"/>
                <a:gd name="connsiteY3" fmla="*/ 95332 h 111590"/>
                <a:gd name="connsiteX4" fmla="*/ 56164 w 112329"/>
                <a:gd name="connsiteY4" fmla="*/ 111590 h 111590"/>
                <a:gd name="connsiteX5" fmla="*/ 16997 w 112329"/>
                <a:gd name="connsiteY5" fmla="*/ 95332 h 111590"/>
                <a:gd name="connsiteX6" fmla="*/ 0 w 112329"/>
                <a:gd name="connsiteY6" fmla="*/ 55426 h 111590"/>
                <a:gd name="connsiteX7" fmla="*/ 16997 w 112329"/>
                <a:gd name="connsiteY7" fmla="*/ 16258 h 111590"/>
                <a:gd name="connsiteX8" fmla="*/ 56164 w 112329"/>
                <a:gd name="connsiteY8" fmla="*/ 0 h 111590"/>
                <a:gd name="connsiteX9" fmla="*/ 87203 w 112329"/>
                <a:gd name="connsiteY9" fmla="*/ 24387 h 111590"/>
                <a:gd name="connsiteX10" fmla="*/ 56164 w 112329"/>
                <a:gd name="connsiteY10" fmla="*/ 11824 h 111590"/>
                <a:gd name="connsiteX11" fmla="*/ 25126 w 112329"/>
                <a:gd name="connsiteY11" fmla="*/ 24387 h 111590"/>
                <a:gd name="connsiteX12" fmla="*/ 12563 w 112329"/>
                <a:gd name="connsiteY12" fmla="*/ 55426 h 111590"/>
                <a:gd name="connsiteX13" fmla="*/ 25126 w 112329"/>
                <a:gd name="connsiteY13" fmla="*/ 86464 h 111590"/>
                <a:gd name="connsiteX14" fmla="*/ 56164 w 112329"/>
                <a:gd name="connsiteY14" fmla="*/ 99766 h 111590"/>
                <a:gd name="connsiteX15" fmla="*/ 87203 w 112329"/>
                <a:gd name="connsiteY15" fmla="*/ 86464 h 111590"/>
                <a:gd name="connsiteX16" fmla="*/ 99766 w 112329"/>
                <a:gd name="connsiteY16" fmla="*/ 55426 h 111590"/>
                <a:gd name="connsiteX17" fmla="*/ 87203 w 112329"/>
                <a:gd name="connsiteY17" fmla="*/ 24387 h 11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2329" h="111590">
                  <a:moveTo>
                    <a:pt x="56164" y="0"/>
                  </a:moveTo>
                  <a:cubicBezTo>
                    <a:pt x="71684" y="0"/>
                    <a:pt x="85725" y="5912"/>
                    <a:pt x="96071" y="16258"/>
                  </a:cubicBezTo>
                  <a:cubicBezTo>
                    <a:pt x="105678" y="25865"/>
                    <a:pt x="112329" y="39906"/>
                    <a:pt x="112329" y="55426"/>
                  </a:cubicBezTo>
                  <a:cubicBezTo>
                    <a:pt x="112329" y="70945"/>
                    <a:pt x="105678" y="84986"/>
                    <a:pt x="96071" y="95332"/>
                  </a:cubicBezTo>
                  <a:cubicBezTo>
                    <a:pt x="85725" y="105678"/>
                    <a:pt x="71684" y="111590"/>
                    <a:pt x="56164" y="111590"/>
                  </a:cubicBezTo>
                  <a:cubicBezTo>
                    <a:pt x="40645" y="111590"/>
                    <a:pt x="26604" y="105678"/>
                    <a:pt x="16997" y="95332"/>
                  </a:cubicBezTo>
                  <a:cubicBezTo>
                    <a:pt x="6651" y="84986"/>
                    <a:pt x="0" y="70945"/>
                    <a:pt x="0" y="55426"/>
                  </a:cubicBezTo>
                  <a:cubicBezTo>
                    <a:pt x="0" y="39906"/>
                    <a:pt x="6651" y="25865"/>
                    <a:pt x="16997" y="16258"/>
                  </a:cubicBezTo>
                  <a:cubicBezTo>
                    <a:pt x="26604" y="5912"/>
                    <a:pt x="40645" y="0"/>
                    <a:pt x="56164" y="0"/>
                  </a:cubicBezTo>
                  <a:close/>
                  <a:moveTo>
                    <a:pt x="87203" y="24387"/>
                  </a:moveTo>
                  <a:cubicBezTo>
                    <a:pt x="79074" y="16997"/>
                    <a:pt x="67989" y="11824"/>
                    <a:pt x="56164" y="11824"/>
                  </a:cubicBezTo>
                  <a:cubicBezTo>
                    <a:pt x="44341" y="11824"/>
                    <a:pt x="33255" y="16997"/>
                    <a:pt x="25126" y="24387"/>
                  </a:cubicBezTo>
                  <a:cubicBezTo>
                    <a:pt x="17736" y="32516"/>
                    <a:pt x="12563" y="43601"/>
                    <a:pt x="12563" y="55426"/>
                  </a:cubicBezTo>
                  <a:cubicBezTo>
                    <a:pt x="12563" y="67989"/>
                    <a:pt x="17736" y="78335"/>
                    <a:pt x="25126" y="86464"/>
                  </a:cubicBezTo>
                  <a:cubicBezTo>
                    <a:pt x="33255" y="94593"/>
                    <a:pt x="44341" y="99766"/>
                    <a:pt x="56164" y="99766"/>
                  </a:cubicBezTo>
                  <a:cubicBezTo>
                    <a:pt x="67989" y="99766"/>
                    <a:pt x="79074" y="94593"/>
                    <a:pt x="87203" y="86464"/>
                  </a:cubicBezTo>
                  <a:cubicBezTo>
                    <a:pt x="95332" y="78335"/>
                    <a:pt x="99766" y="67989"/>
                    <a:pt x="99766" y="55426"/>
                  </a:cubicBezTo>
                  <a:cubicBezTo>
                    <a:pt x="99766" y="43601"/>
                    <a:pt x="95332" y="32516"/>
                    <a:pt x="87203" y="24387"/>
                  </a:cubicBezTo>
                  <a:close/>
                </a:path>
              </a:pathLst>
            </a:custGeom>
            <a:solidFill>
              <a:srgbClr val="5CB2E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E0972574-C0FE-CD80-8D59-E9B5B7AD0ACF}"/>
                </a:ext>
              </a:extLst>
            </p:cNvPr>
            <p:cNvSpPr/>
            <p:nvPr/>
          </p:nvSpPr>
          <p:spPr>
            <a:xfrm>
              <a:off x="5274913" y="4573649"/>
              <a:ext cx="72757" cy="72997"/>
            </a:xfrm>
            <a:custGeom>
              <a:avLst/>
              <a:gdLst>
                <a:gd name="connsiteX0" fmla="*/ 4601 w 72757"/>
                <a:gd name="connsiteY0" fmla="*/ 18393 h 72997"/>
                <a:gd name="connsiteX1" fmla="*/ 54854 w 72757"/>
                <a:gd name="connsiteY1" fmla="*/ 5091 h 72997"/>
                <a:gd name="connsiteX2" fmla="*/ 68156 w 72757"/>
                <a:gd name="connsiteY2" fmla="*/ 54604 h 72997"/>
                <a:gd name="connsiteX3" fmla="*/ 17904 w 72757"/>
                <a:gd name="connsiteY3" fmla="*/ 67907 h 72997"/>
                <a:gd name="connsiteX4" fmla="*/ 4601 w 72757"/>
                <a:gd name="connsiteY4" fmla="*/ 18393 h 72997"/>
                <a:gd name="connsiteX5" fmla="*/ 71852 w 72757"/>
                <a:gd name="connsiteY5" fmla="*/ 36129 h 72997"/>
                <a:gd name="connsiteX6" fmla="*/ 36379 w 72757"/>
                <a:gd name="connsiteY6" fmla="*/ 1396 h 72997"/>
                <a:gd name="connsiteX7" fmla="*/ 1646 w 72757"/>
                <a:gd name="connsiteY7" fmla="*/ 36129 h 72997"/>
                <a:gd name="connsiteX8" fmla="*/ 36379 w 72757"/>
                <a:gd name="connsiteY8" fmla="*/ 71602 h 72997"/>
                <a:gd name="connsiteX9" fmla="*/ 71852 w 72757"/>
                <a:gd name="connsiteY9" fmla="*/ 36129 h 72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757" h="72997">
                  <a:moveTo>
                    <a:pt x="4601" y="18393"/>
                  </a:moveTo>
                  <a:cubicBezTo>
                    <a:pt x="14948" y="657"/>
                    <a:pt x="37118" y="-5255"/>
                    <a:pt x="54854" y="5091"/>
                  </a:cubicBezTo>
                  <a:cubicBezTo>
                    <a:pt x="71852" y="14698"/>
                    <a:pt x="77764" y="36868"/>
                    <a:pt x="68156" y="54604"/>
                  </a:cubicBezTo>
                  <a:cubicBezTo>
                    <a:pt x="57810" y="72341"/>
                    <a:pt x="35640" y="78253"/>
                    <a:pt x="17904" y="67907"/>
                  </a:cubicBezTo>
                  <a:cubicBezTo>
                    <a:pt x="906" y="57560"/>
                    <a:pt x="-5006" y="35390"/>
                    <a:pt x="4601" y="18393"/>
                  </a:cubicBezTo>
                  <a:close/>
                  <a:moveTo>
                    <a:pt x="71852" y="36129"/>
                  </a:moveTo>
                  <a:cubicBezTo>
                    <a:pt x="71852" y="16915"/>
                    <a:pt x="55593" y="1396"/>
                    <a:pt x="36379" y="1396"/>
                  </a:cubicBezTo>
                  <a:cubicBezTo>
                    <a:pt x="17165" y="1396"/>
                    <a:pt x="1646" y="16915"/>
                    <a:pt x="1646" y="36129"/>
                  </a:cubicBezTo>
                  <a:cubicBezTo>
                    <a:pt x="1646" y="56083"/>
                    <a:pt x="17165" y="71602"/>
                    <a:pt x="36379" y="71602"/>
                  </a:cubicBezTo>
                  <a:cubicBezTo>
                    <a:pt x="55593" y="71602"/>
                    <a:pt x="71852" y="56083"/>
                    <a:pt x="71852" y="36129"/>
                  </a:cubicBezTo>
                  <a:close/>
                </a:path>
              </a:pathLst>
            </a:custGeom>
            <a:solidFill>
              <a:srgbClr val="1369B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A3C2F51B-9A30-FD39-61BA-7753AAF8E889}"/>
                </a:ext>
              </a:extLst>
            </p:cNvPr>
            <p:cNvSpPr/>
            <p:nvPr/>
          </p:nvSpPr>
          <p:spPr>
            <a:xfrm>
              <a:off x="6883163" y="3349769"/>
              <a:ext cx="541692" cy="315556"/>
            </a:xfrm>
            <a:custGeom>
              <a:avLst/>
              <a:gdLst>
                <a:gd name="connsiteX0" fmla="*/ 0 w 541692"/>
                <a:gd name="connsiteY0" fmla="*/ 0 h 315556"/>
                <a:gd name="connsiteX1" fmla="*/ 541693 w 541692"/>
                <a:gd name="connsiteY1" fmla="*/ 0 h 315556"/>
                <a:gd name="connsiteX2" fmla="*/ 541693 w 541692"/>
                <a:gd name="connsiteY2" fmla="*/ 297821 h 315556"/>
                <a:gd name="connsiteX3" fmla="*/ 523956 w 541692"/>
                <a:gd name="connsiteY3" fmla="*/ 315557 h 315556"/>
                <a:gd name="connsiteX4" fmla="*/ 16997 w 541692"/>
                <a:gd name="connsiteY4" fmla="*/ 315557 h 315556"/>
                <a:gd name="connsiteX5" fmla="*/ 0 w 541692"/>
                <a:gd name="connsiteY5" fmla="*/ 297821 h 31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692" h="315556">
                  <a:moveTo>
                    <a:pt x="0" y="0"/>
                  </a:moveTo>
                  <a:lnTo>
                    <a:pt x="541693" y="0"/>
                  </a:lnTo>
                  <a:lnTo>
                    <a:pt x="541693" y="297821"/>
                  </a:lnTo>
                  <a:cubicBezTo>
                    <a:pt x="541693" y="307428"/>
                    <a:pt x="533564" y="315557"/>
                    <a:pt x="523956" y="315557"/>
                  </a:cubicBezTo>
                  <a:lnTo>
                    <a:pt x="16997" y="315557"/>
                  </a:lnTo>
                  <a:cubicBezTo>
                    <a:pt x="7390" y="315557"/>
                    <a:pt x="0" y="307428"/>
                    <a:pt x="0" y="297821"/>
                  </a:cubicBezTo>
                  <a:close/>
                </a:path>
              </a:pathLst>
            </a:custGeom>
            <a:solidFill>
              <a:srgbClr val="D3E8FD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92739FF5-C694-900C-2A64-8F54E53899E0}"/>
                </a:ext>
              </a:extLst>
            </p:cNvPr>
            <p:cNvSpPr/>
            <p:nvPr/>
          </p:nvSpPr>
          <p:spPr>
            <a:xfrm>
              <a:off x="6883163" y="3290648"/>
              <a:ext cx="541692" cy="59120"/>
            </a:xfrm>
            <a:custGeom>
              <a:avLst/>
              <a:gdLst>
                <a:gd name="connsiteX0" fmla="*/ 0 w 541692"/>
                <a:gd name="connsiteY0" fmla="*/ 59121 h 59120"/>
                <a:gd name="connsiteX1" fmla="*/ 541693 w 541692"/>
                <a:gd name="connsiteY1" fmla="*/ 59121 h 59120"/>
                <a:gd name="connsiteX2" fmla="*/ 541693 w 541692"/>
                <a:gd name="connsiteY2" fmla="*/ 50992 h 59120"/>
                <a:gd name="connsiteX3" fmla="*/ 532825 w 541692"/>
                <a:gd name="connsiteY3" fmla="*/ 42863 h 59120"/>
                <a:gd name="connsiteX4" fmla="*/ 224658 w 541692"/>
                <a:gd name="connsiteY4" fmla="*/ 42863 h 59120"/>
                <a:gd name="connsiteX5" fmla="*/ 214313 w 541692"/>
                <a:gd name="connsiteY5" fmla="*/ 39168 h 59120"/>
                <a:gd name="connsiteX6" fmla="*/ 164798 w 541692"/>
                <a:gd name="connsiteY6" fmla="*/ 3695 h 59120"/>
                <a:gd name="connsiteX7" fmla="*/ 154452 w 541692"/>
                <a:gd name="connsiteY7" fmla="*/ 0 h 59120"/>
                <a:gd name="connsiteX8" fmla="*/ 16997 w 541692"/>
                <a:gd name="connsiteY8" fmla="*/ 0 h 59120"/>
                <a:gd name="connsiteX9" fmla="*/ 0 w 541692"/>
                <a:gd name="connsiteY9" fmla="*/ 16997 h 5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1692" h="59120">
                  <a:moveTo>
                    <a:pt x="0" y="59121"/>
                  </a:moveTo>
                  <a:lnTo>
                    <a:pt x="541693" y="59121"/>
                  </a:lnTo>
                  <a:lnTo>
                    <a:pt x="541693" y="50992"/>
                  </a:lnTo>
                  <a:cubicBezTo>
                    <a:pt x="541693" y="46558"/>
                    <a:pt x="537259" y="42863"/>
                    <a:pt x="532825" y="42863"/>
                  </a:cubicBezTo>
                  <a:lnTo>
                    <a:pt x="224658" y="42863"/>
                  </a:lnTo>
                  <a:cubicBezTo>
                    <a:pt x="220963" y="42863"/>
                    <a:pt x="217268" y="41385"/>
                    <a:pt x="214313" y="39168"/>
                  </a:cubicBezTo>
                  <a:lnTo>
                    <a:pt x="164798" y="3695"/>
                  </a:lnTo>
                  <a:cubicBezTo>
                    <a:pt x="161842" y="1478"/>
                    <a:pt x="158147" y="0"/>
                    <a:pt x="154452" y="0"/>
                  </a:cubicBezTo>
                  <a:lnTo>
                    <a:pt x="16997" y="0"/>
                  </a:lnTo>
                  <a:cubicBezTo>
                    <a:pt x="7390" y="0"/>
                    <a:pt x="0" y="7390"/>
                    <a:pt x="0" y="16997"/>
                  </a:cubicBezTo>
                  <a:close/>
                </a:path>
              </a:pathLst>
            </a:custGeom>
            <a:solidFill>
              <a:srgbClr val="FF7C1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4A5CBD2B-63BD-D447-691E-3DA26164BA79}"/>
                </a:ext>
              </a:extLst>
            </p:cNvPr>
            <p:cNvSpPr/>
            <p:nvPr/>
          </p:nvSpPr>
          <p:spPr>
            <a:xfrm>
              <a:off x="6863948" y="3349769"/>
              <a:ext cx="541693" cy="315556"/>
            </a:xfrm>
            <a:custGeom>
              <a:avLst/>
              <a:gdLst>
                <a:gd name="connsiteX0" fmla="*/ 0 w 541693"/>
                <a:gd name="connsiteY0" fmla="*/ 0 h 315556"/>
                <a:gd name="connsiteX1" fmla="*/ 541694 w 541693"/>
                <a:gd name="connsiteY1" fmla="*/ 0 h 315556"/>
                <a:gd name="connsiteX2" fmla="*/ 541694 w 541693"/>
                <a:gd name="connsiteY2" fmla="*/ 297821 h 315556"/>
                <a:gd name="connsiteX3" fmla="*/ 524696 w 541693"/>
                <a:gd name="connsiteY3" fmla="*/ 315557 h 315556"/>
                <a:gd name="connsiteX4" fmla="*/ 16998 w 541693"/>
                <a:gd name="connsiteY4" fmla="*/ 315557 h 315556"/>
                <a:gd name="connsiteX5" fmla="*/ 0 w 541693"/>
                <a:gd name="connsiteY5" fmla="*/ 297821 h 31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693" h="315556">
                  <a:moveTo>
                    <a:pt x="0" y="0"/>
                  </a:moveTo>
                  <a:lnTo>
                    <a:pt x="541694" y="0"/>
                  </a:lnTo>
                  <a:lnTo>
                    <a:pt x="541694" y="297821"/>
                  </a:lnTo>
                  <a:cubicBezTo>
                    <a:pt x="541694" y="307428"/>
                    <a:pt x="533565" y="315557"/>
                    <a:pt x="524696" y="315557"/>
                  </a:cubicBezTo>
                  <a:lnTo>
                    <a:pt x="16998" y="315557"/>
                  </a:lnTo>
                  <a:cubicBezTo>
                    <a:pt x="7390" y="315557"/>
                    <a:pt x="0" y="307428"/>
                    <a:pt x="0" y="297821"/>
                  </a:cubicBezTo>
                  <a:close/>
                </a:path>
              </a:pathLst>
            </a:custGeom>
            <a:solidFill>
              <a:srgbClr val="FFFF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1815AC1F-F09D-565F-88E3-058727142C1B}"/>
                </a:ext>
              </a:extLst>
            </p:cNvPr>
            <p:cNvSpPr/>
            <p:nvPr/>
          </p:nvSpPr>
          <p:spPr>
            <a:xfrm>
              <a:off x="6863948" y="3290648"/>
              <a:ext cx="541693" cy="59120"/>
            </a:xfrm>
            <a:custGeom>
              <a:avLst/>
              <a:gdLst>
                <a:gd name="connsiteX0" fmla="*/ 0 w 541693"/>
                <a:gd name="connsiteY0" fmla="*/ 59121 h 59120"/>
                <a:gd name="connsiteX1" fmla="*/ 541694 w 541693"/>
                <a:gd name="connsiteY1" fmla="*/ 59121 h 59120"/>
                <a:gd name="connsiteX2" fmla="*/ 541694 w 541693"/>
                <a:gd name="connsiteY2" fmla="*/ 50992 h 59120"/>
                <a:gd name="connsiteX3" fmla="*/ 532826 w 541693"/>
                <a:gd name="connsiteY3" fmla="*/ 42863 h 59120"/>
                <a:gd name="connsiteX4" fmla="*/ 224659 w 541693"/>
                <a:gd name="connsiteY4" fmla="*/ 42863 h 59120"/>
                <a:gd name="connsiteX5" fmla="*/ 214313 w 541693"/>
                <a:gd name="connsiteY5" fmla="*/ 39168 h 59120"/>
                <a:gd name="connsiteX6" fmla="*/ 165538 w 541693"/>
                <a:gd name="connsiteY6" fmla="*/ 3695 h 59120"/>
                <a:gd name="connsiteX7" fmla="*/ 154453 w 541693"/>
                <a:gd name="connsiteY7" fmla="*/ 0 h 59120"/>
                <a:gd name="connsiteX8" fmla="*/ 16998 w 541693"/>
                <a:gd name="connsiteY8" fmla="*/ 0 h 59120"/>
                <a:gd name="connsiteX9" fmla="*/ 0 w 541693"/>
                <a:gd name="connsiteY9" fmla="*/ 16997 h 5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1693" h="59120">
                  <a:moveTo>
                    <a:pt x="0" y="59121"/>
                  </a:moveTo>
                  <a:lnTo>
                    <a:pt x="541694" y="59121"/>
                  </a:lnTo>
                  <a:lnTo>
                    <a:pt x="541694" y="50992"/>
                  </a:lnTo>
                  <a:cubicBezTo>
                    <a:pt x="541694" y="46558"/>
                    <a:pt x="537999" y="42863"/>
                    <a:pt x="532826" y="42863"/>
                  </a:cubicBezTo>
                  <a:lnTo>
                    <a:pt x="224659" y="42863"/>
                  </a:lnTo>
                  <a:cubicBezTo>
                    <a:pt x="220964" y="42863"/>
                    <a:pt x="217269" y="41385"/>
                    <a:pt x="214313" y="39168"/>
                  </a:cubicBezTo>
                  <a:lnTo>
                    <a:pt x="165538" y="3695"/>
                  </a:lnTo>
                  <a:cubicBezTo>
                    <a:pt x="161843" y="1478"/>
                    <a:pt x="158887" y="0"/>
                    <a:pt x="154453" y="0"/>
                  </a:cubicBezTo>
                  <a:lnTo>
                    <a:pt x="16998" y="0"/>
                  </a:lnTo>
                  <a:cubicBezTo>
                    <a:pt x="7390" y="0"/>
                    <a:pt x="0" y="7390"/>
                    <a:pt x="0" y="16997"/>
                  </a:cubicBezTo>
                  <a:close/>
                </a:path>
              </a:pathLst>
            </a:custGeom>
            <a:solidFill>
              <a:srgbClr val="FFAE2B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1CAA8E65-B2F1-82C7-5E9A-392780F904DD}"/>
                </a:ext>
              </a:extLst>
            </p:cNvPr>
            <p:cNvSpPr/>
            <p:nvPr/>
          </p:nvSpPr>
          <p:spPr>
            <a:xfrm>
              <a:off x="6863948" y="3407411"/>
              <a:ext cx="153714" cy="198054"/>
            </a:xfrm>
            <a:custGeom>
              <a:avLst/>
              <a:gdLst>
                <a:gd name="connsiteX0" fmla="*/ 0 w 153714"/>
                <a:gd name="connsiteY0" fmla="*/ 198054 h 198054"/>
                <a:gd name="connsiteX1" fmla="*/ 0 w 153714"/>
                <a:gd name="connsiteY1" fmla="*/ 0 h 198054"/>
                <a:gd name="connsiteX2" fmla="*/ 121936 w 153714"/>
                <a:gd name="connsiteY2" fmla="*/ 0 h 198054"/>
                <a:gd name="connsiteX3" fmla="*/ 153714 w 153714"/>
                <a:gd name="connsiteY3" fmla="*/ 32516 h 198054"/>
                <a:gd name="connsiteX4" fmla="*/ 153714 w 153714"/>
                <a:gd name="connsiteY4" fmla="*/ 165538 h 198054"/>
                <a:gd name="connsiteX5" fmla="*/ 121936 w 153714"/>
                <a:gd name="connsiteY5" fmla="*/ 198054 h 19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714" h="198054">
                  <a:moveTo>
                    <a:pt x="0" y="198054"/>
                  </a:moveTo>
                  <a:lnTo>
                    <a:pt x="0" y="0"/>
                  </a:lnTo>
                  <a:lnTo>
                    <a:pt x="121936" y="0"/>
                  </a:lnTo>
                  <a:cubicBezTo>
                    <a:pt x="139673" y="0"/>
                    <a:pt x="153714" y="14041"/>
                    <a:pt x="153714" y="32516"/>
                  </a:cubicBezTo>
                  <a:lnTo>
                    <a:pt x="153714" y="165538"/>
                  </a:lnTo>
                  <a:cubicBezTo>
                    <a:pt x="153714" y="183274"/>
                    <a:pt x="139673" y="198054"/>
                    <a:pt x="121936" y="198054"/>
                  </a:cubicBezTo>
                  <a:close/>
                </a:path>
              </a:pathLst>
            </a:custGeom>
            <a:solidFill>
              <a:srgbClr val="EBF5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88AC680-140B-D486-1D38-ACE4A0DCE128}"/>
                </a:ext>
              </a:extLst>
            </p:cNvPr>
            <p:cNvSpPr/>
            <p:nvPr/>
          </p:nvSpPr>
          <p:spPr>
            <a:xfrm>
              <a:off x="6806306" y="3392631"/>
              <a:ext cx="198053" cy="198054"/>
            </a:xfrm>
            <a:custGeom>
              <a:avLst/>
              <a:gdLst>
                <a:gd name="connsiteX0" fmla="*/ 165538 w 198053"/>
                <a:gd name="connsiteY0" fmla="*/ 0 h 198054"/>
                <a:gd name="connsiteX1" fmla="*/ 32517 w 198053"/>
                <a:gd name="connsiteY1" fmla="*/ 0 h 198054"/>
                <a:gd name="connsiteX2" fmla="*/ 0 w 198053"/>
                <a:gd name="connsiteY2" fmla="*/ 32516 h 198054"/>
                <a:gd name="connsiteX3" fmla="*/ 0 w 198053"/>
                <a:gd name="connsiteY3" fmla="*/ 165538 h 198054"/>
                <a:gd name="connsiteX4" fmla="*/ 32517 w 198053"/>
                <a:gd name="connsiteY4" fmla="*/ 198054 h 198054"/>
                <a:gd name="connsiteX5" fmla="*/ 165538 w 198053"/>
                <a:gd name="connsiteY5" fmla="*/ 198054 h 198054"/>
                <a:gd name="connsiteX6" fmla="*/ 198054 w 198053"/>
                <a:gd name="connsiteY6" fmla="*/ 165538 h 198054"/>
                <a:gd name="connsiteX7" fmla="*/ 198054 w 198053"/>
                <a:gd name="connsiteY7" fmla="*/ 32516 h 198054"/>
                <a:gd name="connsiteX8" fmla="*/ 165538 w 198053"/>
                <a:gd name="connsiteY8" fmla="*/ 0 h 19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8053" h="198054">
                  <a:moveTo>
                    <a:pt x="165538" y="0"/>
                  </a:moveTo>
                  <a:lnTo>
                    <a:pt x="32517" y="0"/>
                  </a:lnTo>
                  <a:cubicBezTo>
                    <a:pt x="14780" y="0"/>
                    <a:pt x="0" y="14780"/>
                    <a:pt x="0" y="32516"/>
                  </a:cubicBezTo>
                  <a:lnTo>
                    <a:pt x="0" y="165538"/>
                  </a:lnTo>
                  <a:cubicBezTo>
                    <a:pt x="0" y="183274"/>
                    <a:pt x="14780" y="198054"/>
                    <a:pt x="32517" y="198054"/>
                  </a:cubicBezTo>
                  <a:lnTo>
                    <a:pt x="165538" y="198054"/>
                  </a:lnTo>
                  <a:cubicBezTo>
                    <a:pt x="184013" y="198054"/>
                    <a:pt x="198054" y="183274"/>
                    <a:pt x="198054" y="165538"/>
                  </a:cubicBezTo>
                  <a:lnTo>
                    <a:pt x="198054" y="32516"/>
                  </a:lnTo>
                  <a:cubicBezTo>
                    <a:pt x="198054" y="14780"/>
                    <a:pt x="184013" y="0"/>
                    <a:pt x="165538" y="0"/>
                  </a:cubicBezTo>
                  <a:close/>
                </a:path>
              </a:pathLst>
            </a:custGeom>
            <a:solidFill>
              <a:srgbClr val="3091D8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4F95182D-F018-BD85-82FA-3277A56C22BB}"/>
                </a:ext>
              </a:extLst>
            </p:cNvPr>
            <p:cNvSpPr/>
            <p:nvPr/>
          </p:nvSpPr>
          <p:spPr>
            <a:xfrm>
              <a:off x="6818130" y="3404455"/>
              <a:ext cx="174405" cy="174406"/>
            </a:xfrm>
            <a:custGeom>
              <a:avLst/>
              <a:gdLst>
                <a:gd name="connsiteX0" fmla="*/ 174406 w 174405"/>
                <a:gd name="connsiteY0" fmla="*/ 152975 h 174406"/>
                <a:gd name="connsiteX1" fmla="*/ 174406 w 174405"/>
                <a:gd name="connsiteY1" fmla="*/ 21431 h 174406"/>
                <a:gd name="connsiteX2" fmla="*/ 152974 w 174405"/>
                <a:gd name="connsiteY2" fmla="*/ 0 h 174406"/>
                <a:gd name="connsiteX3" fmla="*/ 21431 w 174405"/>
                <a:gd name="connsiteY3" fmla="*/ 0 h 174406"/>
                <a:gd name="connsiteX4" fmla="*/ 0 w 174405"/>
                <a:gd name="connsiteY4" fmla="*/ 21431 h 174406"/>
                <a:gd name="connsiteX5" fmla="*/ 0 w 174405"/>
                <a:gd name="connsiteY5" fmla="*/ 152975 h 174406"/>
                <a:gd name="connsiteX6" fmla="*/ 21431 w 174405"/>
                <a:gd name="connsiteY6" fmla="*/ 174406 h 174406"/>
                <a:gd name="connsiteX7" fmla="*/ 152974 w 174405"/>
                <a:gd name="connsiteY7" fmla="*/ 174406 h 174406"/>
                <a:gd name="connsiteX8" fmla="*/ 174406 w 174405"/>
                <a:gd name="connsiteY8" fmla="*/ 152975 h 174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405" h="174406">
                  <a:moveTo>
                    <a:pt x="174406" y="152975"/>
                  </a:moveTo>
                  <a:lnTo>
                    <a:pt x="174406" y="21431"/>
                  </a:lnTo>
                  <a:cubicBezTo>
                    <a:pt x="174406" y="9607"/>
                    <a:pt x="164799" y="0"/>
                    <a:pt x="152974" y="0"/>
                  </a:cubicBezTo>
                  <a:lnTo>
                    <a:pt x="21431" y="0"/>
                  </a:lnTo>
                  <a:cubicBezTo>
                    <a:pt x="9607" y="0"/>
                    <a:pt x="0" y="9607"/>
                    <a:pt x="0" y="21431"/>
                  </a:cubicBezTo>
                  <a:lnTo>
                    <a:pt x="0" y="152975"/>
                  </a:lnTo>
                  <a:cubicBezTo>
                    <a:pt x="0" y="164799"/>
                    <a:pt x="9607" y="174406"/>
                    <a:pt x="21431" y="174406"/>
                  </a:cubicBezTo>
                  <a:lnTo>
                    <a:pt x="152974" y="174406"/>
                  </a:lnTo>
                  <a:cubicBezTo>
                    <a:pt x="164799" y="174406"/>
                    <a:pt x="174406" y="164799"/>
                    <a:pt x="174406" y="152975"/>
                  </a:cubicBezTo>
                  <a:close/>
                </a:path>
              </a:pathLst>
            </a:custGeom>
            <a:solidFill>
              <a:srgbClr val="F7F5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3363504C-126B-4F73-084E-1231F2A8AB5B}"/>
                </a:ext>
              </a:extLst>
            </p:cNvPr>
            <p:cNvSpPr/>
            <p:nvPr/>
          </p:nvSpPr>
          <p:spPr>
            <a:xfrm>
              <a:off x="6831987" y="3460620"/>
              <a:ext cx="146799" cy="98288"/>
            </a:xfrm>
            <a:custGeom>
              <a:avLst/>
              <a:gdLst>
                <a:gd name="connsiteX0" fmla="*/ 43047 w 146799"/>
                <a:gd name="connsiteY0" fmla="*/ 5912 h 98288"/>
                <a:gd name="connsiteX1" fmla="*/ 1662 w 146799"/>
                <a:gd name="connsiteY1" fmla="*/ 82769 h 98288"/>
                <a:gd name="connsiteX2" fmla="*/ 1662 w 146799"/>
                <a:gd name="connsiteY2" fmla="*/ 93115 h 98288"/>
                <a:gd name="connsiteX3" fmla="*/ 11270 w 146799"/>
                <a:gd name="connsiteY3" fmla="*/ 98288 h 98288"/>
                <a:gd name="connsiteX4" fmla="*/ 136162 w 146799"/>
                <a:gd name="connsiteY4" fmla="*/ 98288 h 98288"/>
                <a:gd name="connsiteX5" fmla="*/ 145030 w 146799"/>
                <a:gd name="connsiteY5" fmla="*/ 93115 h 98288"/>
                <a:gd name="connsiteX6" fmla="*/ 145769 w 146799"/>
                <a:gd name="connsiteY6" fmla="*/ 82769 h 98288"/>
                <a:gd name="connsiteX7" fmla="*/ 122860 w 146799"/>
                <a:gd name="connsiteY7" fmla="*/ 40645 h 98288"/>
                <a:gd name="connsiteX8" fmla="*/ 113252 w 146799"/>
                <a:gd name="connsiteY8" fmla="*/ 34733 h 98288"/>
                <a:gd name="connsiteX9" fmla="*/ 103646 w 146799"/>
                <a:gd name="connsiteY9" fmla="*/ 40645 h 98288"/>
                <a:gd name="connsiteX10" fmla="*/ 96256 w 146799"/>
                <a:gd name="connsiteY10" fmla="*/ 53948 h 98288"/>
                <a:gd name="connsiteX11" fmla="*/ 92561 w 146799"/>
                <a:gd name="connsiteY11" fmla="*/ 56165 h 98288"/>
                <a:gd name="connsiteX12" fmla="*/ 88866 w 146799"/>
                <a:gd name="connsiteY12" fmla="*/ 53948 h 98288"/>
                <a:gd name="connsiteX13" fmla="*/ 62262 w 146799"/>
                <a:gd name="connsiteY13" fmla="*/ 5912 h 98288"/>
                <a:gd name="connsiteX14" fmla="*/ 52654 w 146799"/>
                <a:gd name="connsiteY14" fmla="*/ 0 h 98288"/>
                <a:gd name="connsiteX15" fmla="*/ 43047 w 146799"/>
                <a:gd name="connsiteY15" fmla="*/ 5912 h 98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799" h="98288">
                  <a:moveTo>
                    <a:pt x="43047" y="5912"/>
                  </a:moveTo>
                  <a:lnTo>
                    <a:pt x="1662" y="82769"/>
                  </a:lnTo>
                  <a:cubicBezTo>
                    <a:pt x="-554" y="85725"/>
                    <a:pt x="-554" y="90159"/>
                    <a:pt x="1662" y="93115"/>
                  </a:cubicBezTo>
                  <a:cubicBezTo>
                    <a:pt x="3880" y="96810"/>
                    <a:pt x="6836" y="98288"/>
                    <a:pt x="11270" y="98288"/>
                  </a:cubicBezTo>
                  <a:cubicBezTo>
                    <a:pt x="52654" y="98288"/>
                    <a:pt x="94260" y="98288"/>
                    <a:pt x="136162" y="98288"/>
                  </a:cubicBezTo>
                  <a:cubicBezTo>
                    <a:pt x="139858" y="98288"/>
                    <a:pt x="143553" y="96810"/>
                    <a:pt x="145030" y="93115"/>
                  </a:cubicBezTo>
                  <a:cubicBezTo>
                    <a:pt x="147248" y="90159"/>
                    <a:pt x="147248" y="85725"/>
                    <a:pt x="145769" y="82769"/>
                  </a:cubicBezTo>
                  <a:lnTo>
                    <a:pt x="122860" y="40645"/>
                  </a:lnTo>
                  <a:cubicBezTo>
                    <a:pt x="120643" y="36950"/>
                    <a:pt x="116948" y="34733"/>
                    <a:pt x="113252" y="34733"/>
                  </a:cubicBezTo>
                  <a:cubicBezTo>
                    <a:pt x="108819" y="34733"/>
                    <a:pt x="105862" y="36950"/>
                    <a:pt x="103646" y="40645"/>
                  </a:cubicBezTo>
                  <a:lnTo>
                    <a:pt x="96256" y="53948"/>
                  </a:lnTo>
                  <a:cubicBezTo>
                    <a:pt x="95295" y="55426"/>
                    <a:pt x="94038" y="56165"/>
                    <a:pt x="92561" y="56165"/>
                  </a:cubicBezTo>
                  <a:cubicBezTo>
                    <a:pt x="90565" y="56165"/>
                    <a:pt x="89383" y="55426"/>
                    <a:pt x="88866" y="53948"/>
                  </a:cubicBezTo>
                  <a:lnTo>
                    <a:pt x="62262" y="5912"/>
                  </a:lnTo>
                  <a:cubicBezTo>
                    <a:pt x="60044" y="2217"/>
                    <a:pt x="57088" y="0"/>
                    <a:pt x="52654" y="0"/>
                  </a:cubicBezTo>
                  <a:cubicBezTo>
                    <a:pt x="48959" y="0"/>
                    <a:pt x="45264" y="2217"/>
                    <a:pt x="43047" y="5912"/>
                  </a:cubicBezTo>
                  <a:close/>
                </a:path>
              </a:pathLst>
            </a:custGeom>
            <a:solidFill>
              <a:srgbClr val="3091D8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30E80E0A-D323-0ABD-CCCE-88325550D2D5}"/>
                </a:ext>
              </a:extLst>
            </p:cNvPr>
            <p:cNvSpPr/>
            <p:nvPr/>
          </p:nvSpPr>
          <p:spPr>
            <a:xfrm>
              <a:off x="6934894" y="3424408"/>
              <a:ext cx="37689" cy="37689"/>
            </a:xfrm>
            <a:custGeom>
              <a:avLst/>
              <a:gdLst>
                <a:gd name="connsiteX0" fmla="*/ 18475 w 37689"/>
                <a:gd name="connsiteY0" fmla="*/ 0 h 37689"/>
                <a:gd name="connsiteX1" fmla="*/ 0 w 37689"/>
                <a:gd name="connsiteY1" fmla="*/ 18475 h 37689"/>
                <a:gd name="connsiteX2" fmla="*/ 18475 w 37689"/>
                <a:gd name="connsiteY2" fmla="*/ 37689 h 37689"/>
                <a:gd name="connsiteX3" fmla="*/ 37689 w 37689"/>
                <a:gd name="connsiteY3" fmla="*/ 18475 h 37689"/>
                <a:gd name="connsiteX4" fmla="*/ 18475 w 37689"/>
                <a:gd name="connsiteY4" fmla="*/ 0 h 37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89" h="37689">
                  <a:moveTo>
                    <a:pt x="18475" y="0"/>
                  </a:moveTo>
                  <a:cubicBezTo>
                    <a:pt x="8129" y="0"/>
                    <a:pt x="0" y="8129"/>
                    <a:pt x="0" y="18475"/>
                  </a:cubicBezTo>
                  <a:cubicBezTo>
                    <a:pt x="0" y="28821"/>
                    <a:pt x="8129" y="37689"/>
                    <a:pt x="18475" y="37689"/>
                  </a:cubicBezTo>
                  <a:cubicBezTo>
                    <a:pt x="28821" y="37689"/>
                    <a:pt x="37689" y="28821"/>
                    <a:pt x="37689" y="18475"/>
                  </a:cubicBezTo>
                  <a:cubicBezTo>
                    <a:pt x="37689" y="8129"/>
                    <a:pt x="28821" y="0"/>
                    <a:pt x="18475" y="0"/>
                  </a:cubicBezTo>
                  <a:close/>
                </a:path>
              </a:pathLst>
            </a:custGeom>
            <a:solidFill>
              <a:srgbClr val="3091D8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B806D188-E657-2F2F-2EC3-F8ED335C501D}"/>
                </a:ext>
              </a:extLst>
            </p:cNvPr>
            <p:cNvSpPr/>
            <p:nvPr/>
          </p:nvSpPr>
          <p:spPr>
            <a:xfrm>
              <a:off x="6883163" y="3904764"/>
              <a:ext cx="541692" cy="314817"/>
            </a:xfrm>
            <a:custGeom>
              <a:avLst/>
              <a:gdLst>
                <a:gd name="connsiteX0" fmla="*/ 0 w 541692"/>
                <a:gd name="connsiteY0" fmla="*/ 0 h 314817"/>
                <a:gd name="connsiteX1" fmla="*/ 541693 w 541692"/>
                <a:gd name="connsiteY1" fmla="*/ 0 h 314817"/>
                <a:gd name="connsiteX2" fmla="*/ 541693 w 541692"/>
                <a:gd name="connsiteY2" fmla="*/ 297820 h 314817"/>
                <a:gd name="connsiteX3" fmla="*/ 523956 w 541692"/>
                <a:gd name="connsiteY3" fmla="*/ 314818 h 314817"/>
                <a:gd name="connsiteX4" fmla="*/ 16997 w 541692"/>
                <a:gd name="connsiteY4" fmla="*/ 314818 h 314817"/>
                <a:gd name="connsiteX5" fmla="*/ 0 w 541692"/>
                <a:gd name="connsiteY5" fmla="*/ 297820 h 314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692" h="314817">
                  <a:moveTo>
                    <a:pt x="0" y="0"/>
                  </a:moveTo>
                  <a:lnTo>
                    <a:pt x="541693" y="0"/>
                  </a:lnTo>
                  <a:lnTo>
                    <a:pt x="541693" y="297820"/>
                  </a:lnTo>
                  <a:cubicBezTo>
                    <a:pt x="541693" y="307428"/>
                    <a:pt x="533564" y="314818"/>
                    <a:pt x="523956" y="314818"/>
                  </a:cubicBezTo>
                  <a:lnTo>
                    <a:pt x="16997" y="314818"/>
                  </a:lnTo>
                  <a:cubicBezTo>
                    <a:pt x="7390" y="314818"/>
                    <a:pt x="0" y="307428"/>
                    <a:pt x="0" y="297820"/>
                  </a:cubicBezTo>
                  <a:close/>
                </a:path>
              </a:pathLst>
            </a:custGeom>
            <a:solidFill>
              <a:srgbClr val="D3E8FD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0FC39AEB-8647-FDBA-897B-CEDA1620CD38}"/>
                </a:ext>
              </a:extLst>
            </p:cNvPr>
            <p:cNvSpPr/>
            <p:nvPr/>
          </p:nvSpPr>
          <p:spPr>
            <a:xfrm>
              <a:off x="6883163" y="3845643"/>
              <a:ext cx="541692" cy="59120"/>
            </a:xfrm>
            <a:custGeom>
              <a:avLst/>
              <a:gdLst>
                <a:gd name="connsiteX0" fmla="*/ 0 w 541692"/>
                <a:gd name="connsiteY0" fmla="*/ 59121 h 59120"/>
                <a:gd name="connsiteX1" fmla="*/ 541693 w 541692"/>
                <a:gd name="connsiteY1" fmla="*/ 59121 h 59120"/>
                <a:gd name="connsiteX2" fmla="*/ 541693 w 541692"/>
                <a:gd name="connsiteY2" fmla="*/ 50992 h 59120"/>
                <a:gd name="connsiteX3" fmla="*/ 532825 w 541692"/>
                <a:gd name="connsiteY3" fmla="*/ 42124 h 59120"/>
                <a:gd name="connsiteX4" fmla="*/ 224658 w 541692"/>
                <a:gd name="connsiteY4" fmla="*/ 42124 h 59120"/>
                <a:gd name="connsiteX5" fmla="*/ 214313 w 541692"/>
                <a:gd name="connsiteY5" fmla="*/ 39167 h 59120"/>
                <a:gd name="connsiteX6" fmla="*/ 164798 w 541692"/>
                <a:gd name="connsiteY6" fmla="*/ 3695 h 59120"/>
                <a:gd name="connsiteX7" fmla="*/ 154452 w 541692"/>
                <a:gd name="connsiteY7" fmla="*/ 0 h 59120"/>
                <a:gd name="connsiteX8" fmla="*/ 16997 w 541692"/>
                <a:gd name="connsiteY8" fmla="*/ 0 h 59120"/>
                <a:gd name="connsiteX9" fmla="*/ 0 w 541692"/>
                <a:gd name="connsiteY9" fmla="*/ 16997 h 5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1692" h="59120">
                  <a:moveTo>
                    <a:pt x="0" y="59121"/>
                  </a:moveTo>
                  <a:lnTo>
                    <a:pt x="541693" y="59121"/>
                  </a:lnTo>
                  <a:lnTo>
                    <a:pt x="541693" y="50992"/>
                  </a:lnTo>
                  <a:cubicBezTo>
                    <a:pt x="541693" y="46557"/>
                    <a:pt x="537259" y="42124"/>
                    <a:pt x="532825" y="42124"/>
                  </a:cubicBezTo>
                  <a:lnTo>
                    <a:pt x="224658" y="42124"/>
                  </a:lnTo>
                  <a:cubicBezTo>
                    <a:pt x="220963" y="42124"/>
                    <a:pt x="217268" y="41385"/>
                    <a:pt x="214313" y="39167"/>
                  </a:cubicBezTo>
                  <a:lnTo>
                    <a:pt x="164798" y="3695"/>
                  </a:lnTo>
                  <a:cubicBezTo>
                    <a:pt x="161842" y="739"/>
                    <a:pt x="158147" y="0"/>
                    <a:pt x="154452" y="0"/>
                  </a:cubicBezTo>
                  <a:lnTo>
                    <a:pt x="16997" y="0"/>
                  </a:lnTo>
                  <a:cubicBezTo>
                    <a:pt x="7390" y="0"/>
                    <a:pt x="0" y="7390"/>
                    <a:pt x="0" y="16997"/>
                  </a:cubicBezTo>
                  <a:close/>
                </a:path>
              </a:pathLst>
            </a:custGeom>
            <a:solidFill>
              <a:srgbClr val="FF7C1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5134DB43-46DB-0B3D-D3B4-FE15BCD6D103}"/>
                </a:ext>
              </a:extLst>
            </p:cNvPr>
            <p:cNvSpPr/>
            <p:nvPr/>
          </p:nvSpPr>
          <p:spPr>
            <a:xfrm>
              <a:off x="6863948" y="3904764"/>
              <a:ext cx="541693" cy="314817"/>
            </a:xfrm>
            <a:custGeom>
              <a:avLst/>
              <a:gdLst>
                <a:gd name="connsiteX0" fmla="*/ 0 w 541693"/>
                <a:gd name="connsiteY0" fmla="*/ 0 h 314817"/>
                <a:gd name="connsiteX1" fmla="*/ 541694 w 541693"/>
                <a:gd name="connsiteY1" fmla="*/ 0 h 314817"/>
                <a:gd name="connsiteX2" fmla="*/ 541694 w 541693"/>
                <a:gd name="connsiteY2" fmla="*/ 297820 h 314817"/>
                <a:gd name="connsiteX3" fmla="*/ 524696 w 541693"/>
                <a:gd name="connsiteY3" fmla="*/ 314818 h 314817"/>
                <a:gd name="connsiteX4" fmla="*/ 16998 w 541693"/>
                <a:gd name="connsiteY4" fmla="*/ 314818 h 314817"/>
                <a:gd name="connsiteX5" fmla="*/ 0 w 541693"/>
                <a:gd name="connsiteY5" fmla="*/ 297820 h 314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693" h="314817">
                  <a:moveTo>
                    <a:pt x="0" y="0"/>
                  </a:moveTo>
                  <a:lnTo>
                    <a:pt x="541694" y="0"/>
                  </a:lnTo>
                  <a:lnTo>
                    <a:pt x="541694" y="297820"/>
                  </a:lnTo>
                  <a:cubicBezTo>
                    <a:pt x="541694" y="307428"/>
                    <a:pt x="533565" y="314818"/>
                    <a:pt x="524696" y="314818"/>
                  </a:cubicBezTo>
                  <a:lnTo>
                    <a:pt x="16998" y="314818"/>
                  </a:lnTo>
                  <a:cubicBezTo>
                    <a:pt x="7390" y="314818"/>
                    <a:pt x="0" y="307428"/>
                    <a:pt x="0" y="297820"/>
                  </a:cubicBezTo>
                  <a:close/>
                </a:path>
              </a:pathLst>
            </a:custGeom>
            <a:solidFill>
              <a:srgbClr val="FFFF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AA580C11-8555-01E3-3505-2BFC12A9972E}"/>
                </a:ext>
              </a:extLst>
            </p:cNvPr>
            <p:cNvSpPr/>
            <p:nvPr/>
          </p:nvSpPr>
          <p:spPr>
            <a:xfrm>
              <a:off x="6863948" y="3845643"/>
              <a:ext cx="541693" cy="59120"/>
            </a:xfrm>
            <a:custGeom>
              <a:avLst/>
              <a:gdLst>
                <a:gd name="connsiteX0" fmla="*/ 0 w 541693"/>
                <a:gd name="connsiteY0" fmla="*/ 59121 h 59120"/>
                <a:gd name="connsiteX1" fmla="*/ 541694 w 541693"/>
                <a:gd name="connsiteY1" fmla="*/ 59121 h 59120"/>
                <a:gd name="connsiteX2" fmla="*/ 541694 w 541693"/>
                <a:gd name="connsiteY2" fmla="*/ 50992 h 59120"/>
                <a:gd name="connsiteX3" fmla="*/ 532826 w 541693"/>
                <a:gd name="connsiteY3" fmla="*/ 42124 h 59120"/>
                <a:gd name="connsiteX4" fmla="*/ 224659 w 541693"/>
                <a:gd name="connsiteY4" fmla="*/ 42124 h 59120"/>
                <a:gd name="connsiteX5" fmla="*/ 214313 w 541693"/>
                <a:gd name="connsiteY5" fmla="*/ 39167 h 59120"/>
                <a:gd name="connsiteX6" fmla="*/ 165538 w 541693"/>
                <a:gd name="connsiteY6" fmla="*/ 3695 h 59120"/>
                <a:gd name="connsiteX7" fmla="*/ 154453 w 541693"/>
                <a:gd name="connsiteY7" fmla="*/ 0 h 59120"/>
                <a:gd name="connsiteX8" fmla="*/ 16998 w 541693"/>
                <a:gd name="connsiteY8" fmla="*/ 0 h 59120"/>
                <a:gd name="connsiteX9" fmla="*/ 0 w 541693"/>
                <a:gd name="connsiteY9" fmla="*/ 16997 h 5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1693" h="59120">
                  <a:moveTo>
                    <a:pt x="0" y="59121"/>
                  </a:moveTo>
                  <a:lnTo>
                    <a:pt x="541694" y="59121"/>
                  </a:lnTo>
                  <a:lnTo>
                    <a:pt x="541694" y="50992"/>
                  </a:lnTo>
                  <a:cubicBezTo>
                    <a:pt x="541694" y="46557"/>
                    <a:pt x="537999" y="42124"/>
                    <a:pt x="532826" y="42124"/>
                  </a:cubicBezTo>
                  <a:lnTo>
                    <a:pt x="224659" y="42124"/>
                  </a:lnTo>
                  <a:cubicBezTo>
                    <a:pt x="220964" y="42124"/>
                    <a:pt x="217269" y="41385"/>
                    <a:pt x="214313" y="39167"/>
                  </a:cubicBezTo>
                  <a:lnTo>
                    <a:pt x="165538" y="3695"/>
                  </a:lnTo>
                  <a:cubicBezTo>
                    <a:pt x="161843" y="739"/>
                    <a:pt x="158887" y="0"/>
                    <a:pt x="154453" y="0"/>
                  </a:cubicBezTo>
                  <a:lnTo>
                    <a:pt x="16998" y="0"/>
                  </a:lnTo>
                  <a:cubicBezTo>
                    <a:pt x="7390" y="0"/>
                    <a:pt x="0" y="7390"/>
                    <a:pt x="0" y="16997"/>
                  </a:cubicBezTo>
                  <a:close/>
                </a:path>
              </a:pathLst>
            </a:custGeom>
            <a:solidFill>
              <a:srgbClr val="FFAE2B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EE9D7B9E-0F52-79C0-A4DC-D1D9E82338F2}"/>
                </a:ext>
              </a:extLst>
            </p:cNvPr>
            <p:cNvSpPr/>
            <p:nvPr/>
          </p:nvSpPr>
          <p:spPr>
            <a:xfrm>
              <a:off x="6863948" y="3955017"/>
              <a:ext cx="157409" cy="206183"/>
            </a:xfrm>
            <a:custGeom>
              <a:avLst/>
              <a:gdLst>
                <a:gd name="connsiteX0" fmla="*/ 0 w 157409"/>
                <a:gd name="connsiteY0" fmla="*/ 39907 h 206183"/>
                <a:gd name="connsiteX1" fmla="*/ 2217 w 157409"/>
                <a:gd name="connsiteY1" fmla="*/ 38429 h 206183"/>
                <a:gd name="connsiteX2" fmla="*/ 0 w 157409"/>
                <a:gd name="connsiteY2" fmla="*/ 34733 h 206183"/>
                <a:gd name="connsiteX3" fmla="*/ 0 w 157409"/>
                <a:gd name="connsiteY3" fmla="*/ 15519 h 206183"/>
                <a:gd name="connsiteX4" fmla="*/ 10346 w 157409"/>
                <a:gd name="connsiteY4" fmla="*/ 9607 h 206183"/>
                <a:gd name="connsiteX5" fmla="*/ 14041 w 157409"/>
                <a:gd name="connsiteY5" fmla="*/ 10346 h 206183"/>
                <a:gd name="connsiteX6" fmla="*/ 24388 w 157409"/>
                <a:gd name="connsiteY6" fmla="*/ 25865 h 206183"/>
                <a:gd name="connsiteX7" fmla="*/ 41385 w 157409"/>
                <a:gd name="connsiteY7" fmla="*/ 20692 h 206183"/>
                <a:gd name="connsiteX8" fmla="*/ 42863 w 157409"/>
                <a:gd name="connsiteY8" fmla="*/ 2217 h 206183"/>
                <a:gd name="connsiteX9" fmla="*/ 45080 w 157409"/>
                <a:gd name="connsiteY9" fmla="*/ 0 h 206183"/>
                <a:gd name="connsiteX10" fmla="*/ 62816 w 157409"/>
                <a:gd name="connsiteY10" fmla="*/ 0 h 206183"/>
                <a:gd name="connsiteX11" fmla="*/ 65772 w 157409"/>
                <a:gd name="connsiteY11" fmla="*/ 2217 h 206183"/>
                <a:gd name="connsiteX12" fmla="*/ 67251 w 157409"/>
                <a:gd name="connsiteY12" fmla="*/ 20692 h 206183"/>
                <a:gd name="connsiteX13" fmla="*/ 84247 w 157409"/>
                <a:gd name="connsiteY13" fmla="*/ 25865 h 206183"/>
                <a:gd name="connsiteX14" fmla="*/ 94593 w 157409"/>
                <a:gd name="connsiteY14" fmla="*/ 10346 h 206183"/>
                <a:gd name="connsiteX15" fmla="*/ 98289 w 157409"/>
                <a:gd name="connsiteY15" fmla="*/ 9607 h 206183"/>
                <a:gd name="connsiteX16" fmla="*/ 113069 w 157409"/>
                <a:gd name="connsiteY16" fmla="*/ 18475 h 206183"/>
                <a:gd name="connsiteX17" fmla="*/ 114546 w 157409"/>
                <a:gd name="connsiteY17" fmla="*/ 21431 h 206183"/>
                <a:gd name="connsiteX18" fmla="*/ 106417 w 157409"/>
                <a:gd name="connsiteY18" fmla="*/ 38429 h 206183"/>
                <a:gd name="connsiteX19" fmla="*/ 118981 w 157409"/>
                <a:gd name="connsiteY19" fmla="*/ 50992 h 206183"/>
                <a:gd name="connsiteX20" fmla="*/ 135239 w 157409"/>
                <a:gd name="connsiteY20" fmla="*/ 42863 h 206183"/>
                <a:gd name="connsiteX21" fmla="*/ 138934 w 157409"/>
                <a:gd name="connsiteY21" fmla="*/ 43602 h 206183"/>
                <a:gd name="connsiteX22" fmla="*/ 147802 w 157409"/>
                <a:gd name="connsiteY22" fmla="*/ 59121 h 206183"/>
                <a:gd name="connsiteX23" fmla="*/ 147063 w 157409"/>
                <a:gd name="connsiteY23" fmla="*/ 62816 h 206183"/>
                <a:gd name="connsiteX24" fmla="*/ 131544 w 157409"/>
                <a:gd name="connsiteY24" fmla="*/ 73162 h 206183"/>
                <a:gd name="connsiteX25" fmla="*/ 135978 w 157409"/>
                <a:gd name="connsiteY25" fmla="*/ 90159 h 206183"/>
                <a:gd name="connsiteX26" fmla="*/ 155192 w 157409"/>
                <a:gd name="connsiteY26" fmla="*/ 91637 h 206183"/>
                <a:gd name="connsiteX27" fmla="*/ 157409 w 157409"/>
                <a:gd name="connsiteY27" fmla="*/ 94593 h 206183"/>
                <a:gd name="connsiteX28" fmla="*/ 157409 w 157409"/>
                <a:gd name="connsiteY28" fmla="*/ 111590 h 206183"/>
                <a:gd name="connsiteX29" fmla="*/ 155192 w 157409"/>
                <a:gd name="connsiteY29" fmla="*/ 114546 h 206183"/>
                <a:gd name="connsiteX30" fmla="*/ 135978 w 157409"/>
                <a:gd name="connsiteY30" fmla="*/ 116024 h 206183"/>
                <a:gd name="connsiteX31" fmla="*/ 131544 w 157409"/>
                <a:gd name="connsiteY31" fmla="*/ 133022 h 206183"/>
                <a:gd name="connsiteX32" fmla="*/ 147063 w 157409"/>
                <a:gd name="connsiteY32" fmla="*/ 143368 h 206183"/>
                <a:gd name="connsiteX33" fmla="*/ 147802 w 157409"/>
                <a:gd name="connsiteY33" fmla="*/ 147063 h 206183"/>
                <a:gd name="connsiteX34" fmla="*/ 138934 w 157409"/>
                <a:gd name="connsiteY34" fmla="*/ 162582 h 206183"/>
                <a:gd name="connsiteX35" fmla="*/ 135239 w 157409"/>
                <a:gd name="connsiteY35" fmla="*/ 163321 h 206183"/>
                <a:gd name="connsiteX36" fmla="*/ 118981 w 157409"/>
                <a:gd name="connsiteY36" fmla="*/ 155192 h 206183"/>
                <a:gd name="connsiteX37" fmla="*/ 106417 w 157409"/>
                <a:gd name="connsiteY37" fmla="*/ 167755 h 206183"/>
                <a:gd name="connsiteX38" fmla="*/ 114546 w 157409"/>
                <a:gd name="connsiteY38" fmla="*/ 184752 h 206183"/>
                <a:gd name="connsiteX39" fmla="*/ 113069 w 157409"/>
                <a:gd name="connsiteY39" fmla="*/ 188447 h 206183"/>
                <a:gd name="connsiteX40" fmla="*/ 98289 w 157409"/>
                <a:gd name="connsiteY40" fmla="*/ 196576 h 206183"/>
                <a:gd name="connsiteX41" fmla="*/ 94593 w 157409"/>
                <a:gd name="connsiteY41" fmla="*/ 195837 h 206183"/>
                <a:gd name="connsiteX42" fmla="*/ 84247 w 157409"/>
                <a:gd name="connsiteY42" fmla="*/ 181057 h 206183"/>
                <a:gd name="connsiteX43" fmla="*/ 67251 w 157409"/>
                <a:gd name="connsiteY43" fmla="*/ 185491 h 206183"/>
                <a:gd name="connsiteX44" fmla="*/ 65772 w 157409"/>
                <a:gd name="connsiteY44" fmla="*/ 203966 h 206183"/>
                <a:gd name="connsiteX45" fmla="*/ 62816 w 157409"/>
                <a:gd name="connsiteY45" fmla="*/ 206184 h 206183"/>
                <a:gd name="connsiteX46" fmla="*/ 45080 w 157409"/>
                <a:gd name="connsiteY46" fmla="*/ 206184 h 206183"/>
                <a:gd name="connsiteX47" fmla="*/ 42863 w 157409"/>
                <a:gd name="connsiteY47" fmla="*/ 203966 h 206183"/>
                <a:gd name="connsiteX48" fmla="*/ 41385 w 157409"/>
                <a:gd name="connsiteY48" fmla="*/ 185491 h 206183"/>
                <a:gd name="connsiteX49" fmla="*/ 24388 w 157409"/>
                <a:gd name="connsiteY49" fmla="*/ 181057 h 206183"/>
                <a:gd name="connsiteX50" fmla="*/ 14041 w 157409"/>
                <a:gd name="connsiteY50" fmla="*/ 195837 h 206183"/>
                <a:gd name="connsiteX51" fmla="*/ 10346 w 157409"/>
                <a:gd name="connsiteY51" fmla="*/ 196576 h 206183"/>
                <a:gd name="connsiteX52" fmla="*/ 0 w 157409"/>
                <a:gd name="connsiteY52" fmla="*/ 191403 h 206183"/>
                <a:gd name="connsiteX53" fmla="*/ 0 w 157409"/>
                <a:gd name="connsiteY53" fmla="*/ 172189 h 206183"/>
                <a:gd name="connsiteX54" fmla="*/ 2217 w 157409"/>
                <a:gd name="connsiteY54" fmla="*/ 167755 h 206183"/>
                <a:gd name="connsiteX55" fmla="*/ 0 w 157409"/>
                <a:gd name="connsiteY55" fmla="*/ 166277 h 206183"/>
                <a:gd name="connsiteX56" fmla="*/ 22910 w 157409"/>
                <a:gd name="connsiteY56" fmla="*/ 84986 h 206183"/>
                <a:gd name="connsiteX57" fmla="*/ 36212 w 157409"/>
                <a:gd name="connsiteY57" fmla="*/ 133761 h 206183"/>
                <a:gd name="connsiteX58" fmla="*/ 84986 w 157409"/>
                <a:gd name="connsiteY58" fmla="*/ 121198 h 206183"/>
                <a:gd name="connsiteX59" fmla="*/ 71684 w 157409"/>
                <a:gd name="connsiteY59" fmla="*/ 72423 h 206183"/>
                <a:gd name="connsiteX60" fmla="*/ 22910 w 157409"/>
                <a:gd name="connsiteY60" fmla="*/ 84986 h 20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57409" h="206183">
                  <a:moveTo>
                    <a:pt x="0" y="39907"/>
                  </a:moveTo>
                  <a:cubicBezTo>
                    <a:pt x="518" y="39411"/>
                    <a:pt x="1257" y="38924"/>
                    <a:pt x="2217" y="38429"/>
                  </a:cubicBezTo>
                  <a:lnTo>
                    <a:pt x="0" y="34733"/>
                  </a:lnTo>
                  <a:lnTo>
                    <a:pt x="0" y="15519"/>
                  </a:lnTo>
                  <a:lnTo>
                    <a:pt x="10346" y="9607"/>
                  </a:lnTo>
                  <a:cubicBezTo>
                    <a:pt x="11085" y="8868"/>
                    <a:pt x="12564" y="8868"/>
                    <a:pt x="14041" y="10346"/>
                  </a:cubicBezTo>
                  <a:lnTo>
                    <a:pt x="24388" y="25865"/>
                  </a:lnTo>
                  <a:cubicBezTo>
                    <a:pt x="29782" y="23405"/>
                    <a:pt x="35473" y="21675"/>
                    <a:pt x="41385" y="20692"/>
                  </a:cubicBezTo>
                  <a:lnTo>
                    <a:pt x="42863" y="2217"/>
                  </a:lnTo>
                  <a:cubicBezTo>
                    <a:pt x="42863" y="739"/>
                    <a:pt x="43602" y="0"/>
                    <a:pt x="45080" y="0"/>
                  </a:cubicBezTo>
                  <a:lnTo>
                    <a:pt x="62816" y="0"/>
                  </a:lnTo>
                  <a:cubicBezTo>
                    <a:pt x="64294" y="0"/>
                    <a:pt x="65772" y="739"/>
                    <a:pt x="65772" y="2217"/>
                  </a:cubicBezTo>
                  <a:lnTo>
                    <a:pt x="67251" y="20692"/>
                  </a:lnTo>
                  <a:cubicBezTo>
                    <a:pt x="73162" y="21675"/>
                    <a:pt x="78853" y="23405"/>
                    <a:pt x="84247" y="25865"/>
                  </a:cubicBezTo>
                  <a:lnTo>
                    <a:pt x="94593" y="10346"/>
                  </a:lnTo>
                  <a:cubicBezTo>
                    <a:pt x="95332" y="8868"/>
                    <a:pt x="96811" y="8868"/>
                    <a:pt x="98289" y="9607"/>
                  </a:cubicBezTo>
                  <a:lnTo>
                    <a:pt x="113069" y="18475"/>
                  </a:lnTo>
                  <a:cubicBezTo>
                    <a:pt x="114546" y="18475"/>
                    <a:pt x="115286" y="20692"/>
                    <a:pt x="114546" y="21431"/>
                  </a:cubicBezTo>
                  <a:lnTo>
                    <a:pt x="106417" y="38429"/>
                  </a:lnTo>
                  <a:cubicBezTo>
                    <a:pt x="110851" y="42367"/>
                    <a:pt x="115064" y="46558"/>
                    <a:pt x="118981" y="50992"/>
                  </a:cubicBezTo>
                  <a:lnTo>
                    <a:pt x="135239" y="42863"/>
                  </a:lnTo>
                  <a:cubicBezTo>
                    <a:pt x="136717" y="42124"/>
                    <a:pt x="138195" y="42863"/>
                    <a:pt x="138934" y="43602"/>
                  </a:cubicBezTo>
                  <a:lnTo>
                    <a:pt x="147802" y="59121"/>
                  </a:lnTo>
                  <a:cubicBezTo>
                    <a:pt x="148541" y="60599"/>
                    <a:pt x="148541" y="62077"/>
                    <a:pt x="147063" y="62816"/>
                  </a:cubicBezTo>
                  <a:lnTo>
                    <a:pt x="131544" y="73162"/>
                  </a:lnTo>
                  <a:cubicBezTo>
                    <a:pt x="133982" y="78579"/>
                    <a:pt x="135461" y="84247"/>
                    <a:pt x="135978" y="90159"/>
                  </a:cubicBezTo>
                  <a:lnTo>
                    <a:pt x="155192" y="91637"/>
                  </a:lnTo>
                  <a:cubicBezTo>
                    <a:pt x="155932" y="91637"/>
                    <a:pt x="157409" y="93115"/>
                    <a:pt x="157409" y="94593"/>
                  </a:cubicBezTo>
                  <a:lnTo>
                    <a:pt x="157409" y="111590"/>
                  </a:lnTo>
                  <a:cubicBezTo>
                    <a:pt x="157409" y="113068"/>
                    <a:pt x="155932" y="114546"/>
                    <a:pt x="155192" y="114546"/>
                  </a:cubicBezTo>
                  <a:lnTo>
                    <a:pt x="135978" y="116024"/>
                  </a:lnTo>
                  <a:cubicBezTo>
                    <a:pt x="135461" y="121936"/>
                    <a:pt x="133982" y="127605"/>
                    <a:pt x="131544" y="133022"/>
                  </a:cubicBezTo>
                  <a:lnTo>
                    <a:pt x="147063" y="143368"/>
                  </a:lnTo>
                  <a:cubicBezTo>
                    <a:pt x="148541" y="144107"/>
                    <a:pt x="148541" y="145585"/>
                    <a:pt x="147802" y="147063"/>
                  </a:cubicBezTo>
                  <a:lnTo>
                    <a:pt x="138934" y="162582"/>
                  </a:lnTo>
                  <a:cubicBezTo>
                    <a:pt x="138195" y="163321"/>
                    <a:pt x="136717" y="164060"/>
                    <a:pt x="135239" y="163321"/>
                  </a:cubicBezTo>
                  <a:lnTo>
                    <a:pt x="118981" y="155192"/>
                  </a:lnTo>
                  <a:cubicBezTo>
                    <a:pt x="115064" y="160121"/>
                    <a:pt x="110851" y="164304"/>
                    <a:pt x="106417" y="167755"/>
                  </a:cubicBezTo>
                  <a:lnTo>
                    <a:pt x="114546" y="184752"/>
                  </a:lnTo>
                  <a:cubicBezTo>
                    <a:pt x="115286" y="186230"/>
                    <a:pt x="114546" y="187708"/>
                    <a:pt x="113069" y="188447"/>
                  </a:cubicBezTo>
                  <a:lnTo>
                    <a:pt x="98289" y="196576"/>
                  </a:lnTo>
                  <a:cubicBezTo>
                    <a:pt x="96811" y="197315"/>
                    <a:pt x="95332" y="197315"/>
                    <a:pt x="94593" y="195837"/>
                  </a:cubicBezTo>
                  <a:lnTo>
                    <a:pt x="84247" y="181057"/>
                  </a:lnTo>
                  <a:cubicBezTo>
                    <a:pt x="78853" y="183030"/>
                    <a:pt x="73162" y="184508"/>
                    <a:pt x="67251" y="185491"/>
                  </a:cubicBezTo>
                  <a:lnTo>
                    <a:pt x="65772" y="203966"/>
                  </a:lnTo>
                  <a:cubicBezTo>
                    <a:pt x="65772" y="205445"/>
                    <a:pt x="64294" y="206184"/>
                    <a:pt x="62816" y="206184"/>
                  </a:cubicBezTo>
                  <a:lnTo>
                    <a:pt x="45080" y="206184"/>
                  </a:lnTo>
                  <a:cubicBezTo>
                    <a:pt x="43602" y="206184"/>
                    <a:pt x="42863" y="205445"/>
                    <a:pt x="42863" y="203966"/>
                  </a:cubicBezTo>
                  <a:lnTo>
                    <a:pt x="41385" y="185491"/>
                  </a:lnTo>
                  <a:cubicBezTo>
                    <a:pt x="35473" y="184508"/>
                    <a:pt x="29782" y="183030"/>
                    <a:pt x="24388" y="181057"/>
                  </a:cubicBezTo>
                  <a:lnTo>
                    <a:pt x="14041" y="195837"/>
                  </a:lnTo>
                  <a:cubicBezTo>
                    <a:pt x="12564" y="197315"/>
                    <a:pt x="11085" y="197315"/>
                    <a:pt x="10346" y="196576"/>
                  </a:cubicBezTo>
                  <a:lnTo>
                    <a:pt x="0" y="191403"/>
                  </a:lnTo>
                  <a:lnTo>
                    <a:pt x="0" y="172189"/>
                  </a:lnTo>
                  <a:lnTo>
                    <a:pt x="2217" y="167755"/>
                  </a:lnTo>
                  <a:cubicBezTo>
                    <a:pt x="1257" y="167260"/>
                    <a:pt x="518" y="166772"/>
                    <a:pt x="0" y="166277"/>
                  </a:cubicBezTo>
                  <a:close/>
                  <a:moveTo>
                    <a:pt x="22910" y="84986"/>
                  </a:moveTo>
                  <a:cubicBezTo>
                    <a:pt x="13303" y="101983"/>
                    <a:pt x="19215" y="124154"/>
                    <a:pt x="36212" y="133761"/>
                  </a:cubicBezTo>
                  <a:cubicBezTo>
                    <a:pt x="53209" y="144107"/>
                    <a:pt x="75379" y="138195"/>
                    <a:pt x="84986" y="121198"/>
                  </a:cubicBezTo>
                  <a:cubicBezTo>
                    <a:pt x="94593" y="103461"/>
                    <a:pt x="89421" y="82030"/>
                    <a:pt x="71684" y="72423"/>
                  </a:cubicBezTo>
                  <a:cubicBezTo>
                    <a:pt x="54687" y="62077"/>
                    <a:pt x="33255" y="67989"/>
                    <a:pt x="22910" y="84986"/>
                  </a:cubicBezTo>
                  <a:close/>
                </a:path>
              </a:pathLst>
            </a:custGeom>
            <a:solidFill>
              <a:srgbClr val="D3E8FD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AF2F763-20A0-CBD5-48D0-3D85CAB4DA84}"/>
                </a:ext>
              </a:extLst>
            </p:cNvPr>
            <p:cNvSpPr/>
            <p:nvPr/>
          </p:nvSpPr>
          <p:spPr>
            <a:xfrm>
              <a:off x="6805567" y="3949105"/>
              <a:ext cx="206922" cy="206183"/>
            </a:xfrm>
            <a:custGeom>
              <a:avLst/>
              <a:gdLst>
                <a:gd name="connsiteX0" fmla="*/ 38428 w 206922"/>
                <a:gd name="connsiteY0" fmla="*/ 50992 h 206183"/>
                <a:gd name="connsiteX1" fmla="*/ 50991 w 206922"/>
                <a:gd name="connsiteY1" fmla="*/ 38429 h 206183"/>
                <a:gd name="connsiteX2" fmla="*/ 42862 w 206922"/>
                <a:gd name="connsiteY2" fmla="*/ 21431 h 206183"/>
                <a:gd name="connsiteX3" fmla="*/ 44341 w 206922"/>
                <a:gd name="connsiteY3" fmla="*/ 17736 h 206183"/>
                <a:gd name="connsiteX4" fmla="*/ 59121 w 206922"/>
                <a:gd name="connsiteY4" fmla="*/ 9607 h 206183"/>
                <a:gd name="connsiteX5" fmla="*/ 62816 w 206922"/>
                <a:gd name="connsiteY5" fmla="*/ 10346 h 206183"/>
                <a:gd name="connsiteX6" fmla="*/ 73901 w 206922"/>
                <a:gd name="connsiteY6" fmla="*/ 25126 h 206183"/>
                <a:gd name="connsiteX7" fmla="*/ 90898 w 206922"/>
                <a:gd name="connsiteY7" fmla="*/ 20692 h 206183"/>
                <a:gd name="connsiteX8" fmla="*/ 91636 w 206922"/>
                <a:gd name="connsiteY8" fmla="*/ 2217 h 206183"/>
                <a:gd name="connsiteX9" fmla="*/ 94593 w 206922"/>
                <a:gd name="connsiteY9" fmla="*/ 0 h 206183"/>
                <a:gd name="connsiteX10" fmla="*/ 112329 w 206922"/>
                <a:gd name="connsiteY10" fmla="*/ 0 h 206183"/>
                <a:gd name="connsiteX11" fmla="*/ 115285 w 206922"/>
                <a:gd name="connsiteY11" fmla="*/ 2217 h 206183"/>
                <a:gd name="connsiteX12" fmla="*/ 116763 w 206922"/>
                <a:gd name="connsiteY12" fmla="*/ 20692 h 206183"/>
                <a:gd name="connsiteX13" fmla="*/ 133760 w 206922"/>
                <a:gd name="connsiteY13" fmla="*/ 25126 h 206183"/>
                <a:gd name="connsiteX14" fmla="*/ 144107 w 206922"/>
                <a:gd name="connsiteY14" fmla="*/ 10346 h 206183"/>
                <a:gd name="connsiteX15" fmla="*/ 147802 w 206922"/>
                <a:gd name="connsiteY15" fmla="*/ 9607 h 206183"/>
                <a:gd name="connsiteX16" fmla="*/ 162582 w 206922"/>
                <a:gd name="connsiteY16" fmla="*/ 17736 h 206183"/>
                <a:gd name="connsiteX17" fmla="*/ 164060 w 206922"/>
                <a:gd name="connsiteY17" fmla="*/ 21431 h 206183"/>
                <a:gd name="connsiteX18" fmla="*/ 155931 w 206922"/>
                <a:gd name="connsiteY18" fmla="*/ 38429 h 206183"/>
                <a:gd name="connsiteX19" fmla="*/ 168493 w 206922"/>
                <a:gd name="connsiteY19" fmla="*/ 50992 h 206183"/>
                <a:gd name="connsiteX20" fmla="*/ 184752 w 206922"/>
                <a:gd name="connsiteY20" fmla="*/ 42862 h 206183"/>
                <a:gd name="connsiteX21" fmla="*/ 188447 w 206922"/>
                <a:gd name="connsiteY21" fmla="*/ 43601 h 206183"/>
                <a:gd name="connsiteX22" fmla="*/ 197315 w 206922"/>
                <a:gd name="connsiteY22" fmla="*/ 59121 h 206183"/>
                <a:gd name="connsiteX23" fmla="*/ 196576 w 206922"/>
                <a:gd name="connsiteY23" fmla="*/ 62816 h 206183"/>
                <a:gd name="connsiteX24" fmla="*/ 181057 w 206922"/>
                <a:gd name="connsiteY24" fmla="*/ 73162 h 206183"/>
                <a:gd name="connsiteX25" fmla="*/ 185491 w 206922"/>
                <a:gd name="connsiteY25" fmla="*/ 90159 h 206183"/>
                <a:gd name="connsiteX26" fmla="*/ 203966 w 206922"/>
                <a:gd name="connsiteY26" fmla="*/ 91637 h 206183"/>
                <a:gd name="connsiteX27" fmla="*/ 206922 w 206922"/>
                <a:gd name="connsiteY27" fmla="*/ 94593 h 206183"/>
                <a:gd name="connsiteX28" fmla="*/ 206922 w 206922"/>
                <a:gd name="connsiteY28" fmla="*/ 111590 h 206183"/>
                <a:gd name="connsiteX29" fmla="*/ 203966 w 206922"/>
                <a:gd name="connsiteY29" fmla="*/ 114546 h 206183"/>
                <a:gd name="connsiteX30" fmla="*/ 185491 w 206922"/>
                <a:gd name="connsiteY30" fmla="*/ 116024 h 206183"/>
                <a:gd name="connsiteX31" fmla="*/ 181057 w 206922"/>
                <a:gd name="connsiteY31" fmla="*/ 133022 h 206183"/>
                <a:gd name="connsiteX32" fmla="*/ 196576 w 206922"/>
                <a:gd name="connsiteY32" fmla="*/ 143368 h 206183"/>
                <a:gd name="connsiteX33" fmla="*/ 197315 w 206922"/>
                <a:gd name="connsiteY33" fmla="*/ 147063 h 206183"/>
                <a:gd name="connsiteX34" fmla="*/ 188447 w 206922"/>
                <a:gd name="connsiteY34" fmla="*/ 162582 h 206183"/>
                <a:gd name="connsiteX35" fmla="*/ 184752 w 206922"/>
                <a:gd name="connsiteY35" fmla="*/ 163321 h 206183"/>
                <a:gd name="connsiteX36" fmla="*/ 168493 w 206922"/>
                <a:gd name="connsiteY36" fmla="*/ 155192 h 206183"/>
                <a:gd name="connsiteX37" fmla="*/ 155931 w 206922"/>
                <a:gd name="connsiteY37" fmla="*/ 167755 h 206183"/>
                <a:gd name="connsiteX38" fmla="*/ 164060 w 206922"/>
                <a:gd name="connsiteY38" fmla="*/ 184752 h 206183"/>
                <a:gd name="connsiteX39" fmla="*/ 162582 w 206922"/>
                <a:gd name="connsiteY39" fmla="*/ 188447 h 206183"/>
                <a:gd name="connsiteX40" fmla="*/ 147802 w 206922"/>
                <a:gd name="connsiteY40" fmla="*/ 196576 h 206183"/>
                <a:gd name="connsiteX41" fmla="*/ 144107 w 206922"/>
                <a:gd name="connsiteY41" fmla="*/ 195837 h 206183"/>
                <a:gd name="connsiteX42" fmla="*/ 133022 w 206922"/>
                <a:gd name="connsiteY42" fmla="*/ 180318 h 206183"/>
                <a:gd name="connsiteX43" fmla="*/ 116763 w 206922"/>
                <a:gd name="connsiteY43" fmla="*/ 185491 h 206183"/>
                <a:gd name="connsiteX44" fmla="*/ 115285 w 206922"/>
                <a:gd name="connsiteY44" fmla="*/ 203966 h 206183"/>
                <a:gd name="connsiteX45" fmla="*/ 112329 w 206922"/>
                <a:gd name="connsiteY45" fmla="*/ 206183 h 206183"/>
                <a:gd name="connsiteX46" fmla="*/ 94593 w 206922"/>
                <a:gd name="connsiteY46" fmla="*/ 206183 h 206183"/>
                <a:gd name="connsiteX47" fmla="*/ 91636 w 206922"/>
                <a:gd name="connsiteY47" fmla="*/ 203966 h 206183"/>
                <a:gd name="connsiteX48" fmla="*/ 90898 w 206922"/>
                <a:gd name="connsiteY48" fmla="*/ 185491 h 206183"/>
                <a:gd name="connsiteX49" fmla="*/ 73901 w 206922"/>
                <a:gd name="connsiteY49" fmla="*/ 181057 h 206183"/>
                <a:gd name="connsiteX50" fmla="*/ 62816 w 206922"/>
                <a:gd name="connsiteY50" fmla="*/ 195837 h 206183"/>
                <a:gd name="connsiteX51" fmla="*/ 59121 w 206922"/>
                <a:gd name="connsiteY51" fmla="*/ 196576 h 206183"/>
                <a:gd name="connsiteX52" fmla="*/ 44341 w 206922"/>
                <a:gd name="connsiteY52" fmla="*/ 188447 h 206183"/>
                <a:gd name="connsiteX53" fmla="*/ 42862 w 206922"/>
                <a:gd name="connsiteY53" fmla="*/ 184752 h 206183"/>
                <a:gd name="connsiteX54" fmla="*/ 50991 w 206922"/>
                <a:gd name="connsiteY54" fmla="*/ 167755 h 206183"/>
                <a:gd name="connsiteX55" fmla="*/ 38428 w 206922"/>
                <a:gd name="connsiteY55" fmla="*/ 155192 h 206183"/>
                <a:gd name="connsiteX56" fmla="*/ 22170 w 206922"/>
                <a:gd name="connsiteY56" fmla="*/ 163321 h 206183"/>
                <a:gd name="connsiteX57" fmla="*/ 18475 w 206922"/>
                <a:gd name="connsiteY57" fmla="*/ 162582 h 206183"/>
                <a:gd name="connsiteX58" fmla="*/ 9607 w 206922"/>
                <a:gd name="connsiteY58" fmla="*/ 147063 h 206183"/>
                <a:gd name="connsiteX59" fmla="*/ 10345 w 206922"/>
                <a:gd name="connsiteY59" fmla="*/ 143368 h 206183"/>
                <a:gd name="connsiteX60" fmla="*/ 25865 w 206922"/>
                <a:gd name="connsiteY60" fmla="*/ 133022 h 206183"/>
                <a:gd name="connsiteX61" fmla="*/ 21431 w 206922"/>
                <a:gd name="connsiteY61" fmla="*/ 116024 h 206183"/>
                <a:gd name="connsiteX62" fmla="*/ 2955 w 206922"/>
                <a:gd name="connsiteY62" fmla="*/ 114546 h 206183"/>
                <a:gd name="connsiteX63" fmla="*/ 0 w 206922"/>
                <a:gd name="connsiteY63" fmla="*/ 111590 h 206183"/>
                <a:gd name="connsiteX64" fmla="*/ 0 w 206922"/>
                <a:gd name="connsiteY64" fmla="*/ 94593 h 206183"/>
                <a:gd name="connsiteX65" fmla="*/ 2955 w 206922"/>
                <a:gd name="connsiteY65" fmla="*/ 91637 h 206183"/>
                <a:gd name="connsiteX66" fmla="*/ 21431 w 206922"/>
                <a:gd name="connsiteY66" fmla="*/ 90159 h 206183"/>
                <a:gd name="connsiteX67" fmla="*/ 25865 w 206922"/>
                <a:gd name="connsiteY67" fmla="*/ 73162 h 206183"/>
                <a:gd name="connsiteX68" fmla="*/ 10345 w 206922"/>
                <a:gd name="connsiteY68" fmla="*/ 62816 h 206183"/>
                <a:gd name="connsiteX69" fmla="*/ 9607 w 206922"/>
                <a:gd name="connsiteY69" fmla="*/ 59121 h 206183"/>
                <a:gd name="connsiteX70" fmla="*/ 18475 w 206922"/>
                <a:gd name="connsiteY70" fmla="*/ 43601 h 206183"/>
                <a:gd name="connsiteX71" fmla="*/ 22170 w 206922"/>
                <a:gd name="connsiteY71" fmla="*/ 42862 h 206183"/>
                <a:gd name="connsiteX72" fmla="*/ 72422 w 206922"/>
                <a:gd name="connsiteY72" fmla="*/ 84986 h 206183"/>
                <a:gd name="connsiteX73" fmla="*/ 84986 w 206922"/>
                <a:gd name="connsiteY73" fmla="*/ 133761 h 206183"/>
                <a:gd name="connsiteX74" fmla="*/ 133760 w 206922"/>
                <a:gd name="connsiteY74" fmla="*/ 121197 h 206183"/>
                <a:gd name="connsiteX75" fmla="*/ 121197 w 206922"/>
                <a:gd name="connsiteY75" fmla="*/ 72423 h 206183"/>
                <a:gd name="connsiteX76" fmla="*/ 72422 w 206922"/>
                <a:gd name="connsiteY76" fmla="*/ 84986 h 20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206922" h="206183">
                  <a:moveTo>
                    <a:pt x="38428" y="50992"/>
                  </a:moveTo>
                  <a:cubicBezTo>
                    <a:pt x="42345" y="46062"/>
                    <a:pt x="46557" y="41880"/>
                    <a:pt x="50991" y="38429"/>
                  </a:cubicBezTo>
                  <a:lnTo>
                    <a:pt x="42862" y="21431"/>
                  </a:lnTo>
                  <a:cubicBezTo>
                    <a:pt x="42862" y="19953"/>
                    <a:pt x="42862" y="18475"/>
                    <a:pt x="44341" y="17736"/>
                  </a:cubicBezTo>
                  <a:lnTo>
                    <a:pt x="59121" y="9607"/>
                  </a:lnTo>
                  <a:cubicBezTo>
                    <a:pt x="60598" y="8868"/>
                    <a:pt x="62076" y="8868"/>
                    <a:pt x="62816" y="10346"/>
                  </a:cubicBezTo>
                  <a:lnTo>
                    <a:pt x="73901" y="25126"/>
                  </a:lnTo>
                  <a:cubicBezTo>
                    <a:pt x="79295" y="23153"/>
                    <a:pt x="84986" y="21675"/>
                    <a:pt x="90898" y="20692"/>
                  </a:cubicBezTo>
                  <a:lnTo>
                    <a:pt x="91636" y="2217"/>
                  </a:lnTo>
                  <a:cubicBezTo>
                    <a:pt x="92376" y="739"/>
                    <a:pt x="93115" y="0"/>
                    <a:pt x="94593" y="0"/>
                  </a:cubicBezTo>
                  <a:lnTo>
                    <a:pt x="112329" y="0"/>
                  </a:lnTo>
                  <a:cubicBezTo>
                    <a:pt x="113807" y="0"/>
                    <a:pt x="114546" y="739"/>
                    <a:pt x="115285" y="2217"/>
                  </a:cubicBezTo>
                  <a:lnTo>
                    <a:pt x="116763" y="20692"/>
                  </a:lnTo>
                  <a:cubicBezTo>
                    <a:pt x="122157" y="21675"/>
                    <a:pt x="127848" y="23153"/>
                    <a:pt x="133760" y="25126"/>
                  </a:cubicBezTo>
                  <a:lnTo>
                    <a:pt x="144107" y="10346"/>
                  </a:lnTo>
                  <a:cubicBezTo>
                    <a:pt x="144846" y="8868"/>
                    <a:pt x="146323" y="8868"/>
                    <a:pt x="147802" y="9607"/>
                  </a:cubicBezTo>
                  <a:lnTo>
                    <a:pt x="162582" y="17736"/>
                  </a:lnTo>
                  <a:cubicBezTo>
                    <a:pt x="164060" y="18475"/>
                    <a:pt x="164060" y="19953"/>
                    <a:pt x="164060" y="21431"/>
                  </a:cubicBezTo>
                  <a:lnTo>
                    <a:pt x="155931" y="38429"/>
                  </a:lnTo>
                  <a:cubicBezTo>
                    <a:pt x="160365" y="41880"/>
                    <a:pt x="164576" y="46062"/>
                    <a:pt x="168493" y="50992"/>
                  </a:cubicBezTo>
                  <a:lnTo>
                    <a:pt x="184752" y="42862"/>
                  </a:lnTo>
                  <a:cubicBezTo>
                    <a:pt x="186230" y="42124"/>
                    <a:pt x="187707" y="42862"/>
                    <a:pt x="188447" y="43601"/>
                  </a:cubicBezTo>
                  <a:lnTo>
                    <a:pt x="197315" y="59121"/>
                  </a:lnTo>
                  <a:cubicBezTo>
                    <a:pt x="198054" y="60599"/>
                    <a:pt x="197315" y="62077"/>
                    <a:pt x="196576" y="62816"/>
                  </a:cubicBezTo>
                  <a:lnTo>
                    <a:pt x="181057" y="73162"/>
                  </a:lnTo>
                  <a:cubicBezTo>
                    <a:pt x="183052" y="78579"/>
                    <a:pt x="184530" y="84247"/>
                    <a:pt x="185491" y="90159"/>
                  </a:cubicBezTo>
                  <a:lnTo>
                    <a:pt x="203966" y="91637"/>
                  </a:lnTo>
                  <a:cubicBezTo>
                    <a:pt x="205444" y="91637"/>
                    <a:pt x="206922" y="93115"/>
                    <a:pt x="206922" y="94593"/>
                  </a:cubicBezTo>
                  <a:lnTo>
                    <a:pt x="206922" y="111590"/>
                  </a:lnTo>
                  <a:cubicBezTo>
                    <a:pt x="206922" y="113068"/>
                    <a:pt x="205444" y="114546"/>
                    <a:pt x="203966" y="114546"/>
                  </a:cubicBezTo>
                  <a:lnTo>
                    <a:pt x="185491" y="116024"/>
                  </a:lnTo>
                  <a:cubicBezTo>
                    <a:pt x="184530" y="121936"/>
                    <a:pt x="183052" y="127605"/>
                    <a:pt x="181057" y="133022"/>
                  </a:cubicBezTo>
                  <a:lnTo>
                    <a:pt x="196576" y="143368"/>
                  </a:lnTo>
                  <a:cubicBezTo>
                    <a:pt x="197315" y="144107"/>
                    <a:pt x="198054" y="145585"/>
                    <a:pt x="197315" y="147063"/>
                  </a:cubicBezTo>
                  <a:lnTo>
                    <a:pt x="188447" y="162582"/>
                  </a:lnTo>
                  <a:cubicBezTo>
                    <a:pt x="187707" y="163321"/>
                    <a:pt x="186230" y="164060"/>
                    <a:pt x="184752" y="163321"/>
                  </a:cubicBezTo>
                  <a:lnTo>
                    <a:pt x="168493" y="155192"/>
                  </a:lnTo>
                  <a:cubicBezTo>
                    <a:pt x="164576" y="160121"/>
                    <a:pt x="160365" y="164304"/>
                    <a:pt x="155931" y="167755"/>
                  </a:cubicBezTo>
                  <a:lnTo>
                    <a:pt x="164060" y="184752"/>
                  </a:lnTo>
                  <a:cubicBezTo>
                    <a:pt x="164060" y="185491"/>
                    <a:pt x="164060" y="187708"/>
                    <a:pt x="162582" y="188447"/>
                  </a:cubicBezTo>
                  <a:lnTo>
                    <a:pt x="147802" y="196576"/>
                  </a:lnTo>
                  <a:cubicBezTo>
                    <a:pt x="146323" y="197315"/>
                    <a:pt x="144846" y="197315"/>
                    <a:pt x="144107" y="195837"/>
                  </a:cubicBezTo>
                  <a:lnTo>
                    <a:pt x="133022" y="180318"/>
                  </a:lnTo>
                  <a:cubicBezTo>
                    <a:pt x="127626" y="182779"/>
                    <a:pt x="122157" y="184508"/>
                    <a:pt x="116763" y="185491"/>
                  </a:cubicBezTo>
                  <a:lnTo>
                    <a:pt x="115285" y="203966"/>
                  </a:lnTo>
                  <a:cubicBezTo>
                    <a:pt x="114546" y="205444"/>
                    <a:pt x="113807" y="206183"/>
                    <a:pt x="112329" y="206183"/>
                  </a:cubicBezTo>
                  <a:lnTo>
                    <a:pt x="94593" y="206183"/>
                  </a:lnTo>
                  <a:cubicBezTo>
                    <a:pt x="93115" y="206183"/>
                    <a:pt x="92376" y="205444"/>
                    <a:pt x="91636" y="203966"/>
                  </a:cubicBezTo>
                  <a:lnTo>
                    <a:pt x="90898" y="185491"/>
                  </a:lnTo>
                  <a:cubicBezTo>
                    <a:pt x="84986" y="184508"/>
                    <a:pt x="79295" y="183030"/>
                    <a:pt x="73901" y="181057"/>
                  </a:cubicBezTo>
                  <a:lnTo>
                    <a:pt x="62816" y="195837"/>
                  </a:lnTo>
                  <a:cubicBezTo>
                    <a:pt x="62076" y="197315"/>
                    <a:pt x="60598" y="197315"/>
                    <a:pt x="59121" y="196576"/>
                  </a:cubicBezTo>
                  <a:lnTo>
                    <a:pt x="44341" y="188447"/>
                  </a:lnTo>
                  <a:cubicBezTo>
                    <a:pt x="42862" y="187708"/>
                    <a:pt x="42862" y="185491"/>
                    <a:pt x="42862" y="184752"/>
                  </a:cubicBezTo>
                  <a:lnTo>
                    <a:pt x="50991" y="167755"/>
                  </a:lnTo>
                  <a:cubicBezTo>
                    <a:pt x="46557" y="164304"/>
                    <a:pt x="42345" y="160121"/>
                    <a:pt x="38428" y="155192"/>
                  </a:cubicBezTo>
                  <a:lnTo>
                    <a:pt x="22170" y="163321"/>
                  </a:lnTo>
                  <a:cubicBezTo>
                    <a:pt x="20692" y="164060"/>
                    <a:pt x="19214" y="163321"/>
                    <a:pt x="18475" y="162582"/>
                  </a:cubicBezTo>
                  <a:lnTo>
                    <a:pt x="9607" y="147063"/>
                  </a:lnTo>
                  <a:cubicBezTo>
                    <a:pt x="8868" y="145585"/>
                    <a:pt x="9607" y="144107"/>
                    <a:pt x="10345" y="143368"/>
                  </a:cubicBezTo>
                  <a:lnTo>
                    <a:pt x="25865" y="133022"/>
                  </a:lnTo>
                  <a:cubicBezTo>
                    <a:pt x="23870" y="127605"/>
                    <a:pt x="22391" y="121936"/>
                    <a:pt x="21431" y="116024"/>
                  </a:cubicBezTo>
                  <a:lnTo>
                    <a:pt x="2955" y="114546"/>
                  </a:lnTo>
                  <a:cubicBezTo>
                    <a:pt x="1478" y="114546"/>
                    <a:pt x="0" y="113068"/>
                    <a:pt x="0" y="111590"/>
                  </a:cubicBezTo>
                  <a:lnTo>
                    <a:pt x="0" y="94593"/>
                  </a:lnTo>
                  <a:cubicBezTo>
                    <a:pt x="0" y="93115"/>
                    <a:pt x="1478" y="91637"/>
                    <a:pt x="2955" y="91637"/>
                  </a:cubicBezTo>
                  <a:lnTo>
                    <a:pt x="21431" y="90159"/>
                  </a:lnTo>
                  <a:cubicBezTo>
                    <a:pt x="22391" y="84247"/>
                    <a:pt x="23870" y="78579"/>
                    <a:pt x="25865" y="73162"/>
                  </a:cubicBezTo>
                  <a:lnTo>
                    <a:pt x="10345" y="62816"/>
                  </a:lnTo>
                  <a:cubicBezTo>
                    <a:pt x="9607" y="62077"/>
                    <a:pt x="8868" y="60599"/>
                    <a:pt x="9607" y="59121"/>
                  </a:cubicBezTo>
                  <a:lnTo>
                    <a:pt x="18475" y="43601"/>
                  </a:lnTo>
                  <a:cubicBezTo>
                    <a:pt x="19214" y="42862"/>
                    <a:pt x="20692" y="42124"/>
                    <a:pt x="22170" y="42862"/>
                  </a:cubicBezTo>
                  <a:close/>
                  <a:moveTo>
                    <a:pt x="72422" y="84986"/>
                  </a:moveTo>
                  <a:cubicBezTo>
                    <a:pt x="62076" y="102722"/>
                    <a:pt x="67988" y="124153"/>
                    <a:pt x="84986" y="133761"/>
                  </a:cubicBezTo>
                  <a:cubicBezTo>
                    <a:pt x="101983" y="144107"/>
                    <a:pt x="124153" y="138195"/>
                    <a:pt x="133760" y="121197"/>
                  </a:cubicBezTo>
                  <a:cubicBezTo>
                    <a:pt x="144107" y="104200"/>
                    <a:pt x="138194" y="82030"/>
                    <a:pt x="121197" y="72423"/>
                  </a:cubicBezTo>
                  <a:cubicBezTo>
                    <a:pt x="103461" y="62077"/>
                    <a:pt x="82030" y="67989"/>
                    <a:pt x="72422" y="84986"/>
                  </a:cubicBezTo>
                  <a:close/>
                </a:path>
              </a:pathLst>
            </a:custGeom>
            <a:solidFill>
              <a:srgbClr val="1369B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D826B6BB-EC24-C0BF-1B76-9B5B1C834FE4}"/>
                </a:ext>
              </a:extLst>
            </p:cNvPr>
            <p:cNvSpPr/>
            <p:nvPr/>
          </p:nvSpPr>
          <p:spPr>
            <a:xfrm>
              <a:off x="6806306" y="3949844"/>
              <a:ext cx="205443" cy="204705"/>
            </a:xfrm>
            <a:custGeom>
              <a:avLst/>
              <a:gdLst>
                <a:gd name="connsiteX0" fmla="*/ 115285 w 205443"/>
                <a:gd name="connsiteY0" fmla="*/ 20692 h 204705"/>
                <a:gd name="connsiteX1" fmla="*/ 133022 w 205443"/>
                <a:gd name="connsiteY1" fmla="*/ 25865 h 204705"/>
                <a:gd name="connsiteX2" fmla="*/ 143368 w 205443"/>
                <a:gd name="connsiteY2" fmla="*/ 9607 h 204705"/>
                <a:gd name="connsiteX3" fmla="*/ 146323 w 205443"/>
                <a:gd name="connsiteY3" fmla="*/ 8868 h 204705"/>
                <a:gd name="connsiteX4" fmla="*/ 161843 w 205443"/>
                <a:gd name="connsiteY4" fmla="*/ 17736 h 204705"/>
                <a:gd name="connsiteX5" fmla="*/ 162582 w 205443"/>
                <a:gd name="connsiteY5" fmla="*/ 20692 h 204705"/>
                <a:gd name="connsiteX6" fmla="*/ 154453 w 205443"/>
                <a:gd name="connsiteY6" fmla="*/ 37689 h 204705"/>
                <a:gd name="connsiteX7" fmla="*/ 167016 w 205443"/>
                <a:gd name="connsiteY7" fmla="*/ 50992 h 204705"/>
                <a:gd name="connsiteX8" fmla="*/ 184752 w 205443"/>
                <a:gd name="connsiteY8" fmla="*/ 42862 h 204705"/>
                <a:gd name="connsiteX9" fmla="*/ 186969 w 205443"/>
                <a:gd name="connsiteY9" fmla="*/ 43601 h 204705"/>
                <a:gd name="connsiteX10" fmla="*/ 195837 w 205443"/>
                <a:gd name="connsiteY10" fmla="*/ 58382 h 204705"/>
                <a:gd name="connsiteX11" fmla="*/ 195098 w 205443"/>
                <a:gd name="connsiteY11" fmla="*/ 61338 h 204705"/>
                <a:gd name="connsiteX12" fmla="*/ 179579 w 205443"/>
                <a:gd name="connsiteY12" fmla="*/ 72423 h 204705"/>
                <a:gd name="connsiteX13" fmla="*/ 184013 w 205443"/>
                <a:gd name="connsiteY13" fmla="*/ 90159 h 204705"/>
                <a:gd name="connsiteX14" fmla="*/ 203227 w 205443"/>
                <a:gd name="connsiteY14" fmla="*/ 91637 h 204705"/>
                <a:gd name="connsiteX15" fmla="*/ 205444 w 205443"/>
                <a:gd name="connsiteY15" fmla="*/ 93854 h 204705"/>
                <a:gd name="connsiteX16" fmla="*/ 205444 w 205443"/>
                <a:gd name="connsiteY16" fmla="*/ 110851 h 204705"/>
                <a:gd name="connsiteX17" fmla="*/ 203227 w 205443"/>
                <a:gd name="connsiteY17" fmla="*/ 113068 h 204705"/>
                <a:gd name="connsiteX18" fmla="*/ 184013 w 205443"/>
                <a:gd name="connsiteY18" fmla="*/ 114546 h 204705"/>
                <a:gd name="connsiteX19" fmla="*/ 179579 w 205443"/>
                <a:gd name="connsiteY19" fmla="*/ 132283 h 204705"/>
                <a:gd name="connsiteX20" fmla="*/ 195098 w 205443"/>
                <a:gd name="connsiteY20" fmla="*/ 143368 h 204705"/>
                <a:gd name="connsiteX21" fmla="*/ 195837 w 205443"/>
                <a:gd name="connsiteY21" fmla="*/ 146324 h 204705"/>
                <a:gd name="connsiteX22" fmla="*/ 186969 w 205443"/>
                <a:gd name="connsiteY22" fmla="*/ 161104 h 204705"/>
                <a:gd name="connsiteX23" fmla="*/ 184752 w 205443"/>
                <a:gd name="connsiteY23" fmla="*/ 161843 h 204705"/>
                <a:gd name="connsiteX24" fmla="*/ 167016 w 205443"/>
                <a:gd name="connsiteY24" fmla="*/ 153714 h 204705"/>
                <a:gd name="connsiteX25" fmla="*/ 153713 w 205443"/>
                <a:gd name="connsiteY25" fmla="*/ 167016 h 204705"/>
                <a:gd name="connsiteX26" fmla="*/ 162582 w 205443"/>
                <a:gd name="connsiteY26" fmla="*/ 184013 h 204705"/>
                <a:gd name="connsiteX27" fmla="*/ 161843 w 205443"/>
                <a:gd name="connsiteY27" fmla="*/ 186969 h 204705"/>
                <a:gd name="connsiteX28" fmla="*/ 146323 w 205443"/>
                <a:gd name="connsiteY28" fmla="*/ 195837 h 204705"/>
                <a:gd name="connsiteX29" fmla="*/ 143368 w 205443"/>
                <a:gd name="connsiteY29" fmla="*/ 195098 h 204705"/>
                <a:gd name="connsiteX30" fmla="*/ 133022 w 205443"/>
                <a:gd name="connsiteY30" fmla="*/ 178840 h 204705"/>
                <a:gd name="connsiteX31" fmla="*/ 115285 w 205443"/>
                <a:gd name="connsiteY31" fmla="*/ 184013 h 204705"/>
                <a:gd name="connsiteX32" fmla="*/ 113808 w 205443"/>
                <a:gd name="connsiteY32" fmla="*/ 203227 h 204705"/>
                <a:gd name="connsiteX33" fmla="*/ 111590 w 205443"/>
                <a:gd name="connsiteY33" fmla="*/ 204705 h 204705"/>
                <a:gd name="connsiteX34" fmla="*/ 93854 w 205443"/>
                <a:gd name="connsiteY34" fmla="*/ 204705 h 204705"/>
                <a:gd name="connsiteX35" fmla="*/ 91637 w 205443"/>
                <a:gd name="connsiteY35" fmla="*/ 203227 h 204705"/>
                <a:gd name="connsiteX36" fmla="*/ 90159 w 205443"/>
                <a:gd name="connsiteY36" fmla="*/ 184013 h 204705"/>
                <a:gd name="connsiteX37" fmla="*/ 72422 w 205443"/>
                <a:gd name="connsiteY37" fmla="*/ 178840 h 204705"/>
                <a:gd name="connsiteX38" fmla="*/ 62077 w 205443"/>
                <a:gd name="connsiteY38" fmla="*/ 195098 h 204705"/>
                <a:gd name="connsiteX39" fmla="*/ 59121 w 205443"/>
                <a:gd name="connsiteY39" fmla="*/ 195837 h 204705"/>
                <a:gd name="connsiteX40" fmla="*/ 43602 w 205443"/>
                <a:gd name="connsiteY40" fmla="*/ 186969 h 204705"/>
                <a:gd name="connsiteX41" fmla="*/ 42862 w 205443"/>
                <a:gd name="connsiteY41" fmla="*/ 184013 h 204705"/>
                <a:gd name="connsiteX42" fmla="*/ 51731 w 205443"/>
                <a:gd name="connsiteY42" fmla="*/ 167016 h 204705"/>
                <a:gd name="connsiteX43" fmla="*/ 38428 w 205443"/>
                <a:gd name="connsiteY43" fmla="*/ 153714 h 204705"/>
                <a:gd name="connsiteX44" fmla="*/ 20692 w 205443"/>
                <a:gd name="connsiteY44" fmla="*/ 161843 h 204705"/>
                <a:gd name="connsiteX45" fmla="*/ 18475 w 205443"/>
                <a:gd name="connsiteY45" fmla="*/ 161104 h 204705"/>
                <a:gd name="connsiteX46" fmla="*/ 9607 w 205443"/>
                <a:gd name="connsiteY46" fmla="*/ 146324 h 204705"/>
                <a:gd name="connsiteX47" fmla="*/ 10346 w 205443"/>
                <a:gd name="connsiteY47" fmla="*/ 143368 h 204705"/>
                <a:gd name="connsiteX48" fmla="*/ 25865 w 205443"/>
                <a:gd name="connsiteY48" fmla="*/ 132283 h 204705"/>
                <a:gd name="connsiteX49" fmla="*/ 21431 w 205443"/>
                <a:gd name="connsiteY49" fmla="*/ 114546 h 204705"/>
                <a:gd name="connsiteX50" fmla="*/ 2216 w 205443"/>
                <a:gd name="connsiteY50" fmla="*/ 113068 h 204705"/>
                <a:gd name="connsiteX51" fmla="*/ 0 w 205443"/>
                <a:gd name="connsiteY51" fmla="*/ 110851 h 204705"/>
                <a:gd name="connsiteX52" fmla="*/ 0 w 205443"/>
                <a:gd name="connsiteY52" fmla="*/ 93854 h 204705"/>
                <a:gd name="connsiteX53" fmla="*/ 2216 w 205443"/>
                <a:gd name="connsiteY53" fmla="*/ 91637 h 204705"/>
                <a:gd name="connsiteX54" fmla="*/ 21431 w 205443"/>
                <a:gd name="connsiteY54" fmla="*/ 90159 h 204705"/>
                <a:gd name="connsiteX55" fmla="*/ 25865 w 205443"/>
                <a:gd name="connsiteY55" fmla="*/ 72423 h 204705"/>
                <a:gd name="connsiteX56" fmla="*/ 10346 w 205443"/>
                <a:gd name="connsiteY56" fmla="*/ 61338 h 204705"/>
                <a:gd name="connsiteX57" fmla="*/ 9607 w 205443"/>
                <a:gd name="connsiteY57" fmla="*/ 58382 h 204705"/>
                <a:gd name="connsiteX58" fmla="*/ 18475 w 205443"/>
                <a:gd name="connsiteY58" fmla="*/ 43601 h 204705"/>
                <a:gd name="connsiteX59" fmla="*/ 20692 w 205443"/>
                <a:gd name="connsiteY59" fmla="*/ 42862 h 204705"/>
                <a:gd name="connsiteX60" fmla="*/ 38428 w 205443"/>
                <a:gd name="connsiteY60" fmla="*/ 50992 h 204705"/>
                <a:gd name="connsiteX61" fmla="*/ 50992 w 205443"/>
                <a:gd name="connsiteY61" fmla="*/ 37689 h 204705"/>
                <a:gd name="connsiteX62" fmla="*/ 42862 w 205443"/>
                <a:gd name="connsiteY62" fmla="*/ 20692 h 204705"/>
                <a:gd name="connsiteX63" fmla="*/ 43602 w 205443"/>
                <a:gd name="connsiteY63" fmla="*/ 17736 h 204705"/>
                <a:gd name="connsiteX64" fmla="*/ 59121 w 205443"/>
                <a:gd name="connsiteY64" fmla="*/ 8868 h 204705"/>
                <a:gd name="connsiteX65" fmla="*/ 62077 w 205443"/>
                <a:gd name="connsiteY65" fmla="*/ 9607 h 204705"/>
                <a:gd name="connsiteX66" fmla="*/ 72422 w 205443"/>
                <a:gd name="connsiteY66" fmla="*/ 25865 h 204705"/>
                <a:gd name="connsiteX67" fmla="*/ 90159 w 205443"/>
                <a:gd name="connsiteY67" fmla="*/ 20692 h 204705"/>
                <a:gd name="connsiteX68" fmla="*/ 91637 w 205443"/>
                <a:gd name="connsiteY68" fmla="*/ 1478 h 204705"/>
                <a:gd name="connsiteX69" fmla="*/ 93854 w 205443"/>
                <a:gd name="connsiteY69" fmla="*/ 0 h 204705"/>
                <a:gd name="connsiteX70" fmla="*/ 111590 w 205443"/>
                <a:gd name="connsiteY70" fmla="*/ 0 h 204705"/>
                <a:gd name="connsiteX71" fmla="*/ 113808 w 205443"/>
                <a:gd name="connsiteY71" fmla="*/ 1478 h 204705"/>
                <a:gd name="connsiteX72" fmla="*/ 66511 w 205443"/>
                <a:gd name="connsiteY72" fmla="*/ 102722 h 204705"/>
                <a:gd name="connsiteX73" fmla="*/ 102722 w 205443"/>
                <a:gd name="connsiteY73" fmla="*/ 138934 h 204705"/>
                <a:gd name="connsiteX74" fmla="*/ 138933 w 205443"/>
                <a:gd name="connsiteY74" fmla="*/ 102722 h 204705"/>
                <a:gd name="connsiteX75" fmla="*/ 102722 w 205443"/>
                <a:gd name="connsiteY75" fmla="*/ 65772 h 204705"/>
                <a:gd name="connsiteX76" fmla="*/ 66511 w 205443"/>
                <a:gd name="connsiteY76" fmla="*/ 102722 h 204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205443" h="204705">
                  <a:moveTo>
                    <a:pt x="115285" y="20692"/>
                  </a:moveTo>
                  <a:cubicBezTo>
                    <a:pt x="121198" y="21675"/>
                    <a:pt x="127109" y="23404"/>
                    <a:pt x="133022" y="25865"/>
                  </a:cubicBezTo>
                  <a:lnTo>
                    <a:pt x="143368" y="9607"/>
                  </a:lnTo>
                  <a:cubicBezTo>
                    <a:pt x="144107" y="8868"/>
                    <a:pt x="145584" y="8868"/>
                    <a:pt x="146323" y="8868"/>
                  </a:cubicBezTo>
                  <a:lnTo>
                    <a:pt x="161843" y="17736"/>
                  </a:lnTo>
                  <a:cubicBezTo>
                    <a:pt x="162582" y="18475"/>
                    <a:pt x="162582" y="19953"/>
                    <a:pt x="162582" y="20692"/>
                  </a:cubicBezTo>
                  <a:lnTo>
                    <a:pt x="154453" y="37689"/>
                  </a:lnTo>
                  <a:cubicBezTo>
                    <a:pt x="158887" y="41628"/>
                    <a:pt x="163099" y="46062"/>
                    <a:pt x="167016" y="50992"/>
                  </a:cubicBezTo>
                  <a:lnTo>
                    <a:pt x="184752" y="42862"/>
                  </a:lnTo>
                  <a:cubicBezTo>
                    <a:pt x="185491" y="42123"/>
                    <a:pt x="186969" y="42862"/>
                    <a:pt x="186969" y="43601"/>
                  </a:cubicBezTo>
                  <a:lnTo>
                    <a:pt x="195837" y="58382"/>
                  </a:lnTo>
                  <a:cubicBezTo>
                    <a:pt x="196576" y="59860"/>
                    <a:pt x="195837" y="60599"/>
                    <a:pt x="195098" y="61338"/>
                  </a:cubicBezTo>
                  <a:lnTo>
                    <a:pt x="179579" y="72423"/>
                  </a:lnTo>
                  <a:cubicBezTo>
                    <a:pt x="181574" y="77840"/>
                    <a:pt x="183053" y="83752"/>
                    <a:pt x="184013" y="90159"/>
                  </a:cubicBezTo>
                  <a:lnTo>
                    <a:pt x="203227" y="91637"/>
                  </a:lnTo>
                  <a:cubicBezTo>
                    <a:pt x="204705" y="91637"/>
                    <a:pt x="205444" y="92376"/>
                    <a:pt x="205444" y="93854"/>
                  </a:cubicBezTo>
                  <a:lnTo>
                    <a:pt x="205444" y="110851"/>
                  </a:lnTo>
                  <a:cubicBezTo>
                    <a:pt x="205444" y="112329"/>
                    <a:pt x="204705" y="113068"/>
                    <a:pt x="203227" y="113068"/>
                  </a:cubicBezTo>
                  <a:lnTo>
                    <a:pt x="184013" y="114546"/>
                  </a:lnTo>
                  <a:cubicBezTo>
                    <a:pt x="183053" y="120954"/>
                    <a:pt x="181574" y="126866"/>
                    <a:pt x="179579" y="132283"/>
                  </a:cubicBezTo>
                  <a:lnTo>
                    <a:pt x="195098" y="143368"/>
                  </a:lnTo>
                  <a:cubicBezTo>
                    <a:pt x="195837" y="144107"/>
                    <a:pt x="196576" y="144846"/>
                    <a:pt x="195837" y="146324"/>
                  </a:cubicBezTo>
                  <a:lnTo>
                    <a:pt x="186969" y="161104"/>
                  </a:lnTo>
                  <a:cubicBezTo>
                    <a:pt x="186969" y="161843"/>
                    <a:pt x="185491" y="162582"/>
                    <a:pt x="184752" y="161843"/>
                  </a:cubicBezTo>
                  <a:lnTo>
                    <a:pt x="167016" y="153714"/>
                  </a:lnTo>
                  <a:cubicBezTo>
                    <a:pt x="163099" y="158643"/>
                    <a:pt x="158665" y="163077"/>
                    <a:pt x="153713" y="167016"/>
                  </a:cubicBezTo>
                  <a:lnTo>
                    <a:pt x="162582" y="184013"/>
                  </a:lnTo>
                  <a:cubicBezTo>
                    <a:pt x="162582" y="184752"/>
                    <a:pt x="162582" y="186230"/>
                    <a:pt x="161843" y="186969"/>
                  </a:cubicBezTo>
                  <a:lnTo>
                    <a:pt x="146323" y="195837"/>
                  </a:lnTo>
                  <a:cubicBezTo>
                    <a:pt x="145584" y="195837"/>
                    <a:pt x="144107" y="195837"/>
                    <a:pt x="143368" y="195098"/>
                  </a:cubicBezTo>
                  <a:lnTo>
                    <a:pt x="133022" y="178840"/>
                  </a:lnTo>
                  <a:cubicBezTo>
                    <a:pt x="127109" y="181301"/>
                    <a:pt x="121198" y="183030"/>
                    <a:pt x="115285" y="184013"/>
                  </a:cubicBezTo>
                  <a:lnTo>
                    <a:pt x="113808" y="203227"/>
                  </a:lnTo>
                  <a:cubicBezTo>
                    <a:pt x="113068" y="203966"/>
                    <a:pt x="112329" y="204705"/>
                    <a:pt x="111590" y="204705"/>
                  </a:cubicBezTo>
                  <a:lnTo>
                    <a:pt x="93854" y="204705"/>
                  </a:lnTo>
                  <a:cubicBezTo>
                    <a:pt x="93115" y="204705"/>
                    <a:pt x="92376" y="203966"/>
                    <a:pt x="91637" y="203227"/>
                  </a:cubicBezTo>
                  <a:lnTo>
                    <a:pt x="90159" y="184013"/>
                  </a:lnTo>
                  <a:cubicBezTo>
                    <a:pt x="84247" y="183030"/>
                    <a:pt x="78335" y="181301"/>
                    <a:pt x="72422" y="178840"/>
                  </a:cubicBezTo>
                  <a:lnTo>
                    <a:pt x="62077" y="195098"/>
                  </a:lnTo>
                  <a:cubicBezTo>
                    <a:pt x="61337" y="195837"/>
                    <a:pt x="59860" y="195837"/>
                    <a:pt x="59121" y="195837"/>
                  </a:cubicBezTo>
                  <a:lnTo>
                    <a:pt x="43602" y="186969"/>
                  </a:lnTo>
                  <a:cubicBezTo>
                    <a:pt x="42862" y="186230"/>
                    <a:pt x="42862" y="184752"/>
                    <a:pt x="42862" y="184013"/>
                  </a:cubicBezTo>
                  <a:lnTo>
                    <a:pt x="51731" y="167016"/>
                  </a:lnTo>
                  <a:cubicBezTo>
                    <a:pt x="46779" y="163077"/>
                    <a:pt x="42345" y="158643"/>
                    <a:pt x="38428" y="153714"/>
                  </a:cubicBezTo>
                  <a:lnTo>
                    <a:pt x="20692" y="161843"/>
                  </a:lnTo>
                  <a:cubicBezTo>
                    <a:pt x="19953" y="162582"/>
                    <a:pt x="18475" y="161843"/>
                    <a:pt x="18475" y="161104"/>
                  </a:cubicBezTo>
                  <a:lnTo>
                    <a:pt x="9607" y="146324"/>
                  </a:lnTo>
                  <a:cubicBezTo>
                    <a:pt x="8868" y="144846"/>
                    <a:pt x="9607" y="144107"/>
                    <a:pt x="10346" y="143368"/>
                  </a:cubicBezTo>
                  <a:lnTo>
                    <a:pt x="25865" y="132283"/>
                  </a:lnTo>
                  <a:cubicBezTo>
                    <a:pt x="23870" y="126866"/>
                    <a:pt x="22392" y="120954"/>
                    <a:pt x="21431" y="114546"/>
                  </a:cubicBezTo>
                  <a:lnTo>
                    <a:pt x="2216" y="113068"/>
                  </a:lnTo>
                  <a:cubicBezTo>
                    <a:pt x="739" y="113068"/>
                    <a:pt x="0" y="112329"/>
                    <a:pt x="0" y="110851"/>
                  </a:cubicBezTo>
                  <a:lnTo>
                    <a:pt x="0" y="93854"/>
                  </a:lnTo>
                  <a:cubicBezTo>
                    <a:pt x="0" y="92376"/>
                    <a:pt x="739" y="91637"/>
                    <a:pt x="2216" y="91637"/>
                  </a:cubicBezTo>
                  <a:lnTo>
                    <a:pt x="21431" y="90159"/>
                  </a:lnTo>
                  <a:cubicBezTo>
                    <a:pt x="22392" y="83752"/>
                    <a:pt x="23870" y="77840"/>
                    <a:pt x="25865" y="72423"/>
                  </a:cubicBezTo>
                  <a:lnTo>
                    <a:pt x="10346" y="61338"/>
                  </a:lnTo>
                  <a:cubicBezTo>
                    <a:pt x="9607" y="60599"/>
                    <a:pt x="8868" y="59860"/>
                    <a:pt x="9607" y="58382"/>
                  </a:cubicBezTo>
                  <a:lnTo>
                    <a:pt x="18475" y="43601"/>
                  </a:lnTo>
                  <a:cubicBezTo>
                    <a:pt x="18475" y="42862"/>
                    <a:pt x="19953" y="42123"/>
                    <a:pt x="20692" y="42862"/>
                  </a:cubicBezTo>
                  <a:lnTo>
                    <a:pt x="38428" y="50992"/>
                  </a:lnTo>
                  <a:cubicBezTo>
                    <a:pt x="42345" y="46062"/>
                    <a:pt x="46557" y="41628"/>
                    <a:pt x="50992" y="37689"/>
                  </a:cubicBezTo>
                  <a:lnTo>
                    <a:pt x="42862" y="20692"/>
                  </a:lnTo>
                  <a:cubicBezTo>
                    <a:pt x="42862" y="19953"/>
                    <a:pt x="42862" y="18475"/>
                    <a:pt x="43602" y="17736"/>
                  </a:cubicBezTo>
                  <a:lnTo>
                    <a:pt x="59121" y="8868"/>
                  </a:lnTo>
                  <a:cubicBezTo>
                    <a:pt x="59860" y="8868"/>
                    <a:pt x="61337" y="8868"/>
                    <a:pt x="62077" y="9607"/>
                  </a:cubicBezTo>
                  <a:lnTo>
                    <a:pt x="72422" y="25865"/>
                  </a:lnTo>
                  <a:cubicBezTo>
                    <a:pt x="78335" y="23404"/>
                    <a:pt x="84247" y="21675"/>
                    <a:pt x="90159" y="20692"/>
                  </a:cubicBezTo>
                  <a:lnTo>
                    <a:pt x="91637" y="1478"/>
                  </a:lnTo>
                  <a:cubicBezTo>
                    <a:pt x="92376" y="739"/>
                    <a:pt x="93115" y="0"/>
                    <a:pt x="93854" y="0"/>
                  </a:cubicBezTo>
                  <a:lnTo>
                    <a:pt x="111590" y="0"/>
                  </a:lnTo>
                  <a:cubicBezTo>
                    <a:pt x="112329" y="0"/>
                    <a:pt x="113068" y="739"/>
                    <a:pt x="113808" y="1478"/>
                  </a:cubicBezTo>
                  <a:close/>
                  <a:moveTo>
                    <a:pt x="66511" y="102722"/>
                  </a:moveTo>
                  <a:cubicBezTo>
                    <a:pt x="66511" y="122675"/>
                    <a:pt x="82769" y="138934"/>
                    <a:pt x="102722" y="138934"/>
                  </a:cubicBezTo>
                  <a:cubicBezTo>
                    <a:pt x="122675" y="138934"/>
                    <a:pt x="138933" y="122675"/>
                    <a:pt x="138933" y="102722"/>
                  </a:cubicBezTo>
                  <a:cubicBezTo>
                    <a:pt x="138933" y="82030"/>
                    <a:pt x="122675" y="65772"/>
                    <a:pt x="102722" y="65772"/>
                  </a:cubicBezTo>
                  <a:cubicBezTo>
                    <a:pt x="82769" y="65772"/>
                    <a:pt x="66511" y="82030"/>
                    <a:pt x="66511" y="102722"/>
                  </a:cubicBezTo>
                  <a:close/>
                </a:path>
              </a:pathLst>
            </a:custGeom>
            <a:solidFill>
              <a:srgbClr val="3091D8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C50FDE2E-88BE-1135-E0FB-6FD0A733F46C}"/>
                </a:ext>
              </a:extLst>
            </p:cNvPr>
            <p:cNvSpPr/>
            <p:nvPr/>
          </p:nvSpPr>
          <p:spPr>
            <a:xfrm>
              <a:off x="6852067" y="3996701"/>
              <a:ext cx="113923" cy="113565"/>
            </a:xfrm>
            <a:custGeom>
              <a:avLst/>
              <a:gdLst>
                <a:gd name="connsiteX0" fmla="*/ 7448 w 113923"/>
                <a:gd name="connsiteY0" fmla="*/ 28521 h 113565"/>
                <a:gd name="connsiteX1" fmla="*/ 42182 w 113923"/>
                <a:gd name="connsiteY1" fmla="*/ 1917 h 113565"/>
                <a:gd name="connsiteX2" fmla="*/ 85044 w 113923"/>
                <a:gd name="connsiteY2" fmla="*/ 7829 h 113565"/>
                <a:gd name="connsiteX3" fmla="*/ 111648 w 113923"/>
                <a:gd name="connsiteY3" fmla="*/ 41823 h 113565"/>
                <a:gd name="connsiteX4" fmla="*/ 106475 w 113923"/>
                <a:gd name="connsiteY4" fmla="*/ 85425 h 113565"/>
                <a:gd name="connsiteX5" fmla="*/ 71742 w 113923"/>
                <a:gd name="connsiteY5" fmla="*/ 111290 h 113565"/>
                <a:gd name="connsiteX6" fmla="*/ 28879 w 113923"/>
                <a:gd name="connsiteY6" fmla="*/ 106117 h 113565"/>
                <a:gd name="connsiteX7" fmla="*/ 2275 w 113923"/>
                <a:gd name="connsiteY7" fmla="*/ 71384 h 113565"/>
                <a:gd name="connsiteX8" fmla="*/ 7448 w 113923"/>
                <a:gd name="connsiteY8" fmla="*/ 28521 h 113565"/>
                <a:gd name="connsiteX9" fmla="*/ 45877 w 113923"/>
                <a:gd name="connsiteY9" fmla="*/ 15219 h 113565"/>
                <a:gd name="connsiteX10" fmla="*/ 20011 w 113923"/>
                <a:gd name="connsiteY10" fmla="*/ 35172 h 113565"/>
                <a:gd name="connsiteX11" fmla="*/ 15577 w 113923"/>
                <a:gd name="connsiteY11" fmla="*/ 67689 h 113565"/>
                <a:gd name="connsiteX12" fmla="*/ 35530 w 113923"/>
                <a:gd name="connsiteY12" fmla="*/ 93554 h 113565"/>
                <a:gd name="connsiteX13" fmla="*/ 68047 w 113923"/>
                <a:gd name="connsiteY13" fmla="*/ 97988 h 113565"/>
                <a:gd name="connsiteX14" fmla="*/ 93912 w 113923"/>
                <a:gd name="connsiteY14" fmla="*/ 78035 h 113565"/>
                <a:gd name="connsiteX15" fmla="*/ 98346 w 113923"/>
                <a:gd name="connsiteY15" fmla="*/ 45518 h 113565"/>
                <a:gd name="connsiteX16" fmla="*/ 78392 w 113923"/>
                <a:gd name="connsiteY16" fmla="*/ 19653 h 113565"/>
                <a:gd name="connsiteX17" fmla="*/ 45877 w 113923"/>
                <a:gd name="connsiteY17" fmla="*/ 15219 h 113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3923" h="113565">
                  <a:moveTo>
                    <a:pt x="7448" y="28521"/>
                  </a:moveTo>
                  <a:cubicBezTo>
                    <a:pt x="15577" y="15219"/>
                    <a:pt x="27402" y="5612"/>
                    <a:pt x="42182" y="1917"/>
                  </a:cubicBezTo>
                  <a:cubicBezTo>
                    <a:pt x="56962" y="-1778"/>
                    <a:pt x="72481" y="-300"/>
                    <a:pt x="85044" y="7829"/>
                  </a:cubicBezTo>
                  <a:cubicBezTo>
                    <a:pt x="98346" y="15219"/>
                    <a:pt x="107953" y="27043"/>
                    <a:pt x="111648" y="41823"/>
                  </a:cubicBezTo>
                  <a:cubicBezTo>
                    <a:pt x="116083" y="56603"/>
                    <a:pt x="113865" y="72123"/>
                    <a:pt x="106475" y="85425"/>
                  </a:cubicBezTo>
                  <a:cubicBezTo>
                    <a:pt x="98346" y="97988"/>
                    <a:pt x="86522" y="107595"/>
                    <a:pt x="71742" y="111290"/>
                  </a:cubicBezTo>
                  <a:cubicBezTo>
                    <a:pt x="56962" y="115724"/>
                    <a:pt x="41442" y="113507"/>
                    <a:pt x="28879" y="106117"/>
                  </a:cubicBezTo>
                  <a:cubicBezTo>
                    <a:pt x="15577" y="97988"/>
                    <a:pt x="5970" y="86164"/>
                    <a:pt x="2275" y="71384"/>
                  </a:cubicBezTo>
                  <a:cubicBezTo>
                    <a:pt x="-2159" y="56603"/>
                    <a:pt x="58" y="41084"/>
                    <a:pt x="7448" y="28521"/>
                  </a:cubicBezTo>
                  <a:close/>
                  <a:moveTo>
                    <a:pt x="45877" y="15219"/>
                  </a:moveTo>
                  <a:cubicBezTo>
                    <a:pt x="34792" y="18175"/>
                    <a:pt x="25184" y="25565"/>
                    <a:pt x="20011" y="35172"/>
                  </a:cubicBezTo>
                  <a:cubicBezTo>
                    <a:pt x="14099" y="44779"/>
                    <a:pt x="12621" y="56603"/>
                    <a:pt x="15577" y="67689"/>
                  </a:cubicBezTo>
                  <a:cubicBezTo>
                    <a:pt x="18533" y="78774"/>
                    <a:pt x="25923" y="88381"/>
                    <a:pt x="35530" y="93554"/>
                  </a:cubicBezTo>
                  <a:cubicBezTo>
                    <a:pt x="45137" y="99466"/>
                    <a:pt x="56962" y="100944"/>
                    <a:pt x="68047" y="97988"/>
                  </a:cubicBezTo>
                  <a:cubicBezTo>
                    <a:pt x="79132" y="95032"/>
                    <a:pt x="88739" y="88381"/>
                    <a:pt x="93912" y="78035"/>
                  </a:cubicBezTo>
                  <a:cubicBezTo>
                    <a:pt x="99824" y="68428"/>
                    <a:pt x="101302" y="56603"/>
                    <a:pt x="98346" y="45518"/>
                  </a:cubicBezTo>
                  <a:cubicBezTo>
                    <a:pt x="95390" y="34433"/>
                    <a:pt x="88000" y="25565"/>
                    <a:pt x="78392" y="19653"/>
                  </a:cubicBezTo>
                  <a:cubicBezTo>
                    <a:pt x="68786" y="13741"/>
                    <a:pt x="56962" y="12263"/>
                    <a:pt x="45877" y="15219"/>
                  </a:cubicBezTo>
                  <a:close/>
                </a:path>
              </a:pathLst>
            </a:custGeom>
            <a:solidFill>
              <a:srgbClr val="1369B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0D2CDC2F-E4E1-E291-D1B9-A079DE3ECD8E}"/>
                </a:ext>
              </a:extLst>
            </p:cNvPr>
            <p:cNvSpPr/>
            <p:nvPr/>
          </p:nvSpPr>
          <p:spPr>
            <a:xfrm>
              <a:off x="6852863" y="3996401"/>
              <a:ext cx="112329" cy="111590"/>
            </a:xfrm>
            <a:custGeom>
              <a:avLst/>
              <a:gdLst>
                <a:gd name="connsiteX0" fmla="*/ 56165 w 112329"/>
                <a:gd name="connsiteY0" fmla="*/ 0 h 111590"/>
                <a:gd name="connsiteX1" fmla="*/ 96071 w 112329"/>
                <a:gd name="connsiteY1" fmla="*/ 16258 h 111590"/>
                <a:gd name="connsiteX2" fmla="*/ 112330 w 112329"/>
                <a:gd name="connsiteY2" fmla="*/ 55426 h 111590"/>
                <a:gd name="connsiteX3" fmla="*/ 96071 w 112329"/>
                <a:gd name="connsiteY3" fmla="*/ 95332 h 111590"/>
                <a:gd name="connsiteX4" fmla="*/ 56165 w 112329"/>
                <a:gd name="connsiteY4" fmla="*/ 111590 h 111590"/>
                <a:gd name="connsiteX5" fmla="*/ 16259 w 112329"/>
                <a:gd name="connsiteY5" fmla="*/ 95332 h 111590"/>
                <a:gd name="connsiteX6" fmla="*/ 0 w 112329"/>
                <a:gd name="connsiteY6" fmla="*/ 55426 h 111590"/>
                <a:gd name="connsiteX7" fmla="*/ 16259 w 112329"/>
                <a:gd name="connsiteY7" fmla="*/ 16258 h 111590"/>
                <a:gd name="connsiteX8" fmla="*/ 56165 w 112329"/>
                <a:gd name="connsiteY8" fmla="*/ 0 h 111590"/>
                <a:gd name="connsiteX9" fmla="*/ 87203 w 112329"/>
                <a:gd name="connsiteY9" fmla="*/ 25126 h 111590"/>
                <a:gd name="connsiteX10" fmla="*/ 56165 w 112329"/>
                <a:gd name="connsiteY10" fmla="*/ 11824 h 111590"/>
                <a:gd name="connsiteX11" fmla="*/ 25126 w 112329"/>
                <a:gd name="connsiteY11" fmla="*/ 25126 h 111590"/>
                <a:gd name="connsiteX12" fmla="*/ 12564 w 112329"/>
                <a:gd name="connsiteY12" fmla="*/ 55426 h 111590"/>
                <a:gd name="connsiteX13" fmla="*/ 25126 w 112329"/>
                <a:gd name="connsiteY13" fmla="*/ 86464 h 111590"/>
                <a:gd name="connsiteX14" fmla="*/ 56165 w 112329"/>
                <a:gd name="connsiteY14" fmla="*/ 99766 h 111590"/>
                <a:gd name="connsiteX15" fmla="*/ 87203 w 112329"/>
                <a:gd name="connsiteY15" fmla="*/ 86464 h 111590"/>
                <a:gd name="connsiteX16" fmla="*/ 99766 w 112329"/>
                <a:gd name="connsiteY16" fmla="*/ 55426 h 111590"/>
                <a:gd name="connsiteX17" fmla="*/ 87203 w 112329"/>
                <a:gd name="connsiteY17" fmla="*/ 25126 h 11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2329" h="111590">
                  <a:moveTo>
                    <a:pt x="56165" y="0"/>
                  </a:moveTo>
                  <a:cubicBezTo>
                    <a:pt x="71684" y="0"/>
                    <a:pt x="85726" y="5912"/>
                    <a:pt x="96071" y="16258"/>
                  </a:cubicBezTo>
                  <a:cubicBezTo>
                    <a:pt x="105679" y="26604"/>
                    <a:pt x="112330" y="40645"/>
                    <a:pt x="112330" y="55426"/>
                  </a:cubicBezTo>
                  <a:cubicBezTo>
                    <a:pt x="112330" y="70945"/>
                    <a:pt x="105679" y="84986"/>
                    <a:pt x="96071" y="95332"/>
                  </a:cubicBezTo>
                  <a:cubicBezTo>
                    <a:pt x="85726" y="105678"/>
                    <a:pt x="71684" y="111590"/>
                    <a:pt x="56165" y="111590"/>
                  </a:cubicBezTo>
                  <a:cubicBezTo>
                    <a:pt x="40645" y="111590"/>
                    <a:pt x="26605" y="105678"/>
                    <a:pt x="16259" y="95332"/>
                  </a:cubicBezTo>
                  <a:cubicBezTo>
                    <a:pt x="6651" y="84986"/>
                    <a:pt x="0" y="70945"/>
                    <a:pt x="0" y="55426"/>
                  </a:cubicBezTo>
                  <a:cubicBezTo>
                    <a:pt x="0" y="40645"/>
                    <a:pt x="6651" y="26604"/>
                    <a:pt x="16259" y="16258"/>
                  </a:cubicBezTo>
                  <a:cubicBezTo>
                    <a:pt x="26605" y="5912"/>
                    <a:pt x="40645" y="0"/>
                    <a:pt x="56165" y="0"/>
                  </a:cubicBezTo>
                  <a:close/>
                  <a:moveTo>
                    <a:pt x="87203" y="25126"/>
                  </a:moveTo>
                  <a:cubicBezTo>
                    <a:pt x="79074" y="16997"/>
                    <a:pt x="67989" y="11824"/>
                    <a:pt x="56165" y="11824"/>
                  </a:cubicBezTo>
                  <a:cubicBezTo>
                    <a:pt x="44341" y="11824"/>
                    <a:pt x="33255" y="16997"/>
                    <a:pt x="25126" y="25126"/>
                  </a:cubicBezTo>
                  <a:cubicBezTo>
                    <a:pt x="16998" y="32516"/>
                    <a:pt x="12564" y="43601"/>
                    <a:pt x="12564" y="55426"/>
                  </a:cubicBezTo>
                  <a:cubicBezTo>
                    <a:pt x="12564" y="67989"/>
                    <a:pt x="16998" y="79074"/>
                    <a:pt x="25126" y="86464"/>
                  </a:cubicBezTo>
                  <a:cubicBezTo>
                    <a:pt x="33255" y="94593"/>
                    <a:pt x="44341" y="99766"/>
                    <a:pt x="56165" y="99766"/>
                  </a:cubicBezTo>
                  <a:cubicBezTo>
                    <a:pt x="67989" y="99766"/>
                    <a:pt x="79074" y="94593"/>
                    <a:pt x="87203" y="86464"/>
                  </a:cubicBezTo>
                  <a:cubicBezTo>
                    <a:pt x="95332" y="79074"/>
                    <a:pt x="99766" y="67989"/>
                    <a:pt x="99766" y="55426"/>
                  </a:cubicBezTo>
                  <a:cubicBezTo>
                    <a:pt x="99766" y="43601"/>
                    <a:pt x="95332" y="32516"/>
                    <a:pt x="87203" y="25126"/>
                  </a:cubicBezTo>
                  <a:close/>
                </a:path>
              </a:pathLst>
            </a:custGeom>
            <a:solidFill>
              <a:srgbClr val="5CB2E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0FA7D75F-CB27-7F7A-AA21-FF121BF33E00}"/>
                </a:ext>
              </a:extLst>
            </p:cNvPr>
            <p:cNvSpPr/>
            <p:nvPr/>
          </p:nvSpPr>
          <p:spPr>
            <a:xfrm>
              <a:off x="6872649" y="4015697"/>
              <a:ext cx="72757" cy="72997"/>
            </a:xfrm>
            <a:custGeom>
              <a:avLst/>
              <a:gdLst>
                <a:gd name="connsiteX0" fmla="*/ 4602 w 72757"/>
                <a:gd name="connsiteY0" fmla="*/ 18393 h 72997"/>
                <a:gd name="connsiteX1" fmla="*/ 54855 w 72757"/>
                <a:gd name="connsiteY1" fmla="*/ 5091 h 72997"/>
                <a:gd name="connsiteX2" fmla="*/ 68156 w 72757"/>
                <a:gd name="connsiteY2" fmla="*/ 54604 h 72997"/>
                <a:gd name="connsiteX3" fmla="*/ 17904 w 72757"/>
                <a:gd name="connsiteY3" fmla="*/ 67907 h 72997"/>
                <a:gd name="connsiteX4" fmla="*/ 4602 w 72757"/>
                <a:gd name="connsiteY4" fmla="*/ 18393 h 72997"/>
                <a:gd name="connsiteX5" fmla="*/ 71851 w 72757"/>
                <a:gd name="connsiteY5" fmla="*/ 36129 h 72997"/>
                <a:gd name="connsiteX6" fmla="*/ 36379 w 72757"/>
                <a:gd name="connsiteY6" fmla="*/ 1396 h 72997"/>
                <a:gd name="connsiteX7" fmla="*/ 907 w 72757"/>
                <a:gd name="connsiteY7" fmla="*/ 36129 h 72997"/>
                <a:gd name="connsiteX8" fmla="*/ 36379 w 72757"/>
                <a:gd name="connsiteY8" fmla="*/ 71602 h 72997"/>
                <a:gd name="connsiteX9" fmla="*/ 71851 w 72757"/>
                <a:gd name="connsiteY9" fmla="*/ 36129 h 72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757" h="72997">
                  <a:moveTo>
                    <a:pt x="4602" y="18393"/>
                  </a:moveTo>
                  <a:cubicBezTo>
                    <a:pt x="14948" y="657"/>
                    <a:pt x="37118" y="-5255"/>
                    <a:pt x="54855" y="5091"/>
                  </a:cubicBezTo>
                  <a:cubicBezTo>
                    <a:pt x="71851" y="14698"/>
                    <a:pt x="77764" y="37607"/>
                    <a:pt x="68156" y="54604"/>
                  </a:cubicBezTo>
                  <a:cubicBezTo>
                    <a:pt x="57810" y="72341"/>
                    <a:pt x="35640" y="78253"/>
                    <a:pt x="17904" y="67907"/>
                  </a:cubicBezTo>
                  <a:cubicBezTo>
                    <a:pt x="907" y="58300"/>
                    <a:pt x="-5006" y="35390"/>
                    <a:pt x="4602" y="18393"/>
                  </a:cubicBezTo>
                  <a:close/>
                  <a:moveTo>
                    <a:pt x="71851" y="36129"/>
                  </a:moveTo>
                  <a:cubicBezTo>
                    <a:pt x="71851" y="16915"/>
                    <a:pt x="55593" y="1396"/>
                    <a:pt x="36379" y="1396"/>
                  </a:cubicBezTo>
                  <a:cubicBezTo>
                    <a:pt x="17164" y="1396"/>
                    <a:pt x="907" y="16915"/>
                    <a:pt x="907" y="36129"/>
                  </a:cubicBezTo>
                  <a:cubicBezTo>
                    <a:pt x="907" y="56083"/>
                    <a:pt x="17164" y="71602"/>
                    <a:pt x="36379" y="71602"/>
                  </a:cubicBezTo>
                  <a:cubicBezTo>
                    <a:pt x="55593" y="71602"/>
                    <a:pt x="71851" y="56083"/>
                    <a:pt x="71851" y="36129"/>
                  </a:cubicBezTo>
                  <a:close/>
                </a:path>
              </a:pathLst>
            </a:custGeom>
            <a:solidFill>
              <a:srgbClr val="1369B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7ACD848-E295-258A-DCC3-07B65EF9D178}"/>
                </a:ext>
              </a:extLst>
            </p:cNvPr>
            <p:cNvSpPr/>
            <p:nvPr/>
          </p:nvSpPr>
          <p:spPr>
            <a:xfrm>
              <a:off x="7596307" y="3904764"/>
              <a:ext cx="541692" cy="314817"/>
            </a:xfrm>
            <a:custGeom>
              <a:avLst/>
              <a:gdLst>
                <a:gd name="connsiteX0" fmla="*/ 0 w 541692"/>
                <a:gd name="connsiteY0" fmla="*/ 0 h 314817"/>
                <a:gd name="connsiteX1" fmla="*/ 541693 w 541692"/>
                <a:gd name="connsiteY1" fmla="*/ 0 h 314817"/>
                <a:gd name="connsiteX2" fmla="*/ 541693 w 541692"/>
                <a:gd name="connsiteY2" fmla="*/ 297820 h 314817"/>
                <a:gd name="connsiteX3" fmla="*/ 524696 w 541692"/>
                <a:gd name="connsiteY3" fmla="*/ 314818 h 314817"/>
                <a:gd name="connsiteX4" fmla="*/ 16997 w 541692"/>
                <a:gd name="connsiteY4" fmla="*/ 314818 h 314817"/>
                <a:gd name="connsiteX5" fmla="*/ 0 w 541692"/>
                <a:gd name="connsiteY5" fmla="*/ 297820 h 314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692" h="314817">
                  <a:moveTo>
                    <a:pt x="0" y="0"/>
                  </a:moveTo>
                  <a:lnTo>
                    <a:pt x="541693" y="0"/>
                  </a:lnTo>
                  <a:lnTo>
                    <a:pt x="541693" y="297820"/>
                  </a:lnTo>
                  <a:cubicBezTo>
                    <a:pt x="541693" y="307428"/>
                    <a:pt x="533564" y="314818"/>
                    <a:pt x="524696" y="314818"/>
                  </a:cubicBezTo>
                  <a:lnTo>
                    <a:pt x="16997" y="314818"/>
                  </a:lnTo>
                  <a:cubicBezTo>
                    <a:pt x="7390" y="314818"/>
                    <a:pt x="0" y="307428"/>
                    <a:pt x="0" y="297820"/>
                  </a:cubicBezTo>
                  <a:close/>
                </a:path>
              </a:pathLst>
            </a:custGeom>
            <a:solidFill>
              <a:srgbClr val="D3E8FD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19F8B1BA-7255-2D02-2486-160A1CCD7F33}"/>
                </a:ext>
              </a:extLst>
            </p:cNvPr>
            <p:cNvSpPr/>
            <p:nvPr/>
          </p:nvSpPr>
          <p:spPr>
            <a:xfrm>
              <a:off x="7596307" y="3845643"/>
              <a:ext cx="541692" cy="59120"/>
            </a:xfrm>
            <a:custGeom>
              <a:avLst/>
              <a:gdLst>
                <a:gd name="connsiteX0" fmla="*/ 0 w 541692"/>
                <a:gd name="connsiteY0" fmla="*/ 59121 h 59120"/>
                <a:gd name="connsiteX1" fmla="*/ 541693 w 541692"/>
                <a:gd name="connsiteY1" fmla="*/ 59121 h 59120"/>
                <a:gd name="connsiteX2" fmla="*/ 541693 w 541692"/>
                <a:gd name="connsiteY2" fmla="*/ 50992 h 59120"/>
                <a:gd name="connsiteX3" fmla="*/ 532825 w 541692"/>
                <a:gd name="connsiteY3" fmla="*/ 42124 h 59120"/>
                <a:gd name="connsiteX4" fmla="*/ 224658 w 541692"/>
                <a:gd name="connsiteY4" fmla="*/ 42124 h 59120"/>
                <a:gd name="connsiteX5" fmla="*/ 214313 w 541692"/>
                <a:gd name="connsiteY5" fmla="*/ 39167 h 59120"/>
                <a:gd name="connsiteX6" fmla="*/ 165537 w 541692"/>
                <a:gd name="connsiteY6" fmla="*/ 3695 h 59120"/>
                <a:gd name="connsiteX7" fmla="*/ 154452 w 541692"/>
                <a:gd name="connsiteY7" fmla="*/ 0 h 59120"/>
                <a:gd name="connsiteX8" fmla="*/ 16997 w 541692"/>
                <a:gd name="connsiteY8" fmla="*/ 0 h 59120"/>
                <a:gd name="connsiteX9" fmla="*/ 0 w 541692"/>
                <a:gd name="connsiteY9" fmla="*/ 16997 h 5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1692" h="59120">
                  <a:moveTo>
                    <a:pt x="0" y="59121"/>
                  </a:moveTo>
                  <a:lnTo>
                    <a:pt x="541693" y="59121"/>
                  </a:lnTo>
                  <a:lnTo>
                    <a:pt x="541693" y="50992"/>
                  </a:lnTo>
                  <a:cubicBezTo>
                    <a:pt x="541693" y="46557"/>
                    <a:pt x="537998" y="42124"/>
                    <a:pt x="532825" y="42124"/>
                  </a:cubicBezTo>
                  <a:lnTo>
                    <a:pt x="224658" y="42124"/>
                  </a:lnTo>
                  <a:cubicBezTo>
                    <a:pt x="220963" y="42124"/>
                    <a:pt x="218008" y="41385"/>
                    <a:pt x="214313" y="39167"/>
                  </a:cubicBezTo>
                  <a:lnTo>
                    <a:pt x="165537" y="3695"/>
                  </a:lnTo>
                  <a:cubicBezTo>
                    <a:pt x="161842" y="739"/>
                    <a:pt x="158887" y="0"/>
                    <a:pt x="154452" y="0"/>
                  </a:cubicBezTo>
                  <a:lnTo>
                    <a:pt x="16997" y="0"/>
                  </a:lnTo>
                  <a:cubicBezTo>
                    <a:pt x="7390" y="0"/>
                    <a:pt x="0" y="7390"/>
                    <a:pt x="0" y="16997"/>
                  </a:cubicBezTo>
                  <a:close/>
                </a:path>
              </a:pathLst>
            </a:custGeom>
            <a:solidFill>
              <a:srgbClr val="FF7C1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C165DD5B-90C5-F3F7-D5F8-F61FE9CC04AB}"/>
                </a:ext>
              </a:extLst>
            </p:cNvPr>
            <p:cNvSpPr/>
            <p:nvPr/>
          </p:nvSpPr>
          <p:spPr>
            <a:xfrm>
              <a:off x="7577092" y="3904764"/>
              <a:ext cx="541693" cy="314817"/>
            </a:xfrm>
            <a:custGeom>
              <a:avLst/>
              <a:gdLst>
                <a:gd name="connsiteX0" fmla="*/ 0 w 541693"/>
                <a:gd name="connsiteY0" fmla="*/ 0 h 314817"/>
                <a:gd name="connsiteX1" fmla="*/ 541694 w 541693"/>
                <a:gd name="connsiteY1" fmla="*/ 0 h 314817"/>
                <a:gd name="connsiteX2" fmla="*/ 541694 w 541693"/>
                <a:gd name="connsiteY2" fmla="*/ 297820 h 314817"/>
                <a:gd name="connsiteX3" fmla="*/ 524696 w 541693"/>
                <a:gd name="connsiteY3" fmla="*/ 314818 h 314817"/>
                <a:gd name="connsiteX4" fmla="*/ 17736 w 541693"/>
                <a:gd name="connsiteY4" fmla="*/ 314818 h 314817"/>
                <a:gd name="connsiteX5" fmla="*/ 0 w 541693"/>
                <a:gd name="connsiteY5" fmla="*/ 297820 h 314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693" h="314817">
                  <a:moveTo>
                    <a:pt x="0" y="0"/>
                  </a:moveTo>
                  <a:lnTo>
                    <a:pt x="541694" y="0"/>
                  </a:lnTo>
                  <a:lnTo>
                    <a:pt x="541694" y="297820"/>
                  </a:lnTo>
                  <a:cubicBezTo>
                    <a:pt x="541694" y="307428"/>
                    <a:pt x="534304" y="314818"/>
                    <a:pt x="524696" y="314818"/>
                  </a:cubicBezTo>
                  <a:lnTo>
                    <a:pt x="17736" y="314818"/>
                  </a:lnTo>
                  <a:cubicBezTo>
                    <a:pt x="8130" y="314818"/>
                    <a:pt x="0" y="307428"/>
                    <a:pt x="0" y="297820"/>
                  </a:cubicBezTo>
                  <a:close/>
                </a:path>
              </a:pathLst>
            </a:custGeom>
            <a:solidFill>
              <a:srgbClr val="FFFF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E7EC9B4-51BB-0B5E-C50D-EE3A10A7D8B8}"/>
                </a:ext>
              </a:extLst>
            </p:cNvPr>
            <p:cNvSpPr/>
            <p:nvPr/>
          </p:nvSpPr>
          <p:spPr>
            <a:xfrm>
              <a:off x="7577092" y="3845643"/>
              <a:ext cx="541693" cy="59120"/>
            </a:xfrm>
            <a:custGeom>
              <a:avLst/>
              <a:gdLst>
                <a:gd name="connsiteX0" fmla="*/ 0 w 541693"/>
                <a:gd name="connsiteY0" fmla="*/ 59121 h 59120"/>
                <a:gd name="connsiteX1" fmla="*/ 541694 w 541693"/>
                <a:gd name="connsiteY1" fmla="*/ 59121 h 59120"/>
                <a:gd name="connsiteX2" fmla="*/ 541694 w 541693"/>
                <a:gd name="connsiteY2" fmla="*/ 50992 h 59120"/>
                <a:gd name="connsiteX3" fmla="*/ 533565 w 541693"/>
                <a:gd name="connsiteY3" fmla="*/ 42124 h 59120"/>
                <a:gd name="connsiteX4" fmla="*/ 225398 w 541693"/>
                <a:gd name="connsiteY4" fmla="*/ 42124 h 59120"/>
                <a:gd name="connsiteX5" fmla="*/ 214313 w 541693"/>
                <a:gd name="connsiteY5" fmla="*/ 39167 h 59120"/>
                <a:gd name="connsiteX6" fmla="*/ 165538 w 541693"/>
                <a:gd name="connsiteY6" fmla="*/ 3695 h 59120"/>
                <a:gd name="connsiteX7" fmla="*/ 155192 w 541693"/>
                <a:gd name="connsiteY7" fmla="*/ 0 h 59120"/>
                <a:gd name="connsiteX8" fmla="*/ 17736 w 541693"/>
                <a:gd name="connsiteY8" fmla="*/ 0 h 59120"/>
                <a:gd name="connsiteX9" fmla="*/ 0 w 541693"/>
                <a:gd name="connsiteY9" fmla="*/ 16997 h 5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1693" h="59120">
                  <a:moveTo>
                    <a:pt x="0" y="59121"/>
                  </a:moveTo>
                  <a:lnTo>
                    <a:pt x="541694" y="59121"/>
                  </a:lnTo>
                  <a:lnTo>
                    <a:pt x="541694" y="50992"/>
                  </a:lnTo>
                  <a:cubicBezTo>
                    <a:pt x="541694" y="46557"/>
                    <a:pt x="537999" y="42124"/>
                    <a:pt x="533565" y="42124"/>
                  </a:cubicBezTo>
                  <a:lnTo>
                    <a:pt x="225398" y="42124"/>
                  </a:lnTo>
                  <a:cubicBezTo>
                    <a:pt x="220964" y="42124"/>
                    <a:pt x="218008" y="41385"/>
                    <a:pt x="214313" y="39167"/>
                  </a:cubicBezTo>
                  <a:lnTo>
                    <a:pt x="165538" y="3695"/>
                  </a:lnTo>
                  <a:cubicBezTo>
                    <a:pt x="162582" y="739"/>
                    <a:pt x="158887" y="0"/>
                    <a:pt x="155192" y="0"/>
                  </a:cubicBezTo>
                  <a:lnTo>
                    <a:pt x="17736" y="0"/>
                  </a:lnTo>
                  <a:cubicBezTo>
                    <a:pt x="8130" y="0"/>
                    <a:pt x="0" y="7390"/>
                    <a:pt x="0" y="16997"/>
                  </a:cubicBezTo>
                  <a:close/>
                </a:path>
              </a:pathLst>
            </a:custGeom>
            <a:solidFill>
              <a:srgbClr val="FFAE2B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2B074E81-885C-E6D8-6326-713DCE6D36F6}"/>
                </a:ext>
              </a:extLst>
            </p:cNvPr>
            <p:cNvSpPr/>
            <p:nvPr/>
          </p:nvSpPr>
          <p:spPr>
            <a:xfrm>
              <a:off x="7577092" y="3961668"/>
              <a:ext cx="154452" cy="198793"/>
            </a:xfrm>
            <a:custGeom>
              <a:avLst/>
              <a:gdLst>
                <a:gd name="connsiteX0" fmla="*/ 0 w 154452"/>
                <a:gd name="connsiteY0" fmla="*/ 198793 h 198793"/>
                <a:gd name="connsiteX1" fmla="*/ 0 w 154452"/>
                <a:gd name="connsiteY1" fmla="*/ 0 h 198793"/>
                <a:gd name="connsiteX2" fmla="*/ 121936 w 154452"/>
                <a:gd name="connsiteY2" fmla="*/ 0 h 198793"/>
                <a:gd name="connsiteX3" fmla="*/ 154453 w 154452"/>
                <a:gd name="connsiteY3" fmla="*/ 32516 h 198793"/>
                <a:gd name="connsiteX4" fmla="*/ 154453 w 154452"/>
                <a:gd name="connsiteY4" fmla="*/ 166277 h 198793"/>
                <a:gd name="connsiteX5" fmla="*/ 121936 w 154452"/>
                <a:gd name="connsiteY5" fmla="*/ 198793 h 198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452" h="198793">
                  <a:moveTo>
                    <a:pt x="0" y="198793"/>
                  </a:moveTo>
                  <a:lnTo>
                    <a:pt x="0" y="0"/>
                  </a:lnTo>
                  <a:lnTo>
                    <a:pt x="121936" y="0"/>
                  </a:lnTo>
                  <a:cubicBezTo>
                    <a:pt x="139673" y="0"/>
                    <a:pt x="154453" y="14780"/>
                    <a:pt x="154453" y="32516"/>
                  </a:cubicBezTo>
                  <a:lnTo>
                    <a:pt x="154453" y="166277"/>
                  </a:lnTo>
                  <a:cubicBezTo>
                    <a:pt x="154453" y="184013"/>
                    <a:pt x="139673" y="198793"/>
                    <a:pt x="121936" y="198793"/>
                  </a:cubicBezTo>
                  <a:close/>
                </a:path>
              </a:pathLst>
            </a:custGeom>
            <a:solidFill>
              <a:srgbClr val="D3E8FD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FEF4866-6B68-4594-EAEB-F956AB3E3CED}"/>
                </a:ext>
              </a:extLst>
            </p:cNvPr>
            <p:cNvSpPr/>
            <p:nvPr/>
          </p:nvSpPr>
          <p:spPr>
            <a:xfrm>
              <a:off x="7519449" y="3947626"/>
              <a:ext cx="198793" cy="198054"/>
            </a:xfrm>
            <a:custGeom>
              <a:avLst/>
              <a:gdLst>
                <a:gd name="connsiteX0" fmla="*/ 166277 w 198793"/>
                <a:gd name="connsiteY0" fmla="*/ 0 h 198054"/>
                <a:gd name="connsiteX1" fmla="*/ 32517 w 198793"/>
                <a:gd name="connsiteY1" fmla="*/ 0 h 198054"/>
                <a:gd name="connsiteX2" fmla="*/ 0 w 198793"/>
                <a:gd name="connsiteY2" fmla="*/ 32517 h 198054"/>
                <a:gd name="connsiteX3" fmla="*/ 0 w 198793"/>
                <a:gd name="connsiteY3" fmla="*/ 165538 h 198054"/>
                <a:gd name="connsiteX4" fmla="*/ 32517 w 198793"/>
                <a:gd name="connsiteY4" fmla="*/ 198054 h 198054"/>
                <a:gd name="connsiteX5" fmla="*/ 166277 w 198793"/>
                <a:gd name="connsiteY5" fmla="*/ 198054 h 198054"/>
                <a:gd name="connsiteX6" fmla="*/ 198794 w 198793"/>
                <a:gd name="connsiteY6" fmla="*/ 165538 h 198054"/>
                <a:gd name="connsiteX7" fmla="*/ 198794 w 198793"/>
                <a:gd name="connsiteY7" fmla="*/ 32517 h 198054"/>
                <a:gd name="connsiteX8" fmla="*/ 166277 w 198793"/>
                <a:gd name="connsiteY8" fmla="*/ 0 h 19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8793" h="198054">
                  <a:moveTo>
                    <a:pt x="166277" y="0"/>
                  </a:moveTo>
                  <a:lnTo>
                    <a:pt x="32517" y="0"/>
                  </a:lnTo>
                  <a:cubicBezTo>
                    <a:pt x="14780" y="0"/>
                    <a:pt x="0" y="14041"/>
                    <a:pt x="0" y="32517"/>
                  </a:cubicBezTo>
                  <a:lnTo>
                    <a:pt x="0" y="165538"/>
                  </a:lnTo>
                  <a:cubicBezTo>
                    <a:pt x="0" y="183274"/>
                    <a:pt x="14780" y="198054"/>
                    <a:pt x="32517" y="198054"/>
                  </a:cubicBezTo>
                  <a:lnTo>
                    <a:pt x="166277" y="198054"/>
                  </a:lnTo>
                  <a:cubicBezTo>
                    <a:pt x="184013" y="198054"/>
                    <a:pt x="198794" y="183274"/>
                    <a:pt x="198794" y="165538"/>
                  </a:cubicBezTo>
                  <a:lnTo>
                    <a:pt x="198794" y="32517"/>
                  </a:lnTo>
                  <a:cubicBezTo>
                    <a:pt x="198794" y="14041"/>
                    <a:pt x="184013" y="0"/>
                    <a:pt x="166277" y="0"/>
                  </a:cubicBezTo>
                  <a:close/>
                </a:path>
              </a:pathLst>
            </a:custGeom>
            <a:solidFill>
              <a:srgbClr val="3091D8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C1FC9BCB-C5D0-885D-B78E-BF2F6C111E16}"/>
                </a:ext>
              </a:extLst>
            </p:cNvPr>
            <p:cNvSpPr/>
            <p:nvPr/>
          </p:nvSpPr>
          <p:spPr>
            <a:xfrm>
              <a:off x="7531273" y="3959451"/>
              <a:ext cx="175144" cy="174406"/>
            </a:xfrm>
            <a:custGeom>
              <a:avLst/>
              <a:gdLst>
                <a:gd name="connsiteX0" fmla="*/ 175145 w 175144"/>
                <a:gd name="connsiteY0" fmla="*/ 152975 h 174406"/>
                <a:gd name="connsiteX1" fmla="*/ 175145 w 175144"/>
                <a:gd name="connsiteY1" fmla="*/ 21431 h 174406"/>
                <a:gd name="connsiteX2" fmla="*/ 152974 w 175144"/>
                <a:gd name="connsiteY2" fmla="*/ 0 h 174406"/>
                <a:gd name="connsiteX3" fmla="*/ 22170 w 175144"/>
                <a:gd name="connsiteY3" fmla="*/ 0 h 174406"/>
                <a:gd name="connsiteX4" fmla="*/ 0 w 175144"/>
                <a:gd name="connsiteY4" fmla="*/ 21431 h 174406"/>
                <a:gd name="connsiteX5" fmla="*/ 0 w 175144"/>
                <a:gd name="connsiteY5" fmla="*/ 152975 h 174406"/>
                <a:gd name="connsiteX6" fmla="*/ 22170 w 175144"/>
                <a:gd name="connsiteY6" fmla="*/ 174406 h 174406"/>
                <a:gd name="connsiteX7" fmla="*/ 152974 w 175144"/>
                <a:gd name="connsiteY7" fmla="*/ 174406 h 174406"/>
                <a:gd name="connsiteX8" fmla="*/ 175145 w 175144"/>
                <a:gd name="connsiteY8" fmla="*/ 152975 h 174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5144" h="174406">
                  <a:moveTo>
                    <a:pt x="175145" y="152975"/>
                  </a:moveTo>
                  <a:lnTo>
                    <a:pt x="175145" y="21431"/>
                  </a:lnTo>
                  <a:cubicBezTo>
                    <a:pt x="175145" y="9607"/>
                    <a:pt x="165538" y="0"/>
                    <a:pt x="152974" y="0"/>
                  </a:cubicBezTo>
                  <a:lnTo>
                    <a:pt x="22170" y="0"/>
                  </a:lnTo>
                  <a:cubicBezTo>
                    <a:pt x="10346" y="0"/>
                    <a:pt x="0" y="9607"/>
                    <a:pt x="0" y="21431"/>
                  </a:cubicBezTo>
                  <a:lnTo>
                    <a:pt x="0" y="152975"/>
                  </a:lnTo>
                  <a:cubicBezTo>
                    <a:pt x="0" y="164799"/>
                    <a:pt x="10346" y="174406"/>
                    <a:pt x="22170" y="174406"/>
                  </a:cubicBezTo>
                  <a:lnTo>
                    <a:pt x="152974" y="174406"/>
                  </a:lnTo>
                  <a:cubicBezTo>
                    <a:pt x="165538" y="174406"/>
                    <a:pt x="175145" y="164799"/>
                    <a:pt x="175145" y="152975"/>
                  </a:cubicBezTo>
                  <a:close/>
                </a:path>
              </a:pathLst>
            </a:custGeom>
            <a:solidFill>
              <a:srgbClr val="F7F5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348FF656-D9EB-0F24-9ECA-E2008532A405}"/>
                </a:ext>
              </a:extLst>
            </p:cNvPr>
            <p:cNvSpPr/>
            <p:nvPr/>
          </p:nvSpPr>
          <p:spPr>
            <a:xfrm>
              <a:off x="7584482" y="4000281"/>
              <a:ext cx="81290" cy="92560"/>
            </a:xfrm>
            <a:custGeom>
              <a:avLst/>
              <a:gdLst>
                <a:gd name="connsiteX0" fmla="*/ 78336 w 81290"/>
                <a:gd name="connsiteY0" fmla="*/ 41939 h 92560"/>
                <a:gd name="connsiteX1" fmla="*/ 7390 w 81290"/>
                <a:gd name="connsiteY1" fmla="*/ 554 h 92560"/>
                <a:gd name="connsiteX2" fmla="*/ 2217 w 81290"/>
                <a:gd name="connsiteY2" fmla="*/ 554 h 92560"/>
                <a:gd name="connsiteX3" fmla="*/ 0 w 81290"/>
                <a:gd name="connsiteY3" fmla="*/ 4988 h 92560"/>
                <a:gd name="connsiteX4" fmla="*/ 0 w 81290"/>
                <a:gd name="connsiteY4" fmla="*/ 87018 h 92560"/>
                <a:gd name="connsiteX5" fmla="*/ 2217 w 81290"/>
                <a:gd name="connsiteY5" fmla="*/ 91452 h 92560"/>
                <a:gd name="connsiteX6" fmla="*/ 7390 w 81290"/>
                <a:gd name="connsiteY6" fmla="*/ 91452 h 92560"/>
                <a:gd name="connsiteX7" fmla="*/ 78336 w 81290"/>
                <a:gd name="connsiteY7" fmla="*/ 50807 h 92560"/>
                <a:gd name="connsiteX8" fmla="*/ 81291 w 81290"/>
                <a:gd name="connsiteY8" fmla="*/ 46373 h 92560"/>
                <a:gd name="connsiteX9" fmla="*/ 78336 w 81290"/>
                <a:gd name="connsiteY9" fmla="*/ 41939 h 92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1290" h="92560">
                  <a:moveTo>
                    <a:pt x="78336" y="41939"/>
                  </a:moveTo>
                  <a:lnTo>
                    <a:pt x="7390" y="554"/>
                  </a:lnTo>
                  <a:cubicBezTo>
                    <a:pt x="5912" y="-185"/>
                    <a:pt x="3695" y="-185"/>
                    <a:pt x="2217" y="554"/>
                  </a:cubicBezTo>
                  <a:cubicBezTo>
                    <a:pt x="740" y="2032"/>
                    <a:pt x="0" y="3510"/>
                    <a:pt x="0" y="4988"/>
                  </a:cubicBezTo>
                  <a:lnTo>
                    <a:pt x="0" y="87018"/>
                  </a:lnTo>
                  <a:cubicBezTo>
                    <a:pt x="0" y="89235"/>
                    <a:pt x="740" y="90713"/>
                    <a:pt x="2217" y="91452"/>
                  </a:cubicBezTo>
                  <a:cubicBezTo>
                    <a:pt x="3695" y="92930"/>
                    <a:pt x="5912" y="92930"/>
                    <a:pt x="7390" y="91452"/>
                  </a:cubicBezTo>
                  <a:lnTo>
                    <a:pt x="78336" y="50807"/>
                  </a:lnTo>
                  <a:cubicBezTo>
                    <a:pt x="80552" y="50068"/>
                    <a:pt x="81291" y="47851"/>
                    <a:pt x="81291" y="46373"/>
                  </a:cubicBezTo>
                  <a:cubicBezTo>
                    <a:pt x="81291" y="44156"/>
                    <a:pt x="80552" y="42678"/>
                    <a:pt x="78336" y="41939"/>
                  </a:cubicBezTo>
                  <a:close/>
                </a:path>
              </a:pathLst>
            </a:custGeom>
            <a:solidFill>
              <a:srgbClr val="3091D8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0D35A671-4FB6-9233-5084-6A35A73D156F}"/>
                </a:ext>
              </a:extLst>
            </p:cNvPr>
            <p:cNvSpPr/>
            <p:nvPr/>
          </p:nvSpPr>
          <p:spPr>
            <a:xfrm>
              <a:off x="7596307" y="3349769"/>
              <a:ext cx="541692" cy="315556"/>
            </a:xfrm>
            <a:custGeom>
              <a:avLst/>
              <a:gdLst>
                <a:gd name="connsiteX0" fmla="*/ 0 w 541692"/>
                <a:gd name="connsiteY0" fmla="*/ 0 h 315556"/>
                <a:gd name="connsiteX1" fmla="*/ 541693 w 541692"/>
                <a:gd name="connsiteY1" fmla="*/ 0 h 315556"/>
                <a:gd name="connsiteX2" fmla="*/ 541693 w 541692"/>
                <a:gd name="connsiteY2" fmla="*/ 297821 h 315556"/>
                <a:gd name="connsiteX3" fmla="*/ 524696 w 541692"/>
                <a:gd name="connsiteY3" fmla="*/ 315557 h 315556"/>
                <a:gd name="connsiteX4" fmla="*/ 16997 w 541692"/>
                <a:gd name="connsiteY4" fmla="*/ 315557 h 315556"/>
                <a:gd name="connsiteX5" fmla="*/ 0 w 541692"/>
                <a:gd name="connsiteY5" fmla="*/ 297821 h 31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692" h="315556">
                  <a:moveTo>
                    <a:pt x="0" y="0"/>
                  </a:moveTo>
                  <a:lnTo>
                    <a:pt x="541693" y="0"/>
                  </a:lnTo>
                  <a:lnTo>
                    <a:pt x="541693" y="297821"/>
                  </a:lnTo>
                  <a:cubicBezTo>
                    <a:pt x="541693" y="307428"/>
                    <a:pt x="533564" y="315557"/>
                    <a:pt x="524696" y="315557"/>
                  </a:cubicBezTo>
                  <a:lnTo>
                    <a:pt x="16997" y="315557"/>
                  </a:lnTo>
                  <a:cubicBezTo>
                    <a:pt x="7390" y="315557"/>
                    <a:pt x="0" y="307428"/>
                    <a:pt x="0" y="297821"/>
                  </a:cubicBezTo>
                  <a:close/>
                </a:path>
              </a:pathLst>
            </a:custGeom>
            <a:solidFill>
              <a:srgbClr val="D3E8FD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1D6F0D-4165-E227-C72F-1758681688D0}"/>
                </a:ext>
              </a:extLst>
            </p:cNvPr>
            <p:cNvSpPr/>
            <p:nvPr/>
          </p:nvSpPr>
          <p:spPr>
            <a:xfrm>
              <a:off x="7596307" y="3290648"/>
              <a:ext cx="541692" cy="59120"/>
            </a:xfrm>
            <a:custGeom>
              <a:avLst/>
              <a:gdLst>
                <a:gd name="connsiteX0" fmla="*/ 0 w 541692"/>
                <a:gd name="connsiteY0" fmla="*/ 59121 h 59120"/>
                <a:gd name="connsiteX1" fmla="*/ 541693 w 541692"/>
                <a:gd name="connsiteY1" fmla="*/ 59121 h 59120"/>
                <a:gd name="connsiteX2" fmla="*/ 541693 w 541692"/>
                <a:gd name="connsiteY2" fmla="*/ 50992 h 59120"/>
                <a:gd name="connsiteX3" fmla="*/ 532825 w 541692"/>
                <a:gd name="connsiteY3" fmla="*/ 42863 h 59120"/>
                <a:gd name="connsiteX4" fmla="*/ 224658 w 541692"/>
                <a:gd name="connsiteY4" fmla="*/ 42863 h 59120"/>
                <a:gd name="connsiteX5" fmla="*/ 214313 w 541692"/>
                <a:gd name="connsiteY5" fmla="*/ 39168 h 59120"/>
                <a:gd name="connsiteX6" fmla="*/ 165537 w 541692"/>
                <a:gd name="connsiteY6" fmla="*/ 3695 h 59120"/>
                <a:gd name="connsiteX7" fmla="*/ 154452 w 541692"/>
                <a:gd name="connsiteY7" fmla="*/ 0 h 59120"/>
                <a:gd name="connsiteX8" fmla="*/ 16997 w 541692"/>
                <a:gd name="connsiteY8" fmla="*/ 0 h 59120"/>
                <a:gd name="connsiteX9" fmla="*/ 0 w 541692"/>
                <a:gd name="connsiteY9" fmla="*/ 16997 h 5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1692" h="59120">
                  <a:moveTo>
                    <a:pt x="0" y="59121"/>
                  </a:moveTo>
                  <a:lnTo>
                    <a:pt x="541693" y="59121"/>
                  </a:lnTo>
                  <a:lnTo>
                    <a:pt x="541693" y="50992"/>
                  </a:lnTo>
                  <a:cubicBezTo>
                    <a:pt x="541693" y="46558"/>
                    <a:pt x="537998" y="42863"/>
                    <a:pt x="532825" y="42863"/>
                  </a:cubicBezTo>
                  <a:lnTo>
                    <a:pt x="224658" y="42863"/>
                  </a:lnTo>
                  <a:cubicBezTo>
                    <a:pt x="220963" y="42863"/>
                    <a:pt x="218008" y="41385"/>
                    <a:pt x="214313" y="39168"/>
                  </a:cubicBezTo>
                  <a:lnTo>
                    <a:pt x="165537" y="3695"/>
                  </a:lnTo>
                  <a:cubicBezTo>
                    <a:pt x="161842" y="1478"/>
                    <a:pt x="158887" y="0"/>
                    <a:pt x="154452" y="0"/>
                  </a:cubicBezTo>
                  <a:lnTo>
                    <a:pt x="16997" y="0"/>
                  </a:lnTo>
                  <a:cubicBezTo>
                    <a:pt x="7390" y="0"/>
                    <a:pt x="0" y="7390"/>
                    <a:pt x="0" y="16997"/>
                  </a:cubicBezTo>
                  <a:close/>
                </a:path>
              </a:pathLst>
            </a:custGeom>
            <a:solidFill>
              <a:srgbClr val="FF7C1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1EDDD911-6C82-7402-BC0B-C2BBA862F4C1}"/>
                </a:ext>
              </a:extLst>
            </p:cNvPr>
            <p:cNvSpPr/>
            <p:nvPr/>
          </p:nvSpPr>
          <p:spPr>
            <a:xfrm>
              <a:off x="7577092" y="3349769"/>
              <a:ext cx="541693" cy="315556"/>
            </a:xfrm>
            <a:custGeom>
              <a:avLst/>
              <a:gdLst>
                <a:gd name="connsiteX0" fmla="*/ 0 w 541693"/>
                <a:gd name="connsiteY0" fmla="*/ 0 h 315556"/>
                <a:gd name="connsiteX1" fmla="*/ 541694 w 541693"/>
                <a:gd name="connsiteY1" fmla="*/ 0 h 315556"/>
                <a:gd name="connsiteX2" fmla="*/ 541694 w 541693"/>
                <a:gd name="connsiteY2" fmla="*/ 297821 h 315556"/>
                <a:gd name="connsiteX3" fmla="*/ 524696 w 541693"/>
                <a:gd name="connsiteY3" fmla="*/ 315557 h 315556"/>
                <a:gd name="connsiteX4" fmla="*/ 17736 w 541693"/>
                <a:gd name="connsiteY4" fmla="*/ 315557 h 315556"/>
                <a:gd name="connsiteX5" fmla="*/ 0 w 541693"/>
                <a:gd name="connsiteY5" fmla="*/ 297821 h 31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693" h="315556">
                  <a:moveTo>
                    <a:pt x="0" y="0"/>
                  </a:moveTo>
                  <a:lnTo>
                    <a:pt x="541694" y="0"/>
                  </a:lnTo>
                  <a:lnTo>
                    <a:pt x="541694" y="297821"/>
                  </a:lnTo>
                  <a:cubicBezTo>
                    <a:pt x="541694" y="307428"/>
                    <a:pt x="534304" y="315557"/>
                    <a:pt x="524696" y="315557"/>
                  </a:cubicBezTo>
                  <a:lnTo>
                    <a:pt x="17736" y="315557"/>
                  </a:lnTo>
                  <a:cubicBezTo>
                    <a:pt x="8130" y="315557"/>
                    <a:pt x="0" y="307428"/>
                    <a:pt x="0" y="297821"/>
                  </a:cubicBezTo>
                  <a:close/>
                </a:path>
              </a:pathLst>
            </a:custGeom>
            <a:solidFill>
              <a:srgbClr val="FFFF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606F5883-C859-50D1-610F-F0D57CA4567D}"/>
                </a:ext>
              </a:extLst>
            </p:cNvPr>
            <p:cNvSpPr/>
            <p:nvPr/>
          </p:nvSpPr>
          <p:spPr>
            <a:xfrm>
              <a:off x="7577092" y="3290648"/>
              <a:ext cx="541693" cy="59120"/>
            </a:xfrm>
            <a:custGeom>
              <a:avLst/>
              <a:gdLst>
                <a:gd name="connsiteX0" fmla="*/ 0 w 541693"/>
                <a:gd name="connsiteY0" fmla="*/ 59121 h 59120"/>
                <a:gd name="connsiteX1" fmla="*/ 541694 w 541693"/>
                <a:gd name="connsiteY1" fmla="*/ 59121 h 59120"/>
                <a:gd name="connsiteX2" fmla="*/ 541694 w 541693"/>
                <a:gd name="connsiteY2" fmla="*/ 50992 h 59120"/>
                <a:gd name="connsiteX3" fmla="*/ 533565 w 541693"/>
                <a:gd name="connsiteY3" fmla="*/ 42863 h 59120"/>
                <a:gd name="connsiteX4" fmla="*/ 225398 w 541693"/>
                <a:gd name="connsiteY4" fmla="*/ 42863 h 59120"/>
                <a:gd name="connsiteX5" fmla="*/ 214313 w 541693"/>
                <a:gd name="connsiteY5" fmla="*/ 39168 h 59120"/>
                <a:gd name="connsiteX6" fmla="*/ 165538 w 541693"/>
                <a:gd name="connsiteY6" fmla="*/ 3695 h 59120"/>
                <a:gd name="connsiteX7" fmla="*/ 155192 w 541693"/>
                <a:gd name="connsiteY7" fmla="*/ 0 h 59120"/>
                <a:gd name="connsiteX8" fmla="*/ 17736 w 541693"/>
                <a:gd name="connsiteY8" fmla="*/ 0 h 59120"/>
                <a:gd name="connsiteX9" fmla="*/ 0 w 541693"/>
                <a:gd name="connsiteY9" fmla="*/ 16997 h 5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1693" h="59120">
                  <a:moveTo>
                    <a:pt x="0" y="59121"/>
                  </a:moveTo>
                  <a:lnTo>
                    <a:pt x="541694" y="59121"/>
                  </a:lnTo>
                  <a:lnTo>
                    <a:pt x="541694" y="50992"/>
                  </a:lnTo>
                  <a:cubicBezTo>
                    <a:pt x="541694" y="46558"/>
                    <a:pt x="537999" y="42863"/>
                    <a:pt x="533565" y="42863"/>
                  </a:cubicBezTo>
                  <a:lnTo>
                    <a:pt x="225398" y="42863"/>
                  </a:lnTo>
                  <a:cubicBezTo>
                    <a:pt x="220964" y="42863"/>
                    <a:pt x="218008" y="41385"/>
                    <a:pt x="214313" y="39168"/>
                  </a:cubicBezTo>
                  <a:lnTo>
                    <a:pt x="165538" y="3695"/>
                  </a:lnTo>
                  <a:cubicBezTo>
                    <a:pt x="162582" y="1478"/>
                    <a:pt x="158887" y="0"/>
                    <a:pt x="155192" y="0"/>
                  </a:cubicBezTo>
                  <a:lnTo>
                    <a:pt x="17736" y="0"/>
                  </a:lnTo>
                  <a:cubicBezTo>
                    <a:pt x="8130" y="0"/>
                    <a:pt x="0" y="7390"/>
                    <a:pt x="0" y="16997"/>
                  </a:cubicBezTo>
                  <a:close/>
                </a:path>
              </a:pathLst>
            </a:custGeom>
            <a:solidFill>
              <a:srgbClr val="FFAE2B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682E369C-9955-91FE-9824-07EB53A0F3AF}"/>
                </a:ext>
              </a:extLst>
            </p:cNvPr>
            <p:cNvSpPr/>
            <p:nvPr/>
          </p:nvSpPr>
          <p:spPr>
            <a:xfrm>
              <a:off x="7577092" y="3407411"/>
              <a:ext cx="154452" cy="198054"/>
            </a:xfrm>
            <a:custGeom>
              <a:avLst/>
              <a:gdLst>
                <a:gd name="connsiteX0" fmla="*/ 0 w 154452"/>
                <a:gd name="connsiteY0" fmla="*/ 198054 h 198054"/>
                <a:gd name="connsiteX1" fmla="*/ 0 w 154452"/>
                <a:gd name="connsiteY1" fmla="*/ 0 h 198054"/>
                <a:gd name="connsiteX2" fmla="*/ 121936 w 154452"/>
                <a:gd name="connsiteY2" fmla="*/ 0 h 198054"/>
                <a:gd name="connsiteX3" fmla="*/ 154453 w 154452"/>
                <a:gd name="connsiteY3" fmla="*/ 32516 h 198054"/>
                <a:gd name="connsiteX4" fmla="*/ 154453 w 154452"/>
                <a:gd name="connsiteY4" fmla="*/ 165538 h 198054"/>
                <a:gd name="connsiteX5" fmla="*/ 121936 w 154452"/>
                <a:gd name="connsiteY5" fmla="*/ 198054 h 19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452" h="198054">
                  <a:moveTo>
                    <a:pt x="0" y="198054"/>
                  </a:moveTo>
                  <a:lnTo>
                    <a:pt x="0" y="0"/>
                  </a:lnTo>
                  <a:lnTo>
                    <a:pt x="121936" y="0"/>
                  </a:lnTo>
                  <a:cubicBezTo>
                    <a:pt x="139673" y="0"/>
                    <a:pt x="154453" y="14041"/>
                    <a:pt x="154453" y="32516"/>
                  </a:cubicBezTo>
                  <a:lnTo>
                    <a:pt x="154453" y="165538"/>
                  </a:lnTo>
                  <a:cubicBezTo>
                    <a:pt x="154453" y="183274"/>
                    <a:pt x="139673" y="198054"/>
                    <a:pt x="121936" y="198054"/>
                  </a:cubicBezTo>
                  <a:close/>
                </a:path>
              </a:pathLst>
            </a:custGeom>
            <a:solidFill>
              <a:srgbClr val="D3E8FD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B0FBCB9-3955-3450-0663-012C6BDD43B6}"/>
                </a:ext>
              </a:extLst>
            </p:cNvPr>
            <p:cNvSpPr/>
            <p:nvPr/>
          </p:nvSpPr>
          <p:spPr>
            <a:xfrm>
              <a:off x="7519449" y="3392631"/>
              <a:ext cx="198793" cy="198054"/>
            </a:xfrm>
            <a:custGeom>
              <a:avLst/>
              <a:gdLst>
                <a:gd name="connsiteX0" fmla="*/ 166277 w 198793"/>
                <a:gd name="connsiteY0" fmla="*/ 0 h 198054"/>
                <a:gd name="connsiteX1" fmla="*/ 32517 w 198793"/>
                <a:gd name="connsiteY1" fmla="*/ 0 h 198054"/>
                <a:gd name="connsiteX2" fmla="*/ 0 w 198793"/>
                <a:gd name="connsiteY2" fmla="*/ 32516 h 198054"/>
                <a:gd name="connsiteX3" fmla="*/ 0 w 198793"/>
                <a:gd name="connsiteY3" fmla="*/ 165538 h 198054"/>
                <a:gd name="connsiteX4" fmla="*/ 32517 w 198793"/>
                <a:gd name="connsiteY4" fmla="*/ 198054 h 198054"/>
                <a:gd name="connsiteX5" fmla="*/ 166277 w 198793"/>
                <a:gd name="connsiteY5" fmla="*/ 198054 h 198054"/>
                <a:gd name="connsiteX6" fmla="*/ 198794 w 198793"/>
                <a:gd name="connsiteY6" fmla="*/ 165538 h 198054"/>
                <a:gd name="connsiteX7" fmla="*/ 198794 w 198793"/>
                <a:gd name="connsiteY7" fmla="*/ 32516 h 198054"/>
                <a:gd name="connsiteX8" fmla="*/ 166277 w 198793"/>
                <a:gd name="connsiteY8" fmla="*/ 0 h 19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8793" h="198054">
                  <a:moveTo>
                    <a:pt x="166277" y="0"/>
                  </a:moveTo>
                  <a:lnTo>
                    <a:pt x="32517" y="0"/>
                  </a:lnTo>
                  <a:cubicBezTo>
                    <a:pt x="14780" y="0"/>
                    <a:pt x="0" y="14780"/>
                    <a:pt x="0" y="32516"/>
                  </a:cubicBezTo>
                  <a:lnTo>
                    <a:pt x="0" y="165538"/>
                  </a:lnTo>
                  <a:cubicBezTo>
                    <a:pt x="0" y="183274"/>
                    <a:pt x="14780" y="198054"/>
                    <a:pt x="32517" y="198054"/>
                  </a:cubicBezTo>
                  <a:lnTo>
                    <a:pt x="166277" y="198054"/>
                  </a:lnTo>
                  <a:cubicBezTo>
                    <a:pt x="184013" y="198054"/>
                    <a:pt x="198794" y="183274"/>
                    <a:pt x="198794" y="165538"/>
                  </a:cubicBezTo>
                  <a:lnTo>
                    <a:pt x="198794" y="32516"/>
                  </a:lnTo>
                  <a:cubicBezTo>
                    <a:pt x="198794" y="14780"/>
                    <a:pt x="184013" y="0"/>
                    <a:pt x="166277" y="0"/>
                  </a:cubicBezTo>
                  <a:close/>
                </a:path>
              </a:pathLst>
            </a:custGeom>
            <a:solidFill>
              <a:srgbClr val="3091D8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89B4A582-8412-0EFF-7608-3508BB7B381A}"/>
                </a:ext>
              </a:extLst>
            </p:cNvPr>
            <p:cNvSpPr/>
            <p:nvPr/>
          </p:nvSpPr>
          <p:spPr>
            <a:xfrm>
              <a:off x="7531273" y="3404455"/>
              <a:ext cx="175144" cy="174406"/>
            </a:xfrm>
            <a:custGeom>
              <a:avLst/>
              <a:gdLst>
                <a:gd name="connsiteX0" fmla="*/ 175145 w 175144"/>
                <a:gd name="connsiteY0" fmla="*/ 152975 h 174406"/>
                <a:gd name="connsiteX1" fmla="*/ 175145 w 175144"/>
                <a:gd name="connsiteY1" fmla="*/ 21431 h 174406"/>
                <a:gd name="connsiteX2" fmla="*/ 152974 w 175144"/>
                <a:gd name="connsiteY2" fmla="*/ 0 h 174406"/>
                <a:gd name="connsiteX3" fmla="*/ 22170 w 175144"/>
                <a:gd name="connsiteY3" fmla="*/ 0 h 174406"/>
                <a:gd name="connsiteX4" fmla="*/ 0 w 175144"/>
                <a:gd name="connsiteY4" fmla="*/ 21431 h 174406"/>
                <a:gd name="connsiteX5" fmla="*/ 0 w 175144"/>
                <a:gd name="connsiteY5" fmla="*/ 152975 h 174406"/>
                <a:gd name="connsiteX6" fmla="*/ 22170 w 175144"/>
                <a:gd name="connsiteY6" fmla="*/ 174406 h 174406"/>
                <a:gd name="connsiteX7" fmla="*/ 152974 w 175144"/>
                <a:gd name="connsiteY7" fmla="*/ 174406 h 174406"/>
                <a:gd name="connsiteX8" fmla="*/ 175145 w 175144"/>
                <a:gd name="connsiteY8" fmla="*/ 152975 h 174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5144" h="174406">
                  <a:moveTo>
                    <a:pt x="175145" y="152975"/>
                  </a:moveTo>
                  <a:lnTo>
                    <a:pt x="175145" y="21431"/>
                  </a:lnTo>
                  <a:cubicBezTo>
                    <a:pt x="175145" y="9607"/>
                    <a:pt x="165538" y="0"/>
                    <a:pt x="152974" y="0"/>
                  </a:cubicBezTo>
                  <a:lnTo>
                    <a:pt x="22170" y="0"/>
                  </a:lnTo>
                  <a:cubicBezTo>
                    <a:pt x="10346" y="0"/>
                    <a:pt x="0" y="9607"/>
                    <a:pt x="0" y="21431"/>
                  </a:cubicBezTo>
                  <a:lnTo>
                    <a:pt x="0" y="152975"/>
                  </a:lnTo>
                  <a:cubicBezTo>
                    <a:pt x="0" y="164799"/>
                    <a:pt x="10346" y="174406"/>
                    <a:pt x="22170" y="174406"/>
                  </a:cubicBezTo>
                  <a:lnTo>
                    <a:pt x="152974" y="174406"/>
                  </a:lnTo>
                  <a:cubicBezTo>
                    <a:pt x="165538" y="174406"/>
                    <a:pt x="175145" y="164799"/>
                    <a:pt x="175145" y="152975"/>
                  </a:cubicBezTo>
                  <a:close/>
                </a:path>
              </a:pathLst>
            </a:custGeom>
            <a:solidFill>
              <a:srgbClr val="F7F5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38E212EF-7886-15F5-2E39-80F00F7917B7}"/>
                </a:ext>
              </a:extLst>
            </p:cNvPr>
            <p:cNvSpPr/>
            <p:nvPr/>
          </p:nvSpPr>
          <p:spPr>
            <a:xfrm>
              <a:off x="7553444" y="3431059"/>
              <a:ext cx="112328" cy="118241"/>
            </a:xfrm>
            <a:custGeom>
              <a:avLst/>
              <a:gdLst>
                <a:gd name="connsiteX0" fmla="*/ 22170 w 112328"/>
                <a:gd name="connsiteY0" fmla="*/ 87942 h 118241"/>
                <a:gd name="connsiteX1" fmla="*/ 33255 w 112328"/>
                <a:gd name="connsiteY1" fmla="*/ 90159 h 118241"/>
                <a:gd name="connsiteX2" fmla="*/ 33255 w 112328"/>
                <a:gd name="connsiteY2" fmla="*/ 21431 h 118241"/>
                <a:gd name="connsiteX3" fmla="*/ 112329 w 112328"/>
                <a:gd name="connsiteY3" fmla="*/ 0 h 118241"/>
                <a:gd name="connsiteX4" fmla="*/ 112329 w 112328"/>
                <a:gd name="connsiteY4" fmla="*/ 84986 h 118241"/>
                <a:gd name="connsiteX5" fmla="*/ 90159 w 112328"/>
                <a:gd name="connsiteY5" fmla="*/ 100505 h 118241"/>
                <a:gd name="connsiteX6" fmla="*/ 68728 w 112328"/>
                <a:gd name="connsiteY6" fmla="*/ 84986 h 118241"/>
                <a:gd name="connsiteX7" fmla="*/ 90159 w 112328"/>
                <a:gd name="connsiteY7" fmla="*/ 70206 h 118241"/>
                <a:gd name="connsiteX8" fmla="*/ 101984 w 112328"/>
                <a:gd name="connsiteY8" fmla="*/ 72423 h 118241"/>
                <a:gd name="connsiteX9" fmla="*/ 101984 w 112328"/>
                <a:gd name="connsiteY9" fmla="*/ 31778 h 118241"/>
                <a:gd name="connsiteX10" fmla="*/ 43602 w 112328"/>
                <a:gd name="connsiteY10" fmla="*/ 47297 h 118241"/>
                <a:gd name="connsiteX11" fmla="*/ 43602 w 112328"/>
                <a:gd name="connsiteY11" fmla="*/ 103461 h 118241"/>
                <a:gd name="connsiteX12" fmla="*/ 22170 w 112328"/>
                <a:gd name="connsiteY12" fmla="*/ 118241 h 118241"/>
                <a:gd name="connsiteX13" fmla="*/ 0 w 112328"/>
                <a:gd name="connsiteY13" fmla="*/ 103461 h 118241"/>
                <a:gd name="connsiteX14" fmla="*/ 22170 w 112328"/>
                <a:gd name="connsiteY14" fmla="*/ 87942 h 118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2328" h="118241">
                  <a:moveTo>
                    <a:pt x="22170" y="87942"/>
                  </a:moveTo>
                  <a:cubicBezTo>
                    <a:pt x="26087" y="87942"/>
                    <a:pt x="29782" y="88681"/>
                    <a:pt x="33255" y="90159"/>
                  </a:cubicBezTo>
                  <a:lnTo>
                    <a:pt x="33255" y="21431"/>
                  </a:lnTo>
                  <a:lnTo>
                    <a:pt x="112329" y="0"/>
                  </a:lnTo>
                  <a:cubicBezTo>
                    <a:pt x="112329" y="27343"/>
                    <a:pt x="112329" y="58382"/>
                    <a:pt x="112329" y="84986"/>
                  </a:cubicBezTo>
                  <a:cubicBezTo>
                    <a:pt x="112329" y="93854"/>
                    <a:pt x="102722" y="100505"/>
                    <a:pt x="90159" y="100505"/>
                  </a:cubicBezTo>
                  <a:cubicBezTo>
                    <a:pt x="78335" y="100505"/>
                    <a:pt x="68728" y="93854"/>
                    <a:pt x="68728" y="84986"/>
                  </a:cubicBezTo>
                  <a:cubicBezTo>
                    <a:pt x="68728" y="76857"/>
                    <a:pt x="78335" y="70206"/>
                    <a:pt x="90159" y="70206"/>
                  </a:cubicBezTo>
                  <a:cubicBezTo>
                    <a:pt x="94593" y="70206"/>
                    <a:pt x="98510" y="70945"/>
                    <a:pt x="101984" y="72423"/>
                  </a:cubicBezTo>
                  <a:lnTo>
                    <a:pt x="101984" y="31778"/>
                  </a:lnTo>
                  <a:lnTo>
                    <a:pt x="43602" y="47297"/>
                  </a:lnTo>
                  <a:lnTo>
                    <a:pt x="43602" y="103461"/>
                  </a:lnTo>
                  <a:cubicBezTo>
                    <a:pt x="43602" y="113807"/>
                    <a:pt x="30299" y="118241"/>
                    <a:pt x="22170" y="118241"/>
                  </a:cubicBezTo>
                  <a:cubicBezTo>
                    <a:pt x="9607" y="118241"/>
                    <a:pt x="0" y="111590"/>
                    <a:pt x="0" y="103461"/>
                  </a:cubicBezTo>
                  <a:cubicBezTo>
                    <a:pt x="0" y="94593"/>
                    <a:pt x="9607" y="87942"/>
                    <a:pt x="22170" y="87942"/>
                  </a:cubicBezTo>
                  <a:close/>
                </a:path>
              </a:pathLst>
            </a:custGeom>
            <a:solidFill>
              <a:srgbClr val="3091D8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2FA95AE-1FFB-937A-BDD7-4815060B299E}"/>
                </a:ext>
              </a:extLst>
            </p:cNvPr>
            <p:cNvSpPr/>
            <p:nvPr/>
          </p:nvSpPr>
          <p:spPr>
            <a:xfrm>
              <a:off x="6882423" y="4462716"/>
              <a:ext cx="541693" cy="314817"/>
            </a:xfrm>
            <a:custGeom>
              <a:avLst/>
              <a:gdLst>
                <a:gd name="connsiteX0" fmla="*/ 0 w 541693"/>
                <a:gd name="connsiteY0" fmla="*/ 0 h 314817"/>
                <a:gd name="connsiteX1" fmla="*/ 541694 w 541693"/>
                <a:gd name="connsiteY1" fmla="*/ 0 h 314817"/>
                <a:gd name="connsiteX2" fmla="*/ 541694 w 541693"/>
                <a:gd name="connsiteY2" fmla="*/ 297820 h 314817"/>
                <a:gd name="connsiteX3" fmla="*/ 524696 w 541693"/>
                <a:gd name="connsiteY3" fmla="*/ 314818 h 314817"/>
                <a:gd name="connsiteX4" fmla="*/ 17736 w 541693"/>
                <a:gd name="connsiteY4" fmla="*/ 314818 h 314817"/>
                <a:gd name="connsiteX5" fmla="*/ 0 w 541693"/>
                <a:gd name="connsiteY5" fmla="*/ 297820 h 314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693" h="314817">
                  <a:moveTo>
                    <a:pt x="0" y="0"/>
                  </a:moveTo>
                  <a:lnTo>
                    <a:pt x="541694" y="0"/>
                  </a:lnTo>
                  <a:lnTo>
                    <a:pt x="541694" y="297820"/>
                  </a:lnTo>
                  <a:cubicBezTo>
                    <a:pt x="541694" y="307427"/>
                    <a:pt x="534304" y="314818"/>
                    <a:pt x="524696" y="314818"/>
                  </a:cubicBezTo>
                  <a:lnTo>
                    <a:pt x="17736" y="314818"/>
                  </a:lnTo>
                  <a:cubicBezTo>
                    <a:pt x="8130" y="314818"/>
                    <a:pt x="0" y="307427"/>
                    <a:pt x="0" y="297820"/>
                  </a:cubicBezTo>
                  <a:close/>
                </a:path>
              </a:pathLst>
            </a:custGeom>
            <a:solidFill>
              <a:srgbClr val="D3E8FD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FF9F875-8418-9E3E-F36A-0DA9D5A2C920}"/>
                </a:ext>
              </a:extLst>
            </p:cNvPr>
            <p:cNvSpPr/>
            <p:nvPr/>
          </p:nvSpPr>
          <p:spPr>
            <a:xfrm>
              <a:off x="6882423" y="4403595"/>
              <a:ext cx="541693" cy="59120"/>
            </a:xfrm>
            <a:custGeom>
              <a:avLst/>
              <a:gdLst>
                <a:gd name="connsiteX0" fmla="*/ 0 w 541693"/>
                <a:gd name="connsiteY0" fmla="*/ 59121 h 59120"/>
                <a:gd name="connsiteX1" fmla="*/ 541694 w 541693"/>
                <a:gd name="connsiteY1" fmla="*/ 59121 h 59120"/>
                <a:gd name="connsiteX2" fmla="*/ 541694 w 541693"/>
                <a:gd name="connsiteY2" fmla="*/ 50992 h 59120"/>
                <a:gd name="connsiteX3" fmla="*/ 533565 w 541693"/>
                <a:gd name="connsiteY3" fmla="*/ 42124 h 59120"/>
                <a:gd name="connsiteX4" fmla="*/ 225398 w 541693"/>
                <a:gd name="connsiteY4" fmla="*/ 42124 h 59120"/>
                <a:gd name="connsiteX5" fmla="*/ 214313 w 541693"/>
                <a:gd name="connsiteY5" fmla="*/ 38429 h 59120"/>
                <a:gd name="connsiteX6" fmla="*/ 165538 w 541693"/>
                <a:gd name="connsiteY6" fmla="*/ 2956 h 59120"/>
                <a:gd name="connsiteX7" fmla="*/ 155192 w 541693"/>
                <a:gd name="connsiteY7" fmla="*/ 0 h 59120"/>
                <a:gd name="connsiteX8" fmla="*/ 17736 w 541693"/>
                <a:gd name="connsiteY8" fmla="*/ 0 h 59120"/>
                <a:gd name="connsiteX9" fmla="*/ 0 w 541693"/>
                <a:gd name="connsiteY9" fmla="*/ 16997 h 5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1693" h="59120">
                  <a:moveTo>
                    <a:pt x="0" y="59121"/>
                  </a:moveTo>
                  <a:lnTo>
                    <a:pt x="541694" y="59121"/>
                  </a:lnTo>
                  <a:lnTo>
                    <a:pt x="541694" y="50992"/>
                  </a:lnTo>
                  <a:cubicBezTo>
                    <a:pt x="541694" y="46557"/>
                    <a:pt x="537999" y="42124"/>
                    <a:pt x="533565" y="42124"/>
                  </a:cubicBezTo>
                  <a:lnTo>
                    <a:pt x="225398" y="42124"/>
                  </a:lnTo>
                  <a:cubicBezTo>
                    <a:pt x="220964" y="42124"/>
                    <a:pt x="218008" y="41385"/>
                    <a:pt x="214313" y="38429"/>
                  </a:cubicBezTo>
                  <a:lnTo>
                    <a:pt x="165538" y="2956"/>
                  </a:lnTo>
                  <a:cubicBezTo>
                    <a:pt x="162582" y="739"/>
                    <a:pt x="158887" y="0"/>
                    <a:pt x="155192" y="0"/>
                  </a:cubicBezTo>
                  <a:lnTo>
                    <a:pt x="17736" y="0"/>
                  </a:lnTo>
                  <a:cubicBezTo>
                    <a:pt x="8130" y="0"/>
                    <a:pt x="0" y="7390"/>
                    <a:pt x="0" y="16997"/>
                  </a:cubicBezTo>
                  <a:close/>
                </a:path>
              </a:pathLst>
            </a:custGeom>
            <a:solidFill>
              <a:srgbClr val="FF7C1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544A44F2-EFAD-00EA-2C3C-4FE6849BBE51}"/>
                </a:ext>
              </a:extLst>
            </p:cNvPr>
            <p:cNvSpPr/>
            <p:nvPr/>
          </p:nvSpPr>
          <p:spPr>
            <a:xfrm>
              <a:off x="6863948" y="4462716"/>
              <a:ext cx="540954" cy="314817"/>
            </a:xfrm>
            <a:custGeom>
              <a:avLst/>
              <a:gdLst>
                <a:gd name="connsiteX0" fmla="*/ 0 w 540954"/>
                <a:gd name="connsiteY0" fmla="*/ 0 h 314817"/>
                <a:gd name="connsiteX1" fmla="*/ 540955 w 540954"/>
                <a:gd name="connsiteY1" fmla="*/ 0 h 314817"/>
                <a:gd name="connsiteX2" fmla="*/ 540955 w 540954"/>
                <a:gd name="connsiteY2" fmla="*/ 297820 h 314817"/>
                <a:gd name="connsiteX3" fmla="*/ 523957 w 540954"/>
                <a:gd name="connsiteY3" fmla="*/ 314818 h 314817"/>
                <a:gd name="connsiteX4" fmla="*/ 16998 w 540954"/>
                <a:gd name="connsiteY4" fmla="*/ 314818 h 314817"/>
                <a:gd name="connsiteX5" fmla="*/ 0 w 540954"/>
                <a:gd name="connsiteY5" fmla="*/ 297820 h 314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0954" h="314817">
                  <a:moveTo>
                    <a:pt x="0" y="0"/>
                  </a:moveTo>
                  <a:lnTo>
                    <a:pt x="540955" y="0"/>
                  </a:lnTo>
                  <a:lnTo>
                    <a:pt x="540955" y="297820"/>
                  </a:lnTo>
                  <a:cubicBezTo>
                    <a:pt x="540955" y="307427"/>
                    <a:pt x="533565" y="314818"/>
                    <a:pt x="523957" y="314818"/>
                  </a:cubicBezTo>
                  <a:lnTo>
                    <a:pt x="16998" y="314818"/>
                  </a:lnTo>
                  <a:cubicBezTo>
                    <a:pt x="7390" y="314818"/>
                    <a:pt x="0" y="307427"/>
                    <a:pt x="0" y="297820"/>
                  </a:cubicBezTo>
                  <a:close/>
                </a:path>
              </a:pathLst>
            </a:custGeom>
            <a:solidFill>
              <a:srgbClr val="FFFF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5AA485E-EE85-F72D-9B41-B8157E45A0F7}"/>
                </a:ext>
              </a:extLst>
            </p:cNvPr>
            <p:cNvSpPr/>
            <p:nvPr/>
          </p:nvSpPr>
          <p:spPr>
            <a:xfrm>
              <a:off x="6863948" y="4403595"/>
              <a:ext cx="540954" cy="59120"/>
            </a:xfrm>
            <a:custGeom>
              <a:avLst/>
              <a:gdLst>
                <a:gd name="connsiteX0" fmla="*/ 0 w 540954"/>
                <a:gd name="connsiteY0" fmla="*/ 59121 h 59120"/>
                <a:gd name="connsiteX1" fmla="*/ 540955 w 540954"/>
                <a:gd name="connsiteY1" fmla="*/ 59121 h 59120"/>
                <a:gd name="connsiteX2" fmla="*/ 540955 w 540954"/>
                <a:gd name="connsiteY2" fmla="*/ 50992 h 59120"/>
                <a:gd name="connsiteX3" fmla="*/ 532826 w 540954"/>
                <a:gd name="connsiteY3" fmla="*/ 42124 h 59120"/>
                <a:gd name="connsiteX4" fmla="*/ 224659 w 540954"/>
                <a:gd name="connsiteY4" fmla="*/ 42124 h 59120"/>
                <a:gd name="connsiteX5" fmla="*/ 214313 w 540954"/>
                <a:gd name="connsiteY5" fmla="*/ 38429 h 59120"/>
                <a:gd name="connsiteX6" fmla="*/ 164799 w 540954"/>
                <a:gd name="connsiteY6" fmla="*/ 2956 h 59120"/>
                <a:gd name="connsiteX7" fmla="*/ 154453 w 540954"/>
                <a:gd name="connsiteY7" fmla="*/ 0 h 59120"/>
                <a:gd name="connsiteX8" fmla="*/ 16998 w 540954"/>
                <a:gd name="connsiteY8" fmla="*/ 0 h 59120"/>
                <a:gd name="connsiteX9" fmla="*/ 0 w 540954"/>
                <a:gd name="connsiteY9" fmla="*/ 16997 h 5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0954" h="59120">
                  <a:moveTo>
                    <a:pt x="0" y="59121"/>
                  </a:moveTo>
                  <a:lnTo>
                    <a:pt x="540955" y="59121"/>
                  </a:lnTo>
                  <a:lnTo>
                    <a:pt x="540955" y="50992"/>
                  </a:lnTo>
                  <a:cubicBezTo>
                    <a:pt x="540955" y="46557"/>
                    <a:pt x="537260" y="42124"/>
                    <a:pt x="532826" y="42124"/>
                  </a:cubicBezTo>
                  <a:lnTo>
                    <a:pt x="224659" y="42124"/>
                  </a:lnTo>
                  <a:cubicBezTo>
                    <a:pt x="220964" y="42124"/>
                    <a:pt x="217269" y="41385"/>
                    <a:pt x="214313" y="38429"/>
                  </a:cubicBezTo>
                  <a:lnTo>
                    <a:pt x="164799" y="2956"/>
                  </a:lnTo>
                  <a:cubicBezTo>
                    <a:pt x="161843" y="739"/>
                    <a:pt x="158148" y="0"/>
                    <a:pt x="154453" y="0"/>
                  </a:cubicBezTo>
                  <a:lnTo>
                    <a:pt x="16998" y="0"/>
                  </a:lnTo>
                  <a:cubicBezTo>
                    <a:pt x="7390" y="0"/>
                    <a:pt x="0" y="7390"/>
                    <a:pt x="0" y="16997"/>
                  </a:cubicBezTo>
                  <a:close/>
                </a:path>
              </a:pathLst>
            </a:custGeom>
            <a:solidFill>
              <a:srgbClr val="FFAE2B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F0650D1-1F8A-30DC-3E6C-AFED2EB49236}"/>
                </a:ext>
              </a:extLst>
            </p:cNvPr>
            <p:cNvSpPr/>
            <p:nvPr/>
          </p:nvSpPr>
          <p:spPr>
            <a:xfrm>
              <a:off x="6863948" y="4519619"/>
              <a:ext cx="153714" cy="198793"/>
            </a:xfrm>
            <a:custGeom>
              <a:avLst/>
              <a:gdLst>
                <a:gd name="connsiteX0" fmla="*/ 0 w 153714"/>
                <a:gd name="connsiteY0" fmla="*/ 198793 h 198793"/>
                <a:gd name="connsiteX1" fmla="*/ 0 w 153714"/>
                <a:gd name="connsiteY1" fmla="*/ 0 h 198793"/>
                <a:gd name="connsiteX2" fmla="*/ 121198 w 153714"/>
                <a:gd name="connsiteY2" fmla="*/ 0 h 198793"/>
                <a:gd name="connsiteX3" fmla="*/ 153714 w 153714"/>
                <a:gd name="connsiteY3" fmla="*/ 32516 h 198793"/>
                <a:gd name="connsiteX4" fmla="*/ 153714 w 153714"/>
                <a:gd name="connsiteY4" fmla="*/ 166277 h 198793"/>
                <a:gd name="connsiteX5" fmla="*/ 121198 w 153714"/>
                <a:gd name="connsiteY5" fmla="*/ 198793 h 198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714" h="198793">
                  <a:moveTo>
                    <a:pt x="0" y="198793"/>
                  </a:moveTo>
                  <a:lnTo>
                    <a:pt x="0" y="0"/>
                  </a:lnTo>
                  <a:lnTo>
                    <a:pt x="121198" y="0"/>
                  </a:lnTo>
                  <a:cubicBezTo>
                    <a:pt x="138934" y="0"/>
                    <a:pt x="153714" y="14780"/>
                    <a:pt x="153714" y="32516"/>
                  </a:cubicBezTo>
                  <a:lnTo>
                    <a:pt x="153714" y="166277"/>
                  </a:lnTo>
                  <a:cubicBezTo>
                    <a:pt x="153714" y="184013"/>
                    <a:pt x="138934" y="198793"/>
                    <a:pt x="121198" y="198793"/>
                  </a:cubicBezTo>
                  <a:close/>
                </a:path>
              </a:pathLst>
            </a:custGeom>
            <a:solidFill>
              <a:srgbClr val="D3E8FD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29B50099-C972-8FA7-315E-4060402F7557}"/>
                </a:ext>
              </a:extLst>
            </p:cNvPr>
            <p:cNvSpPr/>
            <p:nvPr/>
          </p:nvSpPr>
          <p:spPr>
            <a:xfrm>
              <a:off x="6806306" y="4505578"/>
              <a:ext cx="198053" cy="198054"/>
            </a:xfrm>
            <a:custGeom>
              <a:avLst/>
              <a:gdLst>
                <a:gd name="connsiteX0" fmla="*/ 165538 w 198053"/>
                <a:gd name="connsiteY0" fmla="*/ 0 h 198054"/>
                <a:gd name="connsiteX1" fmla="*/ 32517 w 198053"/>
                <a:gd name="connsiteY1" fmla="*/ 0 h 198054"/>
                <a:gd name="connsiteX2" fmla="*/ 0 w 198053"/>
                <a:gd name="connsiteY2" fmla="*/ 31778 h 198054"/>
                <a:gd name="connsiteX3" fmla="*/ 0 w 198053"/>
                <a:gd name="connsiteY3" fmla="*/ 165538 h 198054"/>
                <a:gd name="connsiteX4" fmla="*/ 32517 w 198053"/>
                <a:gd name="connsiteY4" fmla="*/ 198054 h 198054"/>
                <a:gd name="connsiteX5" fmla="*/ 165538 w 198053"/>
                <a:gd name="connsiteY5" fmla="*/ 198054 h 198054"/>
                <a:gd name="connsiteX6" fmla="*/ 198054 w 198053"/>
                <a:gd name="connsiteY6" fmla="*/ 165538 h 198054"/>
                <a:gd name="connsiteX7" fmla="*/ 198054 w 198053"/>
                <a:gd name="connsiteY7" fmla="*/ 31778 h 198054"/>
                <a:gd name="connsiteX8" fmla="*/ 165538 w 198053"/>
                <a:gd name="connsiteY8" fmla="*/ 0 h 19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8053" h="198054">
                  <a:moveTo>
                    <a:pt x="165538" y="0"/>
                  </a:moveTo>
                  <a:lnTo>
                    <a:pt x="32517" y="0"/>
                  </a:lnTo>
                  <a:cubicBezTo>
                    <a:pt x="14041" y="0"/>
                    <a:pt x="0" y="14041"/>
                    <a:pt x="0" y="31778"/>
                  </a:cubicBezTo>
                  <a:lnTo>
                    <a:pt x="0" y="165538"/>
                  </a:lnTo>
                  <a:cubicBezTo>
                    <a:pt x="0" y="183274"/>
                    <a:pt x="14041" y="198054"/>
                    <a:pt x="32517" y="198054"/>
                  </a:cubicBezTo>
                  <a:lnTo>
                    <a:pt x="165538" y="198054"/>
                  </a:lnTo>
                  <a:cubicBezTo>
                    <a:pt x="183274" y="198054"/>
                    <a:pt x="198054" y="183274"/>
                    <a:pt x="198054" y="165538"/>
                  </a:cubicBezTo>
                  <a:lnTo>
                    <a:pt x="198054" y="31778"/>
                  </a:lnTo>
                  <a:cubicBezTo>
                    <a:pt x="198054" y="14041"/>
                    <a:pt x="183274" y="0"/>
                    <a:pt x="165538" y="0"/>
                  </a:cubicBezTo>
                  <a:close/>
                </a:path>
              </a:pathLst>
            </a:custGeom>
            <a:solidFill>
              <a:srgbClr val="3091D8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0B63A5F5-71B1-673D-417F-361AA8482102}"/>
                </a:ext>
              </a:extLst>
            </p:cNvPr>
            <p:cNvSpPr/>
            <p:nvPr/>
          </p:nvSpPr>
          <p:spPr>
            <a:xfrm>
              <a:off x="6818130" y="4517402"/>
              <a:ext cx="174405" cy="174406"/>
            </a:xfrm>
            <a:custGeom>
              <a:avLst/>
              <a:gdLst>
                <a:gd name="connsiteX0" fmla="*/ 174406 w 174405"/>
                <a:gd name="connsiteY0" fmla="*/ 152975 h 174406"/>
                <a:gd name="connsiteX1" fmla="*/ 174406 w 174405"/>
                <a:gd name="connsiteY1" fmla="*/ 21431 h 174406"/>
                <a:gd name="connsiteX2" fmla="*/ 152974 w 174405"/>
                <a:gd name="connsiteY2" fmla="*/ 0 h 174406"/>
                <a:gd name="connsiteX3" fmla="*/ 21431 w 174405"/>
                <a:gd name="connsiteY3" fmla="*/ 0 h 174406"/>
                <a:gd name="connsiteX4" fmla="*/ 0 w 174405"/>
                <a:gd name="connsiteY4" fmla="*/ 21431 h 174406"/>
                <a:gd name="connsiteX5" fmla="*/ 0 w 174405"/>
                <a:gd name="connsiteY5" fmla="*/ 152975 h 174406"/>
                <a:gd name="connsiteX6" fmla="*/ 21431 w 174405"/>
                <a:gd name="connsiteY6" fmla="*/ 174406 h 174406"/>
                <a:gd name="connsiteX7" fmla="*/ 152974 w 174405"/>
                <a:gd name="connsiteY7" fmla="*/ 174406 h 174406"/>
                <a:gd name="connsiteX8" fmla="*/ 174406 w 174405"/>
                <a:gd name="connsiteY8" fmla="*/ 152975 h 174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405" h="174406">
                  <a:moveTo>
                    <a:pt x="174406" y="152975"/>
                  </a:moveTo>
                  <a:lnTo>
                    <a:pt x="174406" y="21431"/>
                  </a:lnTo>
                  <a:cubicBezTo>
                    <a:pt x="174406" y="9607"/>
                    <a:pt x="164799" y="0"/>
                    <a:pt x="152974" y="0"/>
                  </a:cubicBezTo>
                  <a:lnTo>
                    <a:pt x="21431" y="0"/>
                  </a:lnTo>
                  <a:cubicBezTo>
                    <a:pt x="9607" y="0"/>
                    <a:pt x="0" y="9607"/>
                    <a:pt x="0" y="21431"/>
                  </a:cubicBezTo>
                  <a:lnTo>
                    <a:pt x="0" y="152975"/>
                  </a:lnTo>
                  <a:cubicBezTo>
                    <a:pt x="0" y="164799"/>
                    <a:pt x="9607" y="174406"/>
                    <a:pt x="21431" y="174406"/>
                  </a:cubicBezTo>
                  <a:lnTo>
                    <a:pt x="152974" y="174406"/>
                  </a:lnTo>
                  <a:cubicBezTo>
                    <a:pt x="164799" y="174406"/>
                    <a:pt x="174406" y="164799"/>
                    <a:pt x="174406" y="152975"/>
                  </a:cubicBezTo>
                  <a:close/>
                </a:path>
              </a:pathLst>
            </a:custGeom>
            <a:solidFill>
              <a:srgbClr val="F7F5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27BCFE44-595D-E7F1-16B2-24BC23744F55}"/>
                </a:ext>
              </a:extLst>
            </p:cNvPr>
            <p:cNvSpPr/>
            <p:nvPr/>
          </p:nvSpPr>
          <p:spPr>
            <a:xfrm>
              <a:off x="6870600" y="4558232"/>
              <a:ext cx="81290" cy="92560"/>
            </a:xfrm>
            <a:custGeom>
              <a:avLst/>
              <a:gdLst>
                <a:gd name="connsiteX0" fmla="*/ 79074 w 81290"/>
                <a:gd name="connsiteY0" fmla="*/ 41939 h 92560"/>
                <a:gd name="connsiteX1" fmla="*/ 8129 w 81290"/>
                <a:gd name="connsiteY1" fmla="*/ 554 h 92560"/>
                <a:gd name="connsiteX2" fmla="*/ 2217 w 81290"/>
                <a:gd name="connsiteY2" fmla="*/ 554 h 92560"/>
                <a:gd name="connsiteX3" fmla="*/ 0 w 81290"/>
                <a:gd name="connsiteY3" fmla="*/ 4988 h 92560"/>
                <a:gd name="connsiteX4" fmla="*/ 0 w 81290"/>
                <a:gd name="connsiteY4" fmla="*/ 87018 h 92560"/>
                <a:gd name="connsiteX5" fmla="*/ 2217 w 81290"/>
                <a:gd name="connsiteY5" fmla="*/ 91452 h 92560"/>
                <a:gd name="connsiteX6" fmla="*/ 8129 w 81290"/>
                <a:gd name="connsiteY6" fmla="*/ 91452 h 92560"/>
                <a:gd name="connsiteX7" fmla="*/ 79074 w 81290"/>
                <a:gd name="connsiteY7" fmla="*/ 50807 h 92560"/>
                <a:gd name="connsiteX8" fmla="*/ 81291 w 81290"/>
                <a:gd name="connsiteY8" fmla="*/ 46373 h 92560"/>
                <a:gd name="connsiteX9" fmla="*/ 79074 w 81290"/>
                <a:gd name="connsiteY9" fmla="*/ 41939 h 92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1290" h="92560">
                  <a:moveTo>
                    <a:pt x="79074" y="41939"/>
                  </a:moveTo>
                  <a:lnTo>
                    <a:pt x="8129" y="554"/>
                  </a:lnTo>
                  <a:cubicBezTo>
                    <a:pt x="5912" y="-185"/>
                    <a:pt x="4434" y="-185"/>
                    <a:pt x="2217" y="554"/>
                  </a:cubicBezTo>
                  <a:cubicBezTo>
                    <a:pt x="739" y="1293"/>
                    <a:pt x="0" y="3510"/>
                    <a:pt x="0" y="4988"/>
                  </a:cubicBezTo>
                  <a:lnTo>
                    <a:pt x="0" y="87018"/>
                  </a:lnTo>
                  <a:cubicBezTo>
                    <a:pt x="0" y="89235"/>
                    <a:pt x="739" y="90713"/>
                    <a:pt x="2217" y="91452"/>
                  </a:cubicBezTo>
                  <a:cubicBezTo>
                    <a:pt x="4434" y="92930"/>
                    <a:pt x="5912" y="92930"/>
                    <a:pt x="8129" y="91452"/>
                  </a:cubicBezTo>
                  <a:lnTo>
                    <a:pt x="79074" y="50807"/>
                  </a:lnTo>
                  <a:cubicBezTo>
                    <a:pt x="80552" y="50068"/>
                    <a:pt x="81291" y="47851"/>
                    <a:pt x="81291" y="46373"/>
                  </a:cubicBezTo>
                  <a:cubicBezTo>
                    <a:pt x="81291" y="44156"/>
                    <a:pt x="80552" y="42678"/>
                    <a:pt x="79074" y="41939"/>
                  </a:cubicBezTo>
                  <a:close/>
                </a:path>
              </a:pathLst>
            </a:custGeom>
            <a:solidFill>
              <a:srgbClr val="3091D8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DF83629A-2F4B-B444-1970-33723E319636}"/>
                </a:ext>
              </a:extLst>
            </p:cNvPr>
            <p:cNvSpPr/>
            <p:nvPr/>
          </p:nvSpPr>
          <p:spPr>
            <a:xfrm>
              <a:off x="7596307" y="4462716"/>
              <a:ext cx="541692" cy="314817"/>
            </a:xfrm>
            <a:custGeom>
              <a:avLst/>
              <a:gdLst>
                <a:gd name="connsiteX0" fmla="*/ 0 w 541692"/>
                <a:gd name="connsiteY0" fmla="*/ 0 h 314817"/>
                <a:gd name="connsiteX1" fmla="*/ 541693 w 541692"/>
                <a:gd name="connsiteY1" fmla="*/ 0 h 314817"/>
                <a:gd name="connsiteX2" fmla="*/ 541693 w 541692"/>
                <a:gd name="connsiteY2" fmla="*/ 297820 h 314817"/>
                <a:gd name="connsiteX3" fmla="*/ 524696 w 541692"/>
                <a:gd name="connsiteY3" fmla="*/ 314818 h 314817"/>
                <a:gd name="connsiteX4" fmla="*/ 17735 w 541692"/>
                <a:gd name="connsiteY4" fmla="*/ 314818 h 314817"/>
                <a:gd name="connsiteX5" fmla="*/ 0 w 541692"/>
                <a:gd name="connsiteY5" fmla="*/ 297820 h 314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692" h="314817">
                  <a:moveTo>
                    <a:pt x="0" y="0"/>
                  </a:moveTo>
                  <a:lnTo>
                    <a:pt x="541693" y="0"/>
                  </a:lnTo>
                  <a:lnTo>
                    <a:pt x="541693" y="297820"/>
                  </a:lnTo>
                  <a:cubicBezTo>
                    <a:pt x="541693" y="307427"/>
                    <a:pt x="534303" y="314818"/>
                    <a:pt x="524696" y="314818"/>
                  </a:cubicBezTo>
                  <a:lnTo>
                    <a:pt x="17735" y="314818"/>
                  </a:lnTo>
                  <a:cubicBezTo>
                    <a:pt x="8129" y="314818"/>
                    <a:pt x="0" y="307427"/>
                    <a:pt x="0" y="297820"/>
                  </a:cubicBezTo>
                  <a:close/>
                </a:path>
              </a:pathLst>
            </a:custGeom>
            <a:solidFill>
              <a:srgbClr val="D3E8FD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C812CAA1-E610-7A96-B3CE-9816AFC191E2}"/>
                </a:ext>
              </a:extLst>
            </p:cNvPr>
            <p:cNvSpPr/>
            <p:nvPr/>
          </p:nvSpPr>
          <p:spPr>
            <a:xfrm>
              <a:off x="7596307" y="4403595"/>
              <a:ext cx="541692" cy="59120"/>
            </a:xfrm>
            <a:custGeom>
              <a:avLst/>
              <a:gdLst>
                <a:gd name="connsiteX0" fmla="*/ 0 w 541692"/>
                <a:gd name="connsiteY0" fmla="*/ 59121 h 59120"/>
                <a:gd name="connsiteX1" fmla="*/ 541693 w 541692"/>
                <a:gd name="connsiteY1" fmla="*/ 59121 h 59120"/>
                <a:gd name="connsiteX2" fmla="*/ 541693 w 541692"/>
                <a:gd name="connsiteY2" fmla="*/ 50992 h 59120"/>
                <a:gd name="connsiteX3" fmla="*/ 533564 w 541692"/>
                <a:gd name="connsiteY3" fmla="*/ 42124 h 59120"/>
                <a:gd name="connsiteX4" fmla="*/ 225398 w 541692"/>
                <a:gd name="connsiteY4" fmla="*/ 42124 h 59120"/>
                <a:gd name="connsiteX5" fmla="*/ 214313 w 541692"/>
                <a:gd name="connsiteY5" fmla="*/ 38429 h 59120"/>
                <a:gd name="connsiteX6" fmla="*/ 165537 w 541692"/>
                <a:gd name="connsiteY6" fmla="*/ 2956 h 59120"/>
                <a:gd name="connsiteX7" fmla="*/ 155192 w 541692"/>
                <a:gd name="connsiteY7" fmla="*/ 0 h 59120"/>
                <a:gd name="connsiteX8" fmla="*/ 17735 w 541692"/>
                <a:gd name="connsiteY8" fmla="*/ 0 h 59120"/>
                <a:gd name="connsiteX9" fmla="*/ 0 w 541692"/>
                <a:gd name="connsiteY9" fmla="*/ 16997 h 5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1692" h="59120">
                  <a:moveTo>
                    <a:pt x="0" y="59121"/>
                  </a:moveTo>
                  <a:lnTo>
                    <a:pt x="541693" y="59121"/>
                  </a:lnTo>
                  <a:lnTo>
                    <a:pt x="541693" y="50992"/>
                  </a:lnTo>
                  <a:cubicBezTo>
                    <a:pt x="541693" y="46557"/>
                    <a:pt x="537998" y="42124"/>
                    <a:pt x="533564" y="42124"/>
                  </a:cubicBezTo>
                  <a:lnTo>
                    <a:pt x="225398" y="42124"/>
                  </a:lnTo>
                  <a:cubicBezTo>
                    <a:pt x="220963" y="42124"/>
                    <a:pt x="218008" y="41385"/>
                    <a:pt x="214313" y="38429"/>
                  </a:cubicBezTo>
                  <a:lnTo>
                    <a:pt x="165537" y="2956"/>
                  </a:lnTo>
                  <a:cubicBezTo>
                    <a:pt x="162582" y="739"/>
                    <a:pt x="158887" y="0"/>
                    <a:pt x="155192" y="0"/>
                  </a:cubicBezTo>
                  <a:lnTo>
                    <a:pt x="17735" y="0"/>
                  </a:lnTo>
                  <a:cubicBezTo>
                    <a:pt x="8129" y="0"/>
                    <a:pt x="0" y="7390"/>
                    <a:pt x="0" y="16997"/>
                  </a:cubicBezTo>
                  <a:close/>
                </a:path>
              </a:pathLst>
            </a:custGeom>
            <a:solidFill>
              <a:srgbClr val="FF7C1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80C495E0-7D56-E315-EE93-1DB976B1FAAD}"/>
                </a:ext>
              </a:extLst>
            </p:cNvPr>
            <p:cNvSpPr/>
            <p:nvPr/>
          </p:nvSpPr>
          <p:spPr>
            <a:xfrm>
              <a:off x="7577831" y="4462716"/>
              <a:ext cx="541692" cy="314817"/>
            </a:xfrm>
            <a:custGeom>
              <a:avLst/>
              <a:gdLst>
                <a:gd name="connsiteX0" fmla="*/ 0 w 541692"/>
                <a:gd name="connsiteY0" fmla="*/ 0 h 314817"/>
                <a:gd name="connsiteX1" fmla="*/ 541693 w 541692"/>
                <a:gd name="connsiteY1" fmla="*/ 0 h 314817"/>
                <a:gd name="connsiteX2" fmla="*/ 541693 w 541692"/>
                <a:gd name="connsiteY2" fmla="*/ 297820 h 314817"/>
                <a:gd name="connsiteX3" fmla="*/ 523956 w 541692"/>
                <a:gd name="connsiteY3" fmla="*/ 314818 h 314817"/>
                <a:gd name="connsiteX4" fmla="*/ 16997 w 541692"/>
                <a:gd name="connsiteY4" fmla="*/ 314818 h 314817"/>
                <a:gd name="connsiteX5" fmla="*/ 0 w 541692"/>
                <a:gd name="connsiteY5" fmla="*/ 297820 h 314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692" h="314817">
                  <a:moveTo>
                    <a:pt x="0" y="0"/>
                  </a:moveTo>
                  <a:lnTo>
                    <a:pt x="541693" y="0"/>
                  </a:lnTo>
                  <a:lnTo>
                    <a:pt x="541693" y="297820"/>
                  </a:lnTo>
                  <a:cubicBezTo>
                    <a:pt x="541693" y="307427"/>
                    <a:pt x="533564" y="314818"/>
                    <a:pt x="523956" y="314818"/>
                  </a:cubicBezTo>
                  <a:lnTo>
                    <a:pt x="16997" y="314818"/>
                  </a:lnTo>
                  <a:cubicBezTo>
                    <a:pt x="7390" y="314818"/>
                    <a:pt x="0" y="307427"/>
                    <a:pt x="0" y="297820"/>
                  </a:cubicBezTo>
                  <a:close/>
                </a:path>
              </a:pathLst>
            </a:custGeom>
            <a:solidFill>
              <a:srgbClr val="FFFF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60E7E725-E308-C93F-A119-6C22F69A6785}"/>
                </a:ext>
              </a:extLst>
            </p:cNvPr>
            <p:cNvSpPr/>
            <p:nvPr/>
          </p:nvSpPr>
          <p:spPr>
            <a:xfrm>
              <a:off x="7577831" y="4403595"/>
              <a:ext cx="541692" cy="59120"/>
            </a:xfrm>
            <a:custGeom>
              <a:avLst/>
              <a:gdLst>
                <a:gd name="connsiteX0" fmla="*/ 0 w 541692"/>
                <a:gd name="connsiteY0" fmla="*/ 59121 h 59120"/>
                <a:gd name="connsiteX1" fmla="*/ 541693 w 541692"/>
                <a:gd name="connsiteY1" fmla="*/ 59121 h 59120"/>
                <a:gd name="connsiteX2" fmla="*/ 541693 w 541692"/>
                <a:gd name="connsiteY2" fmla="*/ 50992 h 59120"/>
                <a:gd name="connsiteX3" fmla="*/ 532825 w 541692"/>
                <a:gd name="connsiteY3" fmla="*/ 42124 h 59120"/>
                <a:gd name="connsiteX4" fmla="*/ 224658 w 541692"/>
                <a:gd name="connsiteY4" fmla="*/ 42124 h 59120"/>
                <a:gd name="connsiteX5" fmla="*/ 214313 w 541692"/>
                <a:gd name="connsiteY5" fmla="*/ 38429 h 59120"/>
                <a:gd name="connsiteX6" fmla="*/ 164798 w 541692"/>
                <a:gd name="connsiteY6" fmla="*/ 2956 h 59120"/>
                <a:gd name="connsiteX7" fmla="*/ 154452 w 541692"/>
                <a:gd name="connsiteY7" fmla="*/ 0 h 59120"/>
                <a:gd name="connsiteX8" fmla="*/ 16997 w 541692"/>
                <a:gd name="connsiteY8" fmla="*/ 0 h 59120"/>
                <a:gd name="connsiteX9" fmla="*/ 0 w 541692"/>
                <a:gd name="connsiteY9" fmla="*/ 16997 h 5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1692" h="59120">
                  <a:moveTo>
                    <a:pt x="0" y="59121"/>
                  </a:moveTo>
                  <a:lnTo>
                    <a:pt x="541693" y="59121"/>
                  </a:lnTo>
                  <a:lnTo>
                    <a:pt x="541693" y="50992"/>
                  </a:lnTo>
                  <a:cubicBezTo>
                    <a:pt x="541693" y="46557"/>
                    <a:pt x="537259" y="42124"/>
                    <a:pt x="532825" y="42124"/>
                  </a:cubicBezTo>
                  <a:lnTo>
                    <a:pt x="224658" y="42124"/>
                  </a:lnTo>
                  <a:cubicBezTo>
                    <a:pt x="220963" y="42124"/>
                    <a:pt x="217268" y="41385"/>
                    <a:pt x="214313" y="38429"/>
                  </a:cubicBezTo>
                  <a:lnTo>
                    <a:pt x="164798" y="2956"/>
                  </a:lnTo>
                  <a:cubicBezTo>
                    <a:pt x="161842" y="739"/>
                    <a:pt x="158147" y="0"/>
                    <a:pt x="154452" y="0"/>
                  </a:cubicBezTo>
                  <a:lnTo>
                    <a:pt x="16997" y="0"/>
                  </a:lnTo>
                  <a:cubicBezTo>
                    <a:pt x="7390" y="0"/>
                    <a:pt x="0" y="7390"/>
                    <a:pt x="0" y="16997"/>
                  </a:cubicBezTo>
                  <a:close/>
                </a:path>
              </a:pathLst>
            </a:custGeom>
            <a:solidFill>
              <a:srgbClr val="FFAE2B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22D1CEF3-5300-F516-57B1-51A55C979D85}"/>
                </a:ext>
              </a:extLst>
            </p:cNvPr>
            <p:cNvSpPr/>
            <p:nvPr/>
          </p:nvSpPr>
          <p:spPr>
            <a:xfrm>
              <a:off x="7577831" y="4512968"/>
              <a:ext cx="157408" cy="206183"/>
            </a:xfrm>
            <a:custGeom>
              <a:avLst/>
              <a:gdLst>
                <a:gd name="connsiteX0" fmla="*/ 0 w 157408"/>
                <a:gd name="connsiteY0" fmla="*/ 39907 h 206183"/>
                <a:gd name="connsiteX1" fmla="*/ 1478 w 157408"/>
                <a:gd name="connsiteY1" fmla="*/ 38429 h 206183"/>
                <a:gd name="connsiteX2" fmla="*/ 0 w 157408"/>
                <a:gd name="connsiteY2" fmla="*/ 33994 h 206183"/>
                <a:gd name="connsiteX3" fmla="*/ 0 w 157408"/>
                <a:gd name="connsiteY3" fmla="*/ 14780 h 206183"/>
                <a:gd name="connsiteX4" fmla="*/ 9607 w 157408"/>
                <a:gd name="connsiteY4" fmla="*/ 9607 h 206183"/>
                <a:gd name="connsiteX5" fmla="*/ 13302 w 157408"/>
                <a:gd name="connsiteY5" fmla="*/ 10346 h 206183"/>
                <a:gd name="connsiteX6" fmla="*/ 24387 w 157408"/>
                <a:gd name="connsiteY6" fmla="*/ 25126 h 206183"/>
                <a:gd name="connsiteX7" fmla="*/ 41384 w 157408"/>
                <a:gd name="connsiteY7" fmla="*/ 20692 h 206183"/>
                <a:gd name="connsiteX8" fmla="*/ 42123 w 157408"/>
                <a:gd name="connsiteY8" fmla="*/ 2217 h 206183"/>
                <a:gd name="connsiteX9" fmla="*/ 45079 w 157408"/>
                <a:gd name="connsiteY9" fmla="*/ 0 h 206183"/>
                <a:gd name="connsiteX10" fmla="*/ 62816 w 157408"/>
                <a:gd name="connsiteY10" fmla="*/ 0 h 206183"/>
                <a:gd name="connsiteX11" fmla="*/ 65032 w 157408"/>
                <a:gd name="connsiteY11" fmla="*/ 2217 h 206183"/>
                <a:gd name="connsiteX12" fmla="*/ 66511 w 157408"/>
                <a:gd name="connsiteY12" fmla="*/ 20692 h 206183"/>
                <a:gd name="connsiteX13" fmla="*/ 83507 w 157408"/>
                <a:gd name="connsiteY13" fmla="*/ 25126 h 206183"/>
                <a:gd name="connsiteX14" fmla="*/ 94593 w 157408"/>
                <a:gd name="connsiteY14" fmla="*/ 10346 h 206183"/>
                <a:gd name="connsiteX15" fmla="*/ 98288 w 157408"/>
                <a:gd name="connsiteY15" fmla="*/ 9607 h 206183"/>
                <a:gd name="connsiteX16" fmla="*/ 113068 w 157408"/>
                <a:gd name="connsiteY16" fmla="*/ 17736 h 206183"/>
                <a:gd name="connsiteX17" fmla="*/ 114546 w 157408"/>
                <a:gd name="connsiteY17" fmla="*/ 21431 h 206183"/>
                <a:gd name="connsiteX18" fmla="*/ 106417 w 157408"/>
                <a:gd name="connsiteY18" fmla="*/ 38429 h 206183"/>
                <a:gd name="connsiteX19" fmla="*/ 118980 w 157408"/>
                <a:gd name="connsiteY19" fmla="*/ 50992 h 206183"/>
                <a:gd name="connsiteX20" fmla="*/ 135238 w 157408"/>
                <a:gd name="connsiteY20" fmla="*/ 42863 h 206183"/>
                <a:gd name="connsiteX21" fmla="*/ 138933 w 157408"/>
                <a:gd name="connsiteY21" fmla="*/ 43602 h 206183"/>
                <a:gd name="connsiteX22" fmla="*/ 147802 w 157408"/>
                <a:gd name="connsiteY22" fmla="*/ 59121 h 206183"/>
                <a:gd name="connsiteX23" fmla="*/ 147062 w 157408"/>
                <a:gd name="connsiteY23" fmla="*/ 62816 h 206183"/>
                <a:gd name="connsiteX24" fmla="*/ 131543 w 157408"/>
                <a:gd name="connsiteY24" fmla="*/ 73162 h 206183"/>
                <a:gd name="connsiteX25" fmla="*/ 135977 w 157408"/>
                <a:gd name="connsiteY25" fmla="*/ 90159 h 206183"/>
                <a:gd name="connsiteX26" fmla="*/ 154452 w 157408"/>
                <a:gd name="connsiteY26" fmla="*/ 91637 h 206183"/>
                <a:gd name="connsiteX27" fmla="*/ 157408 w 157408"/>
                <a:gd name="connsiteY27" fmla="*/ 94593 h 206183"/>
                <a:gd name="connsiteX28" fmla="*/ 157408 w 157408"/>
                <a:gd name="connsiteY28" fmla="*/ 111590 h 206183"/>
                <a:gd name="connsiteX29" fmla="*/ 154452 w 157408"/>
                <a:gd name="connsiteY29" fmla="*/ 114546 h 206183"/>
                <a:gd name="connsiteX30" fmla="*/ 135977 w 157408"/>
                <a:gd name="connsiteY30" fmla="*/ 116024 h 206183"/>
                <a:gd name="connsiteX31" fmla="*/ 131543 w 157408"/>
                <a:gd name="connsiteY31" fmla="*/ 133022 h 206183"/>
                <a:gd name="connsiteX32" fmla="*/ 147062 w 157408"/>
                <a:gd name="connsiteY32" fmla="*/ 143368 h 206183"/>
                <a:gd name="connsiteX33" fmla="*/ 147802 w 157408"/>
                <a:gd name="connsiteY33" fmla="*/ 147063 h 206183"/>
                <a:gd name="connsiteX34" fmla="*/ 138933 w 157408"/>
                <a:gd name="connsiteY34" fmla="*/ 162582 h 206183"/>
                <a:gd name="connsiteX35" fmla="*/ 135238 w 157408"/>
                <a:gd name="connsiteY35" fmla="*/ 163321 h 206183"/>
                <a:gd name="connsiteX36" fmla="*/ 118241 w 157408"/>
                <a:gd name="connsiteY36" fmla="*/ 155192 h 206183"/>
                <a:gd name="connsiteX37" fmla="*/ 106417 w 157408"/>
                <a:gd name="connsiteY37" fmla="*/ 167755 h 206183"/>
                <a:gd name="connsiteX38" fmla="*/ 114546 w 157408"/>
                <a:gd name="connsiteY38" fmla="*/ 184752 h 206183"/>
                <a:gd name="connsiteX39" fmla="*/ 113068 w 157408"/>
                <a:gd name="connsiteY39" fmla="*/ 187708 h 206183"/>
                <a:gd name="connsiteX40" fmla="*/ 98288 w 157408"/>
                <a:gd name="connsiteY40" fmla="*/ 196576 h 206183"/>
                <a:gd name="connsiteX41" fmla="*/ 94593 w 157408"/>
                <a:gd name="connsiteY41" fmla="*/ 195837 h 206183"/>
                <a:gd name="connsiteX42" fmla="*/ 83507 w 157408"/>
                <a:gd name="connsiteY42" fmla="*/ 180318 h 206183"/>
                <a:gd name="connsiteX43" fmla="*/ 66511 w 157408"/>
                <a:gd name="connsiteY43" fmla="*/ 185491 h 206183"/>
                <a:gd name="connsiteX44" fmla="*/ 65032 w 157408"/>
                <a:gd name="connsiteY44" fmla="*/ 203966 h 206183"/>
                <a:gd name="connsiteX45" fmla="*/ 62816 w 157408"/>
                <a:gd name="connsiteY45" fmla="*/ 206184 h 206183"/>
                <a:gd name="connsiteX46" fmla="*/ 45079 w 157408"/>
                <a:gd name="connsiteY46" fmla="*/ 206184 h 206183"/>
                <a:gd name="connsiteX47" fmla="*/ 42123 w 157408"/>
                <a:gd name="connsiteY47" fmla="*/ 203966 h 206183"/>
                <a:gd name="connsiteX48" fmla="*/ 41384 w 157408"/>
                <a:gd name="connsiteY48" fmla="*/ 185491 h 206183"/>
                <a:gd name="connsiteX49" fmla="*/ 24387 w 157408"/>
                <a:gd name="connsiteY49" fmla="*/ 180318 h 206183"/>
                <a:gd name="connsiteX50" fmla="*/ 13302 w 157408"/>
                <a:gd name="connsiteY50" fmla="*/ 195837 h 206183"/>
                <a:gd name="connsiteX51" fmla="*/ 9607 w 157408"/>
                <a:gd name="connsiteY51" fmla="*/ 196576 h 206183"/>
                <a:gd name="connsiteX52" fmla="*/ 0 w 157408"/>
                <a:gd name="connsiteY52" fmla="*/ 190664 h 206183"/>
                <a:gd name="connsiteX53" fmla="*/ 0 w 157408"/>
                <a:gd name="connsiteY53" fmla="*/ 171450 h 206183"/>
                <a:gd name="connsiteX54" fmla="*/ 1478 w 157408"/>
                <a:gd name="connsiteY54" fmla="*/ 167755 h 206183"/>
                <a:gd name="connsiteX55" fmla="*/ 0 w 157408"/>
                <a:gd name="connsiteY55" fmla="*/ 166277 h 206183"/>
                <a:gd name="connsiteX56" fmla="*/ 22909 w 157408"/>
                <a:gd name="connsiteY56" fmla="*/ 84986 h 206183"/>
                <a:gd name="connsiteX57" fmla="*/ 36211 w 157408"/>
                <a:gd name="connsiteY57" fmla="*/ 133761 h 206183"/>
                <a:gd name="connsiteX58" fmla="*/ 84986 w 157408"/>
                <a:gd name="connsiteY58" fmla="*/ 120459 h 206183"/>
                <a:gd name="connsiteX59" fmla="*/ 71683 w 157408"/>
                <a:gd name="connsiteY59" fmla="*/ 71684 h 206183"/>
                <a:gd name="connsiteX60" fmla="*/ 22909 w 157408"/>
                <a:gd name="connsiteY60" fmla="*/ 84986 h 20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57408" h="206183">
                  <a:moveTo>
                    <a:pt x="0" y="39907"/>
                  </a:moveTo>
                  <a:cubicBezTo>
                    <a:pt x="517" y="39411"/>
                    <a:pt x="961" y="38924"/>
                    <a:pt x="1478" y="38429"/>
                  </a:cubicBezTo>
                  <a:lnTo>
                    <a:pt x="0" y="33994"/>
                  </a:lnTo>
                  <a:lnTo>
                    <a:pt x="0" y="14780"/>
                  </a:lnTo>
                  <a:lnTo>
                    <a:pt x="9607" y="9607"/>
                  </a:lnTo>
                  <a:cubicBezTo>
                    <a:pt x="11085" y="8868"/>
                    <a:pt x="12563" y="8868"/>
                    <a:pt x="13302" y="10346"/>
                  </a:cubicBezTo>
                  <a:lnTo>
                    <a:pt x="24387" y="25126"/>
                  </a:lnTo>
                  <a:cubicBezTo>
                    <a:pt x="29781" y="23153"/>
                    <a:pt x="35472" y="21675"/>
                    <a:pt x="41384" y="20692"/>
                  </a:cubicBezTo>
                  <a:lnTo>
                    <a:pt x="42123" y="2217"/>
                  </a:lnTo>
                  <a:cubicBezTo>
                    <a:pt x="42862" y="739"/>
                    <a:pt x="43601" y="0"/>
                    <a:pt x="45079" y="0"/>
                  </a:cubicBezTo>
                  <a:lnTo>
                    <a:pt x="62816" y="0"/>
                  </a:lnTo>
                  <a:cubicBezTo>
                    <a:pt x="64293" y="0"/>
                    <a:pt x="65032" y="739"/>
                    <a:pt x="65032" y="2217"/>
                  </a:cubicBezTo>
                  <a:lnTo>
                    <a:pt x="66511" y="20692"/>
                  </a:lnTo>
                  <a:cubicBezTo>
                    <a:pt x="72422" y="21675"/>
                    <a:pt x="78113" y="23153"/>
                    <a:pt x="83507" y="25126"/>
                  </a:cubicBezTo>
                  <a:lnTo>
                    <a:pt x="94593" y="10346"/>
                  </a:lnTo>
                  <a:cubicBezTo>
                    <a:pt x="95331" y="8868"/>
                    <a:pt x="96810" y="8868"/>
                    <a:pt x="98288" y="9607"/>
                  </a:cubicBezTo>
                  <a:lnTo>
                    <a:pt x="113068" y="17736"/>
                  </a:lnTo>
                  <a:cubicBezTo>
                    <a:pt x="114546" y="18475"/>
                    <a:pt x="114546" y="19953"/>
                    <a:pt x="114546" y="21431"/>
                  </a:cubicBezTo>
                  <a:lnTo>
                    <a:pt x="106417" y="38429"/>
                  </a:lnTo>
                  <a:cubicBezTo>
                    <a:pt x="110851" y="41880"/>
                    <a:pt x="115063" y="46062"/>
                    <a:pt x="118980" y="50992"/>
                  </a:cubicBezTo>
                  <a:lnTo>
                    <a:pt x="135238" y="42863"/>
                  </a:lnTo>
                  <a:cubicBezTo>
                    <a:pt x="136717" y="42124"/>
                    <a:pt x="138194" y="42863"/>
                    <a:pt x="138933" y="43602"/>
                  </a:cubicBezTo>
                  <a:lnTo>
                    <a:pt x="147802" y="59121"/>
                  </a:lnTo>
                  <a:cubicBezTo>
                    <a:pt x="148541" y="60599"/>
                    <a:pt x="147802" y="62077"/>
                    <a:pt x="147062" y="62816"/>
                  </a:cubicBezTo>
                  <a:lnTo>
                    <a:pt x="131543" y="73162"/>
                  </a:lnTo>
                  <a:cubicBezTo>
                    <a:pt x="133538" y="78579"/>
                    <a:pt x="135016" y="84247"/>
                    <a:pt x="135977" y="90159"/>
                  </a:cubicBezTo>
                  <a:lnTo>
                    <a:pt x="154452" y="91637"/>
                  </a:lnTo>
                  <a:cubicBezTo>
                    <a:pt x="155931" y="91637"/>
                    <a:pt x="157408" y="93115"/>
                    <a:pt x="157408" y="94593"/>
                  </a:cubicBezTo>
                  <a:lnTo>
                    <a:pt x="157408" y="111590"/>
                  </a:lnTo>
                  <a:cubicBezTo>
                    <a:pt x="157408" y="113068"/>
                    <a:pt x="155931" y="114546"/>
                    <a:pt x="154452" y="114546"/>
                  </a:cubicBezTo>
                  <a:lnTo>
                    <a:pt x="135977" y="116024"/>
                  </a:lnTo>
                  <a:cubicBezTo>
                    <a:pt x="135016" y="121936"/>
                    <a:pt x="133538" y="127605"/>
                    <a:pt x="131543" y="133022"/>
                  </a:cubicBezTo>
                  <a:lnTo>
                    <a:pt x="147062" y="143368"/>
                  </a:lnTo>
                  <a:cubicBezTo>
                    <a:pt x="147802" y="144107"/>
                    <a:pt x="148541" y="145585"/>
                    <a:pt x="147802" y="147063"/>
                  </a:cubicBezTo>
                  <a:lnTo>
                    <a:pt x="138933" y="162582"/>
                  </a:lnTo>
                  <a:cubicBezTo>
                    <a:pt x="138194" y="163321"/>
                    <a:pt x="136717" y="164060"/>
                    <a:pt x="135238" y="163321"/>
                  </a:cubicBezTo>
                  <a:lnTo>
                    <a:pt x="118241" y="155192"/>
                  </a:lnTo>
                  <a:cubicBezTo>
                    <a:pt x="114767" y="159626"/>
                    <a:pt x="110851" y="163816"/>
                    <a:pt x="106417" y="167755"/>
                  </a:cubicBezTo>
                  <a:lnTo>
                    <a:pt x="114546" y="184752"/>
                  </a:lnTo>
                  <a:cubicBezTo>
                    <a:pt x="114546" y="185491"/>
                    <a:pt x="114546" y="187708"/>
                    <a:pt x="113068" y="187708"/>
                  </a:cubicBezTo>
                  <a:lnTo>
                    <a:pt x="98288" y="196576"/>
                  </a:lnTo>
                  <a:cubicBezTo>
                    <a:pt x="96810" y="197315"/>
                    <a:pt x="95331" y="197315"/>
                    <a:pt x="94593" y="195837"/>
                  </a:cubicBezTo>
                  <a:lnTo>
                    <a:pt x="83507" y="180318"/>
                  </a:lnTo>
                  <a:cubicBezTo>
                    <a:pt x="78113" y="182779"/>
                    <a:pt x="72422" y="184508"/>
                    <a:pt x="66511" y="185491"/>
                  </a:cubicBezTo>
                  <a:lnTo>
                    <a:pt x="65032" y="203966"/>
                  </a:lnTo>
                  <a:cubicBezTo>
                    <a:pt x="65032" y="205445"/>
                    <a:pt x="64293" y="206184"/>
                    <a:pt x="62816" y="206184"/>
                  </a:cubicBezTo>
                  <a:lnTo>
                    <a:pt x="45079" y="206184"/>
                  </a:lnTo>
                  <a:cubicBezTo>
                    <a:pt x="43601" y="206184"/>
                    <a:pt x="42862" y="205445"/>
                    <a:pt x="42123" y="203966"/>
                  </a:cubicBezTo>
                  <a:lnTo>
                    <a:pt x="41384" y="185491"/>
                  </a:lnTo>
                  <a:cubicBezTo>
                    <a:pt x="35472" y="184508"/>
                    <a:pt x="29781" y="182779"/>
                    <a:pt x="24387" y="180318"/>
                  </a:cubicBezTo>
                  <a:lnTo>
                    <a:pt x="13302" y="195837"/>
                  </a:lnTo>
                  <a:cubicBezTo>
                    <a:pt x="12563" y="197315"/>
                    <a:pt x="11085" y="197315"/>
                    <a:pt x="9607" y="196576"/>
                  </a:cubicBezTo>
                  <a:lnTo>
                    <a:pt x="0" y="190664"/>
                  </a:lnTo>
                  <a:lnTo>
                    <a:pt x="0" y="171450"/>
                  </a:lnTo>
                  <a:lnTo>
                    <a:pt x="1478" y="167755"/>
                  </a:lnTo>
                  <a:cubicBezTo>
                    <a:pt x="961" y="167260"/>
                    <a:pt x="517" y="166772"/>
                    <a:pt x="0" y="166277"/>
                  </a:cubicBezTo>
                  <a:close/>
                  <a:moveTo>
                    <a:pt x="22909" y="84986"/>
                  </a:moveTo>
                  <a:cubicBezTo>
                    <a:pt x="13302" y="101983"/>
                    <a:pt x="19214" y="124154"/>
                    <a:pt x="36211" y="133761"/>
                  </a:cubicBezTo>
                  <a:cubicBezTo>
                    <a:pt x="53208" y="143368"/>
                    <a:pt x="74640" y="138195"/>
                    <a:pt x="84986" y="120459"/>
                  </a:cubicBezTo>
                  <a:cubicBezTo>
                    <a:pt x="94593" y="103461"/>
                    <a:pt x="88681" y="82030"/>
                    <a:pt x="71683" y="71684"/>
                  </a:cubicBezTo>
                  <a:cubicBezTo>
                    <a:pt x="54686" y="62077"/>
                    <a:pt x="32516" y="67989"/>
                    <a:pt x="22909" y="84986"/>
                  </a:cubicBezTo>
                  <a:close/>
                </a:path>
              </a:pathLst>
            </a:custGeom>
            <a:solidFill>
              <a:srgbClr val="D3E8FD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403CF28-4172-A33B-6F25-635160DE543A}"/>
                </a:ext>
              </a:extLst>
            </p:cNvPr>
            <p:cNvSpPr/>
            <p:nvPr/>
          </p:nvSpPr>
          <p:spPr>
            <a:xfrm>
              <a:off x="7519449" y="4507056"/>
              <a:ext cx="206183" cy="206183"/>
            </a:xfrm>
            <a:custGeom>
              <a:avLst/>
              <a:gdLst>
                <a:gd name="connsiteX0" fmla="*/ 38428 w 206183"/>
                <a:gd name="connsiteY0" fmla="*/ 50992 h 206183"/>
                <a:gd name="connsiteX1" fmla="*/ 50992 w 206183"/>
                <a:gd name="connsiteY1" fmla="*/ 38429 h 206183"/>
                <a:gd name="connsiteX2" fmla="*/ 42862 w 206183"/>
                <a:gd name="connsiteY2" fmla="*/ 21431 h 206183"/>
                <a:gd name="connsiteX3" fmla="*/ 44341 w 206183"/>
                <a:gd name="connsiteY3" fmla="*/ 17736 h 206183"/>
                <a:gd name="connsiteX4" fmla="*/ 59121 w 206183"/>
                <a:gd name="connsiteY4" fmla="*/ 8868 h 206183"/>
                <a:gd name="connsiteX5" fmla="*/ 62816 w 206183"/>
                <a:gd name="connsiteY5" fmla="*/ 10346 h 206183"/>
                <a:gd name="connsiteX6" fmla="*/ 73162 w 206183"/>
                <a:gd name="connsiteY6" fmla="*/ 25126 h 206183"/>
                <a:gd name="connsiteX7" fmla="*/ 90159 w 206183"/>
                <a:gd name="connsiteY7" fmla="*/ 20692 h 206183"/>
                <a:gd name="connsiteX8" fmla="*/ 91637 w 206183"/>
                <a:gd name="connsiteY8" fmla="*/ 2217 h 206183"/>
                <a:gd name="connsiteX9" fmla="*/ 94593 w 206183"/>
                <a:gd name="connsiteY9" fmla="*/ 0 h 206183"/>
                <a:gd name="connsiteX10" fmla="*/ 112329 w 206183"/>
                <a:gd name="connsiteY10" fmla="*/ 0 h 206183"/>
                <a:gd name="connsiteX11" fmla="*/ 114546 w 206183"/>
                <a:gd name="connsiteY11" fmla="*/ 2217 h 206183"/>
                <a:gd name="connsiteX12" fmla="*/ 116024 w 206183"/>
                <a:gd name="connsiteY12" fmla="*/ 20692 h 206183"/>
                <a:gd name="connsiteX13" fmla="*/ 133022 w 206183"/>
                <a:gd name="connsiteY13" fmla="*/ 25126 h 206183"/>
                <a:gd name="connsiteX14" fmla="*/ 143368 w 206183"/>
                <a:gd name="connsiteY14" fmla="*/ 10346 h 206183"/>
                <a:gd name="connsiteX15" fmla="*/ 147063 w 206183"/>
                <a:gd name="connsiteY15" fmla="*/ 8868 h 206183"/>
                <a:gd name="connsiteX16" fmla="*/ 162582 w 206183"/>
                <a:gd name="connsiteY16" fmla="*/ 17736 h 206183"/>
                <a:gd name="connsiteX17" fmla="*/ 163321 w 206183"/>
                <a:gd name="connsiteY17" fmla="*/ 21431 h 206183"/>
                <a:gd name="connsiteX18" fmla="*/ 155192 w 206183"/>
                <a:gd name="connsiteY18" fmla="*/ 38429 h 206183"/>
                <a:gd name="connsiteX19" fmla="*/ 167755 w 206183"/>
                <a:gd name="connsiteY19" fmla="*/ 50992 h 206183"/>
                <a:gd name="connsiteX20" fmla="*/ 184752 w 206183"/>
                <a:gd name="connsiteY20" fmla="*/ 42862 h 206183"/>
                <a:gd name="connsiteX21" fmla="*/ 188447 w 206183"/>
                <a:gd name="connsiteY21" fmla="*/ 43601 h 206183"/>
                <a:gd name="connsiteX22" fmla="*/ 197315 w 206183"/>
                <a:gd name="connsiteY22" fmla="*/ 59121 h 206183"/>
                <a:gd name="connsiteX23" fmla="*/ 195837 w 206183"/>
                <a:gd name="connsiteY23" fmla="*/ 62816 h 206183"/>
                <a:gd name="connsiteX24" fmla="*/ 181057 w 206183"/>
                <a:gd name="connsiteY24" fmla="*/ 73162 h 206183"/>
                <a:gd name="connsiteX25" fmla="*/ 185491 w 206183"/>
                <a:gd name="connsiteY25" fmla="*/ 90159 h 206183"/>
                <a:gd name="connsiteX26" fmla="*/ 203966 w 206183"/>
                <a:gd name="connsiteY26" fmla="*/ 91637 h 206183"/>
                <a:gd name="connsiteX27" fmla="*/ 206184 w 206183"/>
                <a:gd name="connsiteY27" fmla="*/ 94593 h 206183"/>
                <a:gd name="connsiteX28" fmla="*/ 206184 w 206183"/>
                <a:gd name="connsiteY28" fmla="*/ 111590 h 206183"/>
                <a:gd name="connsiteX29" fmla="*/ 203966 w 206183"/>
                <a:gd name="connsiteY29" fmla="*/ 114546 h 206183"/>
                <a:gd name="connsiteX30" fmla="*/ 185491 w 206183"/>
                <a:gd name="connsiteY30" fmla="*/ 116024 h 206183"/>
                <a:gd name="connsiteX31" fmla="*/ 181057 w 206183"/>
                <a:gd name="connsiteY31" fmla="*/ 133022 h 206183"/>
                <a:gd name="connsiteX32" fmla="*/ 195837 w 206183"/>
                <a:gd name="connsiteY32" fmla="*/ 143368 h 206183"/>
                <a:gd name="connsiteX33" fmla="*/ 197315 w 206183"/>
                <a:gd name="connsiteY33" fmla="*/ 147063 h 206183"/>
                <a:gd name="connsiteX34" fmla="*/ 188447 w 206183"/>
                <a:gd name="connsiteY34" fmla="*/ 161843 h 206183"/>
                <a:gd name="connsiteX35" fmla="*/ 184752 w 206183"/>
                <a:gd name="connsiteY35" fmla="*/ 163321 h 206183"/>
                <a:gd name="connsiteX36" fmla="*/ 167755 w 206183"/>
                <a:gd name="connsiteY36" fmla="*/ 155192 h 206183"/>
                <a:gd name="connsiteX37" fmla="*/ 155192 w 206183"/>
                <a:gd name="connsiteY37" fmla="*/ 167755 h 206183"/>
                <a:gd name="connsiteX38" fmla="*/ 163321 w 206183"/>
                <a:gd name="connsiteY38" fmla="*/ 184752 h 206183"/>
                <a:gd name="connsiteX39" fmla="*/ 162582 w 206183"/>
                <a:gd name="connsiteY39" fmla="*/ 187708 h 206183"/>
                <a:gd name="connsiteX40" fmla="*/ 147063 w 206183"/>
                <a:gd name="connsiteY40" fmla="*/ 196576 h 206183"/>
                <a:gd name="connsiteX41" fmla="*/ 143368 w 206183"/>
                <a:gd name="connsiteY41" fmla="*/ 195837 h 206183"/>
                <a:gd name="connsiteX42" fmla="*/ 133022 w 206183"/>
                <a:gd name="connsiteY42" fmla="*/ 180318 h 206183"/>
                <a:gd name="connsiteX43" fmla="*/ 116024 w 206183"/>
                <a:gd name="connsiteY43" fmla="*/ 184752 h 206183"/>
                <a:gd name="connsiteX44" fmla="*/ 114546 w 206183"/>
                <a:gd name="connsiteY44" fmla="*/ 203966 h 206183"/>
                <a:gd name="connsiteX45" fmla="*/ 112329 w 206183"/>
                <a:gd name="connsiteY45" fmla="*/ 206183 h 206183"/>
                <a:gd name="connsiteX46" fmla="*/ 94593 w 206183"/>
                <a:gd name="connsiteY46" fmla="*/ 206183 h 206183"/>
                <a:gd name="connsiteX47" fmla="*/ 91637 w 206183"/>
                <a:gd name="connsiteY47" fmla="*/ 203966 h 206183"/>
                <a:gd name="connsiteX48" fmla="*/ 90159 w 206183"/>
                <a:gd name="connsiteY48" fmla="*/ 185491 h 206183"/>
                <a:gd name="connsiteX49" fmla="*/ 73162 w 206183"/>
                <a:gd name="connsiteY49" fmla="*/ 180318 h 206183"/>
                <a:gd name="connsiteX50" fmla="*/ 62816 w 206183"/>
                <a:gd name="connsiteY50" fmla="*/ 195837 h 206183"/>
                <a:gd name="connsiteX51" fmla="*/ 59121 w 206183"/>
                <a:gd name="connsiteY51" fmla="*/ 196576 h 206183"/>
                <a:gd name="connsiteX52" fmla="*/ 44341 w 206183"/>
                <a:gd name="connsiteY52" fmla="*/ 187708 h 206183"/>
                <a:gd name="connsiteX53" fmla="*/ 42862 w 206183"/>
                <a:gd name="connsiteY53" fmla="*/ 184752 h 206183"/>
                <a:gd name="connsiteX54" fmla="*/ 50992 w 206183"/>
                <a:gd name="connsiteY54" fmla="*/ 167755 h 206183"/>
                <a:gd name="connsiteX55" fmla="*/ 38428 w 206183"/>
                <a:gd name="connsiteY55" fmla="*/ 155192 h 206183"/>
                <a:gd name="connsiteX56" fmla="*/ 21431 w 206183"/>
                <a:gd name="connsiteY56" fmla="*/ 163321 h 206183"/>
                <a:gd name="connsiteX57" fmla="*/ 18475 w 206183"/>
                <a:gd name="connsiteY57" fmla="*/ 161843 h 206183"/>
                <a:gd name="connsiteX58" fmla="*/ 9607 w 206183"/>
                <a:gd name="connsiteY58" fmla="*/ 147063 h 206183"/>
                <a:gd name="connsiteX59" fmla="*/ 10346 w 206183"/>
                <a:gd name="connsiteY59" fmla="*/ 143368 h 206183"/>
                <a:gd name="connsiteX60" fmla="*/ 25865 w 206183"/>
                <a:gd name="connsiteY60" fmla="*/ 133022 h 206183"/>
                <a:gd name="connsiteX61" fmla="*/ 21431 w 206183"/>
                <a:gd name="connsiteY61" fmla="*/ 116024 h 206183"/>
                <a:gd name="connsiteX62" fmla="*/ 2216 w 206183"/>
                <a:gd name="connsiteY62" fmla="*/ 114546 h 206183"/>
                <a:gd name="connsiteX63" fmla="*/ 0 w 206183"/>
                <a:gd name="connsiteY63" fmla="*/ 111590 h 206183"/>
                <a:gd name="connsiteX64" fmla="*/ 0 w 206183"/>
                <a:gd name="connsiteY64" fmla="*/ 94593 h 206183"/>
                <a:gd name="connsiteX65" fmla="*/ 2216 w 206183"/>
                <a:gd name="connsiteY65" fmla="*/ 91637 h 206183"/>
                <a:gd name="connsiteX66" fmla="*/ 20692 w 206183"/>
                <a:gd name="connsiteY66" fmla="*/ 90159 h 206183"/>
                <a:gd name="connsiteX67" fmla="*/ 25865 w 206183"/>
                <a:gd name="connsiteY67" fmla="*/ 73162 h 206183"/>
                <a:gd name="connsiteX68" fmla="*/ 10346 w 206183"/>
                <a:gd name="connsiteY68" fmla="*/ 62816 h 206183"/>
                <a:gd name="connsiteX69" fmla="*/ 9607 w 206183"/>
                <a:gd name="connsiteY69" fmla="*/ 59121 h 206183"/>
                <a:gd name="connsiteX70" fmla="*/ 18475 w 206183"/>
                <a:gd name="connsiteY70" fmla="*/ 43601 h 206183"/>
                <a:gd name="connsiteX71" fmla="*/ 21431 w 206183"/>
                <a:gd name="connsiteY71" fmla="*/ 42862 h 206183"/>
                <a:gd name="connsiteX72" fmla="*/ 72422 w 206183"/>
                <a:gd name="connsiteY72" fmla="*/ 84986 h 206183"/>
                <a:gd name="connsiteX73" fmla="*/ 85725 w 206183"/>
                <a:gd name="connsiteY73" fmla="*/ 133761 h 206183"/>
                <a:gd name="connsiteX74" fmla="*/ 134499 w 206183"/>
                <a:gd name="connsiteY74" fmla="*/ 121197 h 206183"/>
                <a:gd name="connsiteX75" fmla="*/ 121198 w 206183"/>
                <a:gd name="connsiteY75" fmla="*/ 72423 h 206183"/>
                <a:gd name="connsiteX76" fmla="*/ 72422 w 206183"/>
                <a:gd name="connsiteY76" fmla="*/ 84986 h 20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206183" h="206183">
                  <a:moveTo>
                    <a:pt x="38428" y="50992"/>
                  </a:moveTo>
                  <a:cubicBezTo>
                    <a:pt x="42345" y="46062"/>
                    <a:pt x="46557" y="41880"/>
                    <a:pt x="50992" y="38429"/>
                  </a:cubicBezTo>
                  <a:lnTo>
                    <a:pt x="42862" y="21431"/>
                  </a:lnTo>
                  <a:cubicBezTo>
                    <a:pt x="42123" y="19953"/>
                    <a:pt x="42862" y="18475"/>
                    <a:pt x="44341" y="17736"/>
                  </a:cubicBezTo>
                  <a:lnTo>
                    <a:pt x="59121" y="8868"/>
                  </a:lnTo>
                  <a:cubicBezTo>
                    <a:pt x="60598" y="8129"/>
                    <a:pt x="62077" y="8868"/>
                    <a:pt x="62816" y="10346"/>
                  </a:cubicBezTo>
                  <a:lnTo>
                    <a:pt x="73162" y="25126"/>
                  </a:lnTo>
                  <a:cubicBezTo>
                    <a:pt x="78557" y="23153"/>
                    <a:pt x="84247" y="21675"/>
                    <a:pt x="90159" y="20692"/>
                  </a:cubicBezTo>
                  <a:lnTo>
                    <a:pt x="91637" y="2217"/>
                  </a:lnTo>
                  <a:cubicBezTo>
                    <a:pt x="91637" y="739"/>
                    <a:pt x="93115" y="0"/>
                    <a:pt x="94593" y="0"/>
                  </a:cubicBezTo>
                  <a:lnTo>
                    <a:pt x="112329" y="0"/>
                  </a:lnTo>
                  <a:cubicBezTo>
                    <a:pt x="113068" y="0"/>
                    <a:pt x="114546" y="739"/>
                    <a:pt x="114546" y="2217"/>
                  </a:cubicBezTo>
                  <a:lnTo>
                    <a:pt x="116024" y="20692"/>
                  </a:lnTo>
                  <a:cubicBezTo>
                    <a:pt x="121936" y="21675"/>
                    <a:pt x="127627" y="23153"/>
                    <a:pt x="133022" y="25126"/>
                  </a:cubicBezTo>
                  <a:lnTo>
                    <a:pt x="143368" y="10346"/>
                  </a:lnTo>
                  <a:cubicBezTo>
                    <a:pt x="144107" y="8868"/>
                    <a:pt x="146323" y="8129"/>
                    <a:pt x="147063" y="8868"/>
                  </a:cubicBezTo>
                  <a:lnTo>
                    <a:pt x="162582" y="17736"/>
                  </a:lnTo>
                  <a:cubicBezTo>
                    <a:pt x="163321" y="18475"/>
                    <a:pt x="164060" y="19953"/>
                    <a:pt x="163321" y="21431"/>
                  </a:cubicBezTo>
                  <a:lnTo>
                    <a:pt x="155192" y="38429"/>
                  </a:lnTo>
                  <a:cubicBezTo>
                    <a:pt x="160143" y="41880"/>
                    <a:pt x="164281" y="46062"/>
                    <a:pt x="167755" y="50992"/>
                  </a:cubicBezTo>
                  <a:lnTo>
                    <a:pt x="184752" y="42862"/>
                  </a:lnTo>
                  <a:cubicBezTo>
                    <a:pt x="186230" y="42124"/>
                    <a:pt x="187708" y="42862"/>
                    <a:pt x="188447" y="43601"/>
                  </a:cubicBezTo>
                  <a:lnTo>
                    <a:pt x="197315" y="59121"/>
                  </a:lnTo>
                  <a:cubicBezTo>
                    <a:pt x="198054" y="59860"/>
                    <a:pt x="197315" y="62077"/>
                    <a:pt x="195837" y="62816"/>
                  </a:cubicBezTo>
                  <a:lnTo>
                    <a:pt x="181057" y="73162"/>
                  </a:lnTo>
                  <a:cubicBezTo>
                    <a:pt x="183053" y="78579"/>
                    <a:pt x="184530" y="84247"/>
                    <a:pt x="185491" y="90159"/>
                  </a:cubicBezTo>
                  <a:lnTo>
                    <a:pt x="203966" y="91637"/>
                  </a:lnTo>
                  <a:cubicBezTo>
                    <a:pt x="205444" y="91637"/>
                    <a:pt x="206184" y="93115"/>
                    <a:pt x="206184" y="94593"/>
                  </a:cubicBezTo>
                  <a:lnTo>
                    <a:pt x="206184" y="111590"/>
                  </a:lnTo>
                  <a:cubicBezTo>
                    <a:pt x="206184" y="113068"/>
                    <a:pt x="205444" y="114546"/>
                    <a:pt x="203966" y="114546"/>
                  </a:cubicBezTo>
                  <a:lnTo>
                    <a:pt x="185491" y="116024"/>
                  </a:lnTo>
                  <a:cubicBezTo>
                    <a:pt x="184530" y="121936"/>
                    <a:pt x="183053" y="127605"/>
                    <a:pt x="181057" y="133022"/>
                  </a:cubicBezTo>
                  <a:lnTo>
                    <a:pt x="195837" y="143368"/>
                  </a:lnTo>
                  <a:cubicBezTo>
                    <a:pt x="197315" y="144107"/>
                    <a:pt x="198054" y="145585"/>
                    <a:pt x="197315" y="147063"/>
                  </a:cubicBezTo>
                  <a:lnTo>
                    <a:pt x="188447" y="161843"/>
                  </a:lnTo>
                  <a:cubicBezTo>
                    <a:pt x="187708" y="163321"/>
                    <a:pt x="186230" y="164060"/>
                    <a:pt x="184752" y="163321"/>
                  </a:cubicBezTo>
                  <a:lnTo>
                    <a:pt x="167755" y="155192"/>
                  </a:lnTo>
                  <a:cubicBezTo>
                    <a:pt x="164281" y="159626"/>
                    <a:pt x="160143" y="163816"/>
                    <a:pt x="155192" y="167755"/>
                  </a:cubicBezTo>
                  <a:lnTo>
                    <a:pt x="163321" y="184752"/>
                  </a:lnTo>
                  <a:cubicBezTo>
                    <a:pt x="164060" y="185491"/>
                    <a:pt x="163321" y="186969"/>
                    <a:pt x="162582" y="187708"/>
                  </a:cubicBezTo>
                  <a:lnTo>
                    <a:pt x="147063" y="196576"/>
                  </a:lnTo>
                  <a:cubicBezTo>
                    <a:pt x="146323" y="197315"/>
                    <a:pt x="144107" y="197315"/>
                    <a:pt x="143368" y="195837"/>
                  </a:cubicBezTo>
                  <a:lnTo>
                    <a:pt x="133022" y="180318"/>
                  </a:lnTo>
                  <a:cubicBezTo>
                    <a:pt x="127627" y="182779"/>
                    <a:pt x="121936" y="184257"/>
                    <a:pt x="116024" y="184752"/>
                  </a:cubicBezTo>
                  <a:lnTo>
                    <a:pt x="114546" y="203966"/>
                  </a:lnTo>
                  <a:cubicBezTo>
                    <a:pt x="114546" y="205444"/>
                    <a:pt x="113068" y="206183"/>
                    <a:pt x="112329" y="206183"/>
                  </a:cubicBezTo>
                  <a:lnTo>
                    <a:pt x="94593" y="206183"/>
                  </a:lnTo>
                  <a:cubicBezTo>
                    <a:pt x="93115" y="206183"/>
                    <a:pt x="91637" y="205444"/>
                    <a:pt x="91637" y="203966"/>
                  </a:cubicBezTo>
                  <a:lnTo>
                    <a:pt x="90159" y="185491"/>
                  </a:lnTo>
                  <a:cubicBezTo>
                    <a:pt x="84247" y="184508"/>
                    <a:pt x="78557" y="182779"/>
                    <a:pt x="73162" y="180318"/>
                  </a:cubicBezTo>
                  <a:lnTo>
                    <a:pt x="62816" y="195837"/>
                  </a:lnTo>
                  <a:cubicBezTo>
                    <a:pt x="62077" y="197315"/>
                    <a:pt x="60598" y="197315"/>
                    <a:pt x="59121" y="196576"/>
                  </a:cubicBezTo>
                  <a:lnTo>
                    <a:pt x="44341" y="187708"/>
                  </a:lnTo>
                  <a:cubicBezTo>
                    <a:pt x="42862" y="186969"/>
                    <a:pt x="42123" y="185491"/>
                    <a:pt x="42862" y="184752"/>
                  </a:cubicBezTo>
                  <a:lnTo>
                    <a:pt x="50992" y="167755"/>
                  </a:lnTo>
                  <a:cubicBezTo>
                    <a:pt x="46557" y="163816"/>
                    <a:pt x="42345" y="159626"/>
                    <a:pt x="38428" y="155192"/>
                  </a:cubicBezTo>
                  <a:lnTo>
                    <a:pt x="21431" y="163321"/>
                  </a:lnTo>
                  <a:cubicBezTo>
                    <a:pt x="20692" y="164060"/>
                    <a:pt x="19214" y="163321"/>
                    <a:pt x="18475" y="161843"/>
                  </a:cubicBezTo>
                  <a:lnTo>
                    <a:pt x="9607" y="147063"/>
                  </a:lnTo>
                  <a:cubicBezTo>
                    <a:pt x="8868" y="145585"/>
                    <a:pt x="8868" y="144107"/>
                    <a:pt x="10346" y="143368"/>
                  </a:cubicBezTo>
                  <a:lnTo>
                    <a:pt x="25865" y="133022"/>
                  </a:lnTo>
                  <a:cubicBezTo>
                    <a:pt x="23426" y="127605"/>
                    <a:pt x="21948" y="121936"/>
                    <a:pt x="21431" y="116024"/>
                  </a:cubicBezTo>
                  <a:lnTo>
                    <a:pt x="2216" y="114546"/>
                  </a:lnTo>
                  <a:cubicBezTo>
                    <a:pt x="739" y="114546"/>
                    <a:pt x="0" y="113068"/>
                    <a:pt x="0" y="111590"/>
                  </a:cubicBezTo>
                  <a:lnTo>
                    <a:pt x="0" y="94593"/>
                  </a:lnTo>
                  <a:cubicBezTo>
                    <a:pt x="0" y="93115"/>
                    <a:pt x="739" y="91637"/>
                    <a:pt x="2216" y="91637"/>
                  </a:cubicBezTo>
                  <a:lnTo>
                    <a:pt x="20692" y="90159"/>
                  </a:lnTo>
                  <a:cubicBezTo>
                    <a:pt x="21652" y="84247"/>
                    <a:pt x="23426" y="78579"/>
                    <a:pt x="25865" y="73162"/>
                  </a:cubicBezTo>
                  <a:lnTo>
                    <a:pt x="10346" y="62816"/>
                  </a:lnTo>
                  <a:cubicBezTo>
                    <a:pt x="8868" y="62077"/>
                    <a:pt x="8868" y="59860"/>
                    <a:pt x="9607" y="59121"/>
                  </a:cubicBezTo>
                  <a:lnTo>
                    <a:pt x="18475" y="43601"/>
                  </a:lnTo>
                  <a:cubicBezTo>
                    <a:pt x="19214" y="42862"/>
                    <a:pt x="20692" y="42124"/>
                    <a:pt x="21431" y="42862"/>
                  </a:cubicBezTo>
                  <a:close/>
                  <a:moveTo>
                    <a:pt x="72422" y="84986"/>
                  </a:moveTo>
                  <a:cubicBezTo>
                    <a:pt x="62816" y="101983"/>
                    <a:pt x="68727" y="124153"/>
                    <a:pt x="85725" y="133761"/>
                  </a:cubicBezTo>
                  <a:cubicBezTo>
                    <a:pt x="102722" y="144107"/>
                    <a:pt x="124893" y="138195"/>
                    <a:pt x="134499" y="121197"/>
                  </a:cubicBezTo>
                  <a:cubicBezTo>
                    <a:pt x="144107" y="103461"/>
                    <a:pt x="138194" y="82030"/>
                    <a:pt x="121198" y="72423"/>
                  </a:cubicBezTo>
                  <a:cubicBezTo>
                    <a:pt x="104200" y="62077"/>
                    <a:pt x="82769" y="67989"/>
                    <a:pt x="72422" y="84986"/>
                  </a:cubicBezTo>
                  <a:close/>
                </a:path>
              </a:pathLst>
            </a:custGeom>
            <a:solidFill>
              <a:srgbClr val="1369B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2C047EB1-B962-20DD-0F67-6D81162094D8}"/>
                </a:ext>
              </a:extLst>
            </p:cNvPr>
            <p:cNvSpPr/>
            <p:nvPr/>
          </p:nvSpPr>
          <p:spPr>
            <a:xfrm>
              <a:off x="7520188" y="4507795"/>
              <a:ext cx="204705" cy="204705"/>
            </a:xfrm>
            <a:custGeom>
              <a:avLst/>
              <a:gdLst>
                <a:gd name="connsiteX0" fmla="*/ 114546 w 204705"/>
                <a:gd name="connsiteY0" fmla="*/ 20692 h 204705"/>
                <a:gd name="connsiteX1" fmla="*/ 133022 w 204705"/>
                <a:gd name="connsiteY1" fmla="*/ 25126 h 204705"/>
                <a:gd name="connsiteX2" fmla="*/ 143368 w 204705"/>
                <a:gd name="connsiteY2" fmla="*/ 9607 h 204705"/>
                <a:gd name="connsiteX3" fmla="*/ 146324 w 204705"/>
                <a:gd name="connsiteY3" fmla="*/ 8868 h 204705"/>
                <a:gd name="connsiteX4" fmla="*/ 161104 w 204705"/>
                <a:gd name="connsiteY4" fmla="*/ 17736 h 204705"/>
                <a:gd name="connsiteX5" fmla="*/ 161843 w 204705"/>
                <a:gd name="connsiteY5" fmla="*/ 20692 h 204705"/>
                <a:gd name="connsiteX6" fmla="*/ 153714 w 204705"/>
                <a:gd name="connsiteY6" fmla="*/ 37689 h 204705"/>
                <a:gd name="connsiteX7" fmla="*/ 167016 w 204705"/>
                <a:gd name="connsiteY7" fmla="*/ 50992 h 204705"/>
                <a:gd name="connsiteX8" fmla="*/ 184013 w 204705"/>
                <a:gd name="connsiteY8" fmla="*/ 42862 h 204705"/>
                <a:gd name="connsiteX9" fmla="*/ 186970 w 204705"/>
                <a:gd name="connsiteY9" fmla="*/ 43601 h 204705"/>
                <a:gd name="connsiteX10" fmla="*/ 195837 w 204705"/>
                <a:gd name="connsiteY10" fmla="*/ 58382 h 204705"/>
                <a:gd name="connsiteX11" fmla="*/ 195098 w 204705"/>
                <a:gd name="connsiteY11" fmla="*/ 61338 h 204705"/>
                <a:gd name="connsiteX12" fmla="*/ 179579 w 204705"/>
                <a:gd name="connsiteY12" fmla="*/ 72423 h 204705"/>
                <a:gd name="connsiteX13" fmla="*/ 184013 w 204705"/>
                <a:gd name="connsiteY13" fmla="*/ 90159 h 204705"/>
                <a:gd name="connsiteX14" fmla="*/ 203227 w 204705"/>
                <a:gd name="connsiteY14" fmla="*/ 91637 h 204705"/>
                <a:gd name="connsiteX15" fmla="*/ 204705 w 204705"/>
                <a:gd name="connsiteY15" fmla="*/ 93854 h 204705"/>
                <a:gd name="connsiteX16" fmla="*/ 204705 w 204705"/>
                <a:gd name="connsiteY16" fmla="*/ 110851 h 204705"/>
                <a:gd name="connsiteX17" fmla="*/ 203227 w 204705"/>
                <a:gd name="connsiteY17" fmla="*/ 113068 h 204705"/>
                <a:gd name="connsiteX18" fmla="*/ 184013 w 204705"/>
                <a:gd name="connsiteY18" fmla="*/ 114546 h 204705"/>
                <a:gd name="connsiteX19" fmla="*/ 179579 w 204705"/>
                <a:gd name="connsiteY19" fmla="*/ 132283 h 204705"/>
                <a:gd name="connsiteX20" fmla="*/ 195098 w 204705"/>
                <a:gd name="connsiteY20" fmla="*/ 143368 h 204705"/>
                <a:gd name="connsiteX21" fmla="*/ 195837 w 204705"/>
                <a:gd name="connsiteY21" fmla="*/ 145585 h 204705"/>
                <a:gd name="connsiteX22" fmla="*/ 186970 w 204705"/>
                <a:gd name="connsiteY22" fmla="*/ 161104 h 204705"/>
                <a:gd name="connsiteX23" fmla="*/ 184013 w 204705"/>
                <a:gd name="connsiteY23" fmla="*/ 161843 h 204705"/>
                <a:gd name="connsiteX24" fmla="*/ 167016 w 204705"/>
                <a:gd name="connsiteY24" fmla="*/ 153714 h 204705"/>
                <a:gd name="connsiteX25" fmla="*/ 153714 w 204705"/>
                <a:gd name="connsiteY25" fmla="*/ 167016 h 204705"/>
                <a:gd name="connsiteX26" fmla="*/ 161843 w 204705"/>
                <a:gd name="connsiteY26" fmla="*/ 184013 h 204705"/>
                <a:gd name="connsiteX27" fmla="*/ 161104 w 204705"/>
                <a:gd name="connsiteY27" fmla="*/ 186969 h 204705"/>
                <a:gd name="connsiteX28" fmla="*/ 146324 w 204705"/>
                <a:gd name="connsiteY28" fmla="*/ 195098 h 204705"/>
                <a:gd name="connsiteX29" fmla="*/ 143368 w 204705"/>
                <a:gd name="connsiteY29" fmla="*/ 195098 h 204705"/>
                <a:gd name="connsiteX30" fmla="*/ 132283 w 204705"/>
                <a:gd name="connsiteY30" fmla="*/ 178840 h 204705"/>
                <a:gd name="connsiteX31" fmla="*/ 114546 w 204705"/>
                <a:gd name="connsiteY31" fmla="*/ 184013 h 204705"/>
                <a:gd name="connsiteX32" fmla="*/ 113069 w 204705"/>
                <a:gd name="connsiteY32" fmla="*/ 203227 h 204705"/>
                <a:gd name="connsiteX33" fmla="*/ 111590 w 204705"/>
                <a:gd name="connsiteY33" fmla="*/ 204705 h 204705"/>
                <a:gd name="connsiteX34" fmla="*/ 93854 w 204705"/>
                <a:gd name="connsiteY34" fmla="*/ 204705 h 204705"/>
                <a:gd name="connsiteX35" fmla="*/ 91637 w 204705"/>
                <a:gd name="connsiteY35" fmla="*/ 203227 h 204705"/>
                <a:gd name="connsiteX36" fmla="*/ 90159 w 204705"/>
                <a:gd name="connsiteY36" fmla="*/ 184013 h 204705"/>
                <a:gd name="connsiteX37" fmla="*/ 72423 w 204705"/>
                <a:gd name="connsiteY37" fmla="*/ 178840 h 204705"/>
                <a:gd name="connsiteX38" fmla="*/ 61338 w 204705"/>
                <a:gd name="connsiteY38" fmla="*/ 195098 h 204705"/>
                <a:gd name="connsiteX39" fmla="*/ 59121 w 204705"/>
                <a:gd name="connsiteY39" fmla="*/ 195098 h 204705"/>
                <a:gd name="connsiteX40" fmla="*/ 43602 w 204705"/>
                <a:gd name="connsiteY40" fmla="*/ 186969 h 204705"/>
                <a:gd name="connsiteX41" fmla="*/ 42863 w 204705"/>
                <a:gd name="connsiteY41" fmla="*/ 184013 h 204705"/>
                <a:gd name="connsiteX42" fmla="*/ 50992 w 204705"/>
                <a:gd name="connsiteY42" fmla="*/ 167016 h 204705"/>
                <a:gd name="connsiteX43" fmla="*/ 37689 w 204705"/>
                <a:gd name="connsiteY43" fmla="*/ 153714 h 204705"/>
                <a:gd name="connsiteX44" fmla="*/ 20693 w 204705"/>
                <a:gd name="connsiteY44" fmla="*/ 161843 h 204705"/>
                <a:gd name="connsiteX45" fmla="*/ 17736 w 204705"/>
                <a:gd name="connsiteY45" fmla="*/ 161104 h 204705"/>
                <a:gd name="connsiteX46" fmla="*/ 9607 w 204705"/>
                <a:gd name="connsiteY46" fmla="*/ 145585 h 204705"/>
                <a:gd name="connsiteX47" fmla="*/ 9607 w 204705"/>
                <a:gd name="connsiteY47" fmla="*/ 143368 h 204705"/>
                <a:gd name="connsiteX48" fmla="*/ 25865 w 204705"/>
                <a:gd name="connsiteY48" fmla="*/ 132283 h 204705"/>
                <a:gd name="connsiteX49" fmla="*/ 20693 w 204705"/>
                <a:gd name="connsiteY49" fmla="*/ 114546 h 204705"/>
                <a:gd name="connsiteX50" fmla="*/ 1478 w 204705"/>
                <a:gd name="connsiteY50" fmla="*/ 113068 h 204705"/>
                <a:gd name="connsiteX51" fmla="*/ 0 w 204705"/>
                <a:gd name="connsiteY51" fmla="*/ 110851 h 204705"/>
                <a:gd name="connsiteX52" fmla="*/ 0 w 204705"/>
                <a:gd name="connsiteY52" fmla="*/ 93854 h 204705"/>
                <a:gd name="connsiteX53" fmla="*/ 2217 w 204705"/>
                <a:gd name="connsiteY53" fmla="*/ 91637 h 204705"/>
                <a:gd name="connsiteX54" fmla="*/ 20693 w 204705"/>
                <a:gd name="connsiteY54" fmla="*/ 90159 h 204705"/>
                <a:gd name="connsiteX55" fmla="*/ 25865 w 204705"/>
                <a:gd name="connsiteY55" fmla="*/ 72423 h 204705"/>
                <a:gd name="connsiteX56" fmla="*/ 9607 w 204705"/>
                <a:gd name="connsiteY56" fmla="*/ 61338 h 204705"/>
                <a:gd name="connsiteX57" fmla="*/ 9607 w 204705"/>
                <a:gd name="connsiteY57" fmla="*/ 58382 h 204705"/>
                <a:gd name="connsiteX58" fmla="*/ 17736 w 204705"/>
                <a:gd name="connsiteY58" fmla="*/ 43601 h 204705"/>
                <a:gd name="connsiteX59" fmla="*/ 20693 w 204705"/>
                <a:gd name="connsiteY59" fmla="*/ 42862 h 204705"/>
                <a:gd name="connsiteX60" fmla="*/ 37689 w 204705"/>
                <a:gd name="connsiteY60" fmla="*/ 50992 h 204705"/>
                <a:gd name="connsiteX61" fmla="*/ 50992 w 204705"/>
                <a:gd name="connsiteY61" fmla="*/ 37689 h 204705"/>
                <a:gd name="connsiteX62" fmla="*/ 42863 w 204705"/>
                <a:gd name="connsiteY62" fmla="*/ 20692 h 204705"/>
                <a:gd name="connsiteX63" fmla="*/ 43602 w 204705"/>
                <a:gd name="connsiteY63" fmla="*/ 17736 h 204705"/>
                <a:gd name="connsiteX64" fmla="*/ 59121 w 204705"/>
                <a:gd name="connsiteY64" fmla="*/ 8868 h 204705"/>
                <a:gd name="connsiteX65" fmla="*/ 61338 w 204705"/>
                <a:gd name="connsiteY65" fmla="*/ 9607 h 204705"/>
                <a:gd name="connsiteX66" fmla="*/ 72423 w 204705"/>
                <a:gd name="connsiteY66" fmla="*/ 25126 h 204705"/>
                <a:gd name="connsiteX67" fmla="*/ 90159 w 204705"/>
                <a:gd name="connsiteY67" fmla="*/ 20692 h 204705"/>
                <a:gd name="connsiteX68" fmla="*/ 91637 w 204705"/>
                <a:gd name="connsiteY68" fmla="*/ 1478 h 204705"/>
                <a:gd name="connsiteX69" fmla="*/ 93854 w 204705"/>
                <a:gd name="connsiteY69" fmla="*/ 0 h 204705"/>
                <a:gd name="connsiteX70" fmla="*/ 111590 w 204705"/>
                <a:gd name="connsiteY70" fmla="*/ 0 h 204705"/>
                <a:gd name="connsiteX71" fmla="*/ 113069 w 204705"/>
                <a:gd name="connsiteY71" fmla="*/ 1478 h 204705"/>
                <a:gd name="connsiteX72" fmla="*/ 65772 w 204705"/>
                <a:gd name="connsiteY72" fmla="*/ 101983 h 204705"/>
                <a:gd name="connsiteX73" fmla="*/ 102722 w 204705"/>
                <a:gd name="connsiteY73" fmla="*/ 138934 h 204705"/>
                <a:gd name="connsiteX74" fmla="*/ 138934 w 204705"/>
                <a:gd name="connsiteY74" fmla="*/ 101983 h 204705"/>
                <a:gd name="connsiteX75" fmla="*/ 102722 w 204705"/>
                <a:gd name="connsiteY75" fmla="*/ 65772 h 204705"/>
                <a:gd name="connsiteX76" fmla="*/ 65772 w 204705"/>
                <a:gd name="connsiteY76" fmla="*/ 101983 h 204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204705" h="204705">
                  <a:moveTo>
                    <a:pt x="114546" y="20692"/>
                  </a:moveTo>
                  <a:cubicBezTo>
                    <a:pt x="120976" y="21675"/>
                    <a:pt x="127109" y="23153"/>
                    <a:pt x="133022" y="25126"/>
                  </a:cubicBezTo>
                  <a:lnTo>
                    <a:pt x="143368" y="9607"/>
                  </a:lnTo>
                  <a:cubicBezTo>
                    <a:pt x="144107" y="8868"/>
                    <a:pt x="145584" y="8868"/>
                    <a:pt x="146324" y="8868"/>
                  </a:cubicBezTo>
                  <a:lnTo>
                    <a:pt x="161104" y="17736"/>
                  </a:lnTo>
                  <a:cubicBezTo>
                    <a:pt x="162582" y="18475"/>
                    <a:pt x="162582" y="19214"/>
                    <a:pt x="161843" y="20692"/>
                  </a:cubicBezTo>
                  <a:lnTo>
                    <a:pt x="153714" y="37689"/>
                  </a:lnTo>
                  <a:cubicBezTo>
                    <a:pt x="158665" y="41628"/>
                    <a:pt x="163099" y="46062"/>
                    <a:pt x="167016" y="50992"/>
                  </a:cubicBezTo>
                  <a:lnTo>
                    <a:pt x="184013" y="42862"/>
                  </a:lnTo>
                  <a:cubicBezTo>
                    <a:pt x="185491" y="42123"/>
                    <a:pt x="186230" y="42123"/>
                    <a:pt x="186970" y="43601"/>
                  </a:cubicBezTo>
                  <a:lnTo>
                    <a:pt x="195837" y="58382"/>
                  </a:lnTo>
                  <a:cubicBezTo>
                    <a:pt x="195837" y="59121"/>
                    <a:pt x="195837" y="60599"/>
                    <a:pt x="195098" y="61338"/>
                  </a:cubicBezTo>
                  <a:lnTo>
                    <a:pt x="179579" y="72423"/>
                  </a:lnTo>
                  <a:cubicBezTo>
                    <a:pt x="181574" y="77840"/>
                    <a:pt x="183053" y="83752"/>
                    <a:pt x="184013" y="90159"/>
                  </a:cubicBezTo>
                  <a:lnTo>
                    <a:pt x="203227" y="91637"/>
                  </a:lnTo>
                  <a:cubicBezTo>
                    <a:pt x="203966" y="91637"/>
                    <a:pt x="204705" y="92376"/>
                    <a:pt x="204705" y="93854"/>
                  </a:cubicBezTo>
                  <a:lnTo>
                    <a:pt x="204705" y="110851"/>
                  </a:lnTo>
                  <a:cubicBezTo>
                    <a:pt x="204705" y="112329"/>
                    <a:pt x="203966" y="113068"/>
                    <a:pt x="203227" y="113068"/>
                  </a:cubicBezTo>
                  <a:lnTo>
                    <a:pt x="184013" y="114546"/>
                  </a:lnTo>
                  <a:cubicBezTo>
                    <a:pt x="183053" y="120954"/>
                    <a:pt x="181574" y="126866"/>
                    <a:pt x="179579" y="132283"/>
                  </a:cubicBezTo>
                  <a:lnTo>
                    <a:pt x="195098" y="143368"/>
                  </a:lnTo>
                  <a:cubicBezTo>
                    <a:pt x="195837" y="144107"/>
                    <a:pt x="195837" y="144846"/>
                    <a:pt x="195837" y="145585"/>
                  </a:cubicBezTo>
                  <a:lnTo>
                    <a:pt x="186970" y="161104"/>
                  </a:lnTo>
                  <a:cubicBezTo>
                    <a:pt x="186230" y="161843"/>
                    <a:pt x="185491" y="162582"/>
                    <a:pt x="184013" y="161843"/>
                  </a:cubicBezTo>
                  <a:lnTo>
                    <a:pt x="167016" y="153714"/>
                  </a:lnTo>
                  <a:cubicBezTo>
                    <a:pt x="163099" y="158643"/>
                    <a:pt x="158665" y="163077"/>
                    <a:pt x="153714" y="167016"/>
                  </a:cubicBezTo>
                  <a:lnTo>
                    <a:pt x="161843" y="184013"/>
                  </a:lnTo>
                  <a:cubicBezTo>
                    <a:pt x="162582" y="184752"/>
                    <a:pt x="162582" y="186230"/>
                    <a:pt x="161104" y="186969"/>
                  </a:cubicBezTo>
                  <a:lnTo>
                    <a:pt x="146324" y="195098"/>
                  </a:lnTo>
                  <a:cubicBezTo>
                    <a:pt x="145584" y="195837"/>
                    <a:pt x="144107" y="195837"/>
                    <a:pt x="143368" y="195098"/>
                  </a:cubicBezTo>
                  <a:lnTo>
                    <a:pt x="132283" y="178840"/>
                  </a:lnTo>
                  <a:cubicBezTo>
                    <a:pt x="126888" y="181301"/>
                    <a:pt x="120976" y="183030"/>
                    <a:pt x="114546" y="184013"/>
                  </a:cubicBezTo>
                  <a:lnTo>
                    <a:pt x="113069" y="203227"/>
                  </a:lnTo>
                  <a:cubicBezTo>
                    <a:pt x="113069" y="203966"/>
                    <a:pt x="112329" y="204705"/>
                    <a:pt x="111590" y="204705"/>
                  </a:cubicBezTo>
                  <a:lnTo>
                    <a:pt x="93854" y="204705"/>
                  </a:lnTo>
                  <a:cubicBezTo>
                    <a:pt x="92376" y="204705"/>
                    <a:pt x="91637" y="203966"/>
                    <a:pt x="91637" y="203227"/>
                  </a:cubicBezTo>
                  <a:lnTo>
                    <a:pt x="90159" y="184013"/>
                  </a:lnTo>
                  <a:cubicBezTo>
                    <a:pt x="83729" y="183030"/>
                    <a:pt x="77818" y="181301"/>
                    <a:pt x="72423" y="178840"/>
                  </a:cubicBezTo>
                  <a:lnTo>
                    <a:pt x="61338" y="195098"/>
                  </a:lnTo>
                  <a:cubicBezTo>
                    <a:pt x="60598" y="195837"/>
                    <a:pt x="59860" y="195837"/>
                    <a:pt x="59121" y="195098"/>
                  </a:cubicBezTo>
                  <a:lnTo>
                    <a:pt x="43602" y="186969"/>
                  </a:lnTo>
                  <a:cubicBezTo>
                    <a:pt x="42863" y="186230"/>
                    <a:pt x="42123" y="184752"/>
                    <a:pt x="42863" y="184013"/>
                  </a:cubicBezTo>
                  <a:lnTo>
                    <a:pt x="50992" y="167016"/>
                  </a:lnTo>
                  <a:cubicBezTo>
                    <a:pt x="46040" y="163077"/>
                    <a:pt x="41606" y="158643"/>
                    <a:pt x="37689" y="153714"/>
                  </a:cubicBezTo>
                  <a:lnTo>
                    <a:pt x="20693" y="161843"/>
                  </a:lnTo>
                  <a:cubicBezTo>
                    <a:pt x="19953" y="162582"/>
                    <a:pt x="18475" y="161843"/>
                    <a:pt x="17736" y="161104"/>
                  </a:cubicBezTo>
                  <a:lnTo>
                    <a:pt x="9607" y="145585"/>
                  </a:lnTo>
                  <a:cubicBezTo>
                    <a:pt x="8868" y="144846"/>
                    <a:pt x="8868" y="144107"/>
                    <a:pt x="9607" y="143368"/>
                  </a:cubicBezTo>
                  <a:lnTo>
                    <a:pt x="25865" y="132283"/>
                  </a:lnTo>
                  <a:cubicBezTo>
                    <a:pt x="23427" y="126866"/>
                    <a:pt x="21653" y="120954"/>
                    <a:pt x="20693" y="114546"/>
                  </a:cubicBezTo>
                  <a:lnTo>
                    <a:pt x="1478" y="113068"/>
                  </a:lnTo>
                  <a:cubicBezTo>
                    <a:pt x="739" y="113068"/>
                    <a:pt x="0" y="112329"/>
                    <a:pt x="0" y="110851"/>
                  </a:cubicBezTo>
                  <a:lnTo>
                    <a:pt x="0" y="93854"/>
                  </a:lnTo>
                  <a:cubicBezTo>
                    <a:pt x="0" y="92376"/>
                    <a:pt x="739" y="91637"/>
                    <a:pt x="2217" y="91637"/>
                  </a:cubicBezTo>
                  <a:lnTo>
                    <a:pt x="20693" y="90159"/>
                  </a:lnTo>
                  <a:cubicBezTo>
                    <a:pt x="21653" y="83752"/>
                    <a:pt x="23427" y="77840"/>
                    <a:pt x="25865" y="72423"/>
                  </a:cubicBezTo>
                  <a:lnTo>
                    <a:pt x="9607" y="61338"/>
                  </a:lnTo>
                  <a:cubicBezTo>
                    <a:pt x="8868" y="60599"/>
                    <a:pt x="8868" y="59121"/>
                    <a:pt x="9607" y="58382"/>
                  </a:cubicBezTo>
                  <a:lnTo>
                    <a:pt x="17736" y="43601"/>
                  </a:lnTo>
                  <a:cubicBezTo>
                    <a:pt x="18475" y="42123"/>
                    <a:pt x="19953" y="42123"/>
                    <a:pt x="20693" y="42862"/>
                  </a:cubicBezTo>
                  <a:lnTo>
                    <a:pt x="37689" y="50992"/>
                  </a:lnTo>
                  <a:cubicBezTo>
                    <a:pt x="41606" y="46062"/>
                    <a:pt x="46040" y="41628"/>
                    <a:pt x="50992" y="37689"/>
                  </a:cubicBezTo>
                  <a:lnTo>
                    <a:pt x="42863" y="20692"/>
                  </a:lnTo>
                  <a:cubicBezTo>
                    <a:pt x="42123" y="19214"/>
                    <a:pt x="42863" y="18475"/>
                    <a:pt x="43602" y="17736"/>
                  </a:cubicBezTo>
                  <a:lnTo>
                    <a:pt x="59121" y="8868"/>
                  </a:lnTo>
                  <a:cubicBezTo>
                    <a:pt x="59860" y="8868"/>
                    <a:pt x="60598" y="8868"/>
                    <a:pt x="61338" y="9607"/>
                  </a:cubicBezTo>
                  <a:lnTo>
                    <a:pt x="72423" y="25126"/>
                  </a:lnTo>
                  <a:cubicBezTo>
                    <a:pt x="77818" y="23153"/>
                    <a:pt x="83729" y="21675"/>
                    <a:pt x="90159" y="20692"/>
                  </a:cubicBezTo>
                  <a:lnTo>
                    <a:pt x="91637" y="1478"/>
                  </a:lnTo>
                  <a:cubicBezTo>
                    <a:pt x="91637" y="739"/>
                    <a:pt x="92376" y="0"/>
                    <a:pt x="93854" y="0"/>
                  </a:cubicBezTo>
                  <a:lnTo>
                    <a:pt x="111590" y="0"/>
                  </a:lnTo>
                  <a:cubicBezTo>
                    <a:pt x="112329" y="0"/>
                    <a:pt x="113069" y="739"/>
                    <a:pt x="113069" y="1478"/>
                  </a:cubicBezTo>
                  <a:close/>
                  <a:moveTo>
                    <a:pt x="65772" y="101983"/>
                  </a:moveTo>
                  <a:cubicBezTo>
                    <a:pt x="65772" y="122675"/>
                    <a:pt x="82769" y="138934"/>
                    <a:pt x="102722" y="138934"/>
                  </a:cubicBezTo>
                  <a:cubicBezTo>
                    <a:pt x="122675" y="138934"/>
                    <a:pt x="138934" y="122675"/>
                    <a:pt x="138934" y="101983"/>
                  </a:cubicBezTo>
                  <a:cubicBezTo>
                    <a:pt x="138934" y="82030"/>
                    <a:pt x="122675" y="65772"/>
                    <a:pt x="102722" y="65772"/>
                  </a:cubicBezTo>
                  <a:cubicBezTo>
                    <a:pt x="82769" y="65772"/>
                    <a:pt x="65772" y="82030"/>
                    <a:pt x="65772" y="101983"/>
                  </a:cubicBezTo>
                  <a:close/>
                </a:path>
              </a:pathLst>
            </a:custGeom>
            <a:solidFill>
              <a:srgbClr val="3091D8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42984C47-B664-4E44-A918-E41499B1941E}"/>
                </a:ext>
              </a:extLst>
            </p:cNvPr>
            <p:cNvSpPr/>
            <p:nvPr/>
          </p:nvSpPr>
          <p:spPr>
            <a:xfrm>
              <a:off x="7565730" y="4554295"/>
              <a:ext cx="113623" cy="113923"/>
            </a:xfrm>
            <a:custGeom>
              <a:avLst/>
              <a:gdLst>
                <a:gd name="connsiteX0" fmla="*/ 7667 w 113623"/>
                <a:gd name="connsiteY0" fmla="*/ 28879 h 113923"/>
                <a:gd name="connsiteX1" fmla="*/ 42401 w 113623"/>
                <a:gd name="connsiteY1" fmla="*/ 2275 h 113923"/>
                <a:gd name="connsiteX2" fmla="*/ 85263 w 113623"/>
                <a:gd name="connsiteY2" fmla="*/ 7448 h 113923"/>
                <a:gd name="connsiteX3" fmla="*/ 111868 w 113623"/>
                <a:gd name="connsiteY3" fmla="*/ 42182 h 113923"/>
                <a:gd name="connsiteX4" fmla="*/ 105955 w 113623"/>
                <a:gd name="connsiteY4" fmla="*/ 85044 h 113923"/>
                <a:gd name="connsiteX5" fmla="*/ 71961 w 113623"/>
                <a:gd name="connsiteY5" fmla="*/ 111648 h 113923"/>
                <a:gd name="connsiteX6" fmla="*/ 28360 w 113623"/>
                <a:gd name="connsiteY6" fmla="*/ 106475 h 113923"/>
                <a:gd name="connsiteX7" fmla="*/ 1755 w 113623"/>
                <a:gd name="connsiteY7" fmla="*/ 71742 h 113923"/>
                <a:gd name="connsiteX8" fmla="*/ 7667 w 113623"/>
                <a:gd name="connsiteY8" fmla="*/ 28879 h 113923"/>
                <a:gd name="connsiteX9" fmla="*/ 46096 w 113623"/>
                <a:gd name="connsiteY9" fmla="*/ 15577 h 113923"/>
                <a:gd name="connsiteX10" fmla="*/ 19492 w 113623"/>
                <a:gd name="connsiteY10" fmla="*/ 35531 h 113923"/>
                <a:gd name="connsiteX11" fmla="*/ 15797 w 113623"/>
                <a:gd name="connsiteY11" fmla="*/ 68047 h 113923"/>
                <a:gd name="connsiteX12" fmla="*/ 35750 w 113623"/>
                <a:gd name="connsiteY12" fmla="*/ 93912 h 113923"/>
                <a:gd name="connsiteX13" fmla="*/ 68266 w 113623"/>
                <a:gd name="connsiteY13" fmla="*/ 98346 h 113923"/>
                <a:gd name="connsiteX14" fmla="*/ 94132 w 113623"/>
                <a:gd name="connsiteY14" fmla="*/ 78393 h 113923"/>
                <a:gd name="connsiteX15" fmla="*/ 98565 w 113623"/>
                <a:gd name="connsiteY15" fmla="*/ 45877 h 113923"/>
                <a:gd name="connsiteX16" fmla="*/ 78613 w 113623"/>
                <a:gd name="connsiteY16" fmla="*/ 20011 h 113923"/>
                <a:gd name="connsiteX17" fmla="*/ 46096 w 113623"/>
                <a:gd name="connsiteY17" fmla="*/ 15577 h 113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3623" h="113923">
                  <a:moveTo>
                    <a:pt x="7667" y="28879"/>
                  </a:moveTo>
                  <a:cubicBezTo>
                    <a:pt x="15057" y="15577"/>
                    <a:pt x="27621" y="5970"/>
                    <a:pt x="42401" y="2275"/>
                  </a:cubicBezTo>
                  <a:cubicBezTo>
                    <a:pt x="57181" y="-2159"/>
                    <a:pt x="71961" y="58"/>
                    <a:pt x="85263" y="7448"/>
                  </a:cubicBezTo>
                  <a:cubicBezTo>
                    <a:pt x="98565" y="15577"/>
                    <a:pt x="108173" y="27401"/>
                    <a:pt x="111868" y="42182"/>
                  </a:cubicBezTo>
                  <a:cubicBezTo>
                    <a:pt x="115563" y="56962"/>
                    <a:pt x="113346" y="72481"/>
                    <a:pt x="105955" y="85044"/>
                  </a:cubicBezTo>
                  <a:cubicBezTo>
                    <a:pt x="98565" y="98346"/>
                    <a:pt x="86003" y="107953"/>
                    <a:pt x="71961" y="111648"/>
                  </a:cubicBezTo>
                  <a:cubicBezTo>
                    <a:pt x="57181" y="116082"/>
                    <a:pt x="41662" y="113865"/>
                    <a:pt x="28360" y="106475"/>
                  </a:cubicBezTo>
                  <a:cubicBezTo>
                    <a:pt x="15797" y="98346"/>
                    <a:pt x="6189" y="86522"/>
                    <a:pt x="1755" y="71742"/>
                  </a:cubicBezTo>
                  <a:cubicBezTo>
                    <a:pt x="-1940" y="56962"/>
                    <a:pt x="277" y="41442"/>
                    <a:pt x="7667" y="28879"/>
                  </a:cubicBezTo>
                  <a:close/>
                  <a:moveTo>
                    <a:pt x="46096" y="15577"/>
                  </a:moveTo>
                  <a:cubicBezTo>
                    <a:pt x="35011" y="18533"/>
                    <a:pt x="25403" y="25923"/>
                    <a:pt x="19492" y="35531"/>
                  </a:cubicBezTo>
                  <a:cubicBezTo>
                    <a:pt x="14318" y="45138"/>
                    <a:pt x="12841" y="56962"/>
                    <a:pt x="15797" y="68047"/>
                  </a:cubicBezTo>
                  <a:cubicBezTo>
                    <a:pt x="18752" y="79132"/>
                    <a:pt x="25403" y="88739"/>
                    <a:pt x="35750" y="93912"/>
                  </a:cubicBezTo>
                  <a:cubicBezTo>
                    <a:pt x="45357" y="99824"/>
                    <a:pt x="57181" y="101302"/>
                    <a:pt x="68266" y="98346"/>
                  </a:cubicBezTo>
                  <a:cubicBezTo>
                    <a:pt x="79351" y="95390"/>
                    <a:pt x="88219" y="88000"/>
                    <a:pt x="94132" y="78393"/>
                  </a:cubicBezTo>
                  <a:cubicBezTo>
                    <a:pt x="100043" y="68786"/>
                    <a:pt x="101522" y="56962"/>
                    <a:pt x="98565" y="45877"/>
                  </a:cubicBezTo>
                  <a:cubicBezTo>
                    <a:pt x="95609" y="34791"/>
                    <a:pt x="88219" y="25184"/>
                    <a:pt x="78613" y="20011"/>
                  </a:cubicBezTo>
                  <a:cubicBezTo>
                    <a:pt x="68266" y="14099"/>
                    <a:pt x="57181" y="12621"/>
                    <a:pt x="46096" y="15577"/>
                  </a:cubicBezTo>
                  <a:close/>
                </a:path>
              </a:pathLst>
            </a:custGeom>
            <a:solidFill>
              <a:srgbClr val="1369B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E4C2D211-6628-853D-5D34-193A16FFCE36}"/>
                </a:ext>
              </a:extLst>
            </p:cNvPr>
            <p:cNvSpPr/>
            <p:nvPr/>
          </p:nvSpPr>
          <p:spPr>
            <a:xfrm>
              <a:off x="7566746" y="4554353"/>
              <a:ext cx="111590" cy="111590"/>
            </a:xfrm>
            <a:custGeom>
              <a:avLst/>
              <a:gdLst>
                <a:gd name="connsiteX0" fmla="*/ 56164 w 111590"/>
                <a:gd name="connsiteY0" fmla="*/ 0 h 111590"/>
                <a:gd name="connsiteX1" fmla="*/ 95331 w 111590"/>
                <a:gd name="connsiteY1" fmla="*/ 16258 h 111590"/>
                <a:gd name="connsiteX2" fmla="*/ 111590 w 111590"/>
                <a:gd name="connsiteY2" fmla="*/ 55426 h 111590"/>
                <a:gd name="connsiteX3" fmla="*/ 95331 w 111590"/>
                <a:gd name="connsiteY3" fmla="*/ 95332 h 111590"/>
                <a:gd name="connsiteX4" fmla="*/ 56164 w 111590"/>
                <a:gd name="connsiteY4" fmla="*/ 111590 h 111590"/>
                <a:gd name="connsiteX5" fmla="*/ 16258 w 111590"/>
                <a:gd name="connsiteY5" fmla="*/ 95332 h 111590"/>
                <a:gd name="connsiteX6" fmla="*/ 0 w 111590"/>
                <a:gd name="connsiteY6" fmla="*/ 55426 h 111590"/>
                <a:gd name="connsiteX7" fmla="*/ 16258 w 111590"/>
                <a:gd name="connsiteY7" fmla="*/ 16258 h 111590"/>
                <a:gd name="connsiteX8" fmla="*/ 56164 w 111590"/>
                <a:gd name="connsiteY8" fmla="*/ 0 h 111590"/>
                <a:gd name="connsiteX9" fmla="*/ 87202 w 111590"/>
                <a:gd name="connsiteY9" fmla="*/ 24387 h 111590"/>
                <a:gd name="connsiteX10" fmla="*/ 56164 w 111590"/>
                <a:gd name="connsiteY10" fmla="*/ 11824 h 111590"/>
                <a:gd name="connsiteX11" fmla="*/ 25126 w 111590"/>
                <a:gd name="connsiteY11" fmla="*/ 24387 h 111590"/>
                <a:gd name="connsiteX12" fmla="*/ 12563 w 111590"/>
                <a:gd name="connsiteY12" fmla="*/ 55426 h 111590"/>
                <a:gd name="connsiteX13" fmla="*/ 25126 w 111590"/>
                <a:gd name="connsiteY13" fmla="*/ 86464 h 111590"/>
                <a:gd name="connsiteX14" fmla="*/ 56164 w 111590"/>
                <a:gd name="connsiteY14" fmla="*/ 99766 h 111590"/>
                <a:gd name="connsiteX15" fmla="*/ 87202 w 111590"/>
                <a:gd name="connsiteY15" fmla="*/ 86464 h 111590"/>
                <a:gd name="connsiteX16" fmla="*/ 99766 w 111590"/>
                <a:gd name="connsiteY16" fmla="*/ 55426 h 111590"/>
                <a:gd name="connsiteX17" fmla="*/ 87202 w 111590"/>
                <a:gd name="connsiteY17" fmla="*/ 24387 h 11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1590" h="111590">
                  <a:moveTo>
                    <a:pt x="56164" y="0"/>
                  </a:moveTo>
                  <a:cubicBezTo>
                    <a:pt x="71683" y="0"/>
                    <a:pt x="85725" y="5912"/>
                    <a:pt x="95331" y="16258"/>
                  </a:cubicBezTo>
                  <a:cubicBezTo>
                    <a:pt x="105678" y="25865"/>
                    <a:pt x="111590" y="39906"/>
                    <a:pt x="111590" y="55426"/>
                  </a:cubicBezTo>
                  <a:cubicBezTo>
                    <a:pt x="111590" y="70945"/>
                    <a:pt x="105678" y="84986"/>
                    <a:pt x="95331" y="95332"/>
                  </a:cubicBezTo>
                  <a:cubicBezTo>
                    <a:pt x="85725" y="105678"/>
                    <a:pt x="71683" y="111590"/>
                    <a:pt x="56164" y="111590"/>
                  </a:cubicBezTo>
                  <a:cubicBezTo>
                    <a:pt x="40645" y="111590"/>
                    <a:pt x="26604" y="105678"/>
                    <a:pt x="16258" y="95332"/>
                  </a:cubicBezTo>
                  <a:cubicBezTo>
                    <a:pt x="5912" y="84986"/>
                    <a:pt x="0" y="70945"/>
                    <a:pt x="0" y="55426"/>
                  </a:cubicBezTo>
                  <a:cubicBezTo>
                    <a:pt x="0" y="39906"/>
                    <a:pt x="5912" y="25865"/>
                    <a:pt x="16258" y="16258"/>
                  </a:cubicBezTo>
                  <a:cubicBezTo>
                    <a:pt x="26604" y="5912"/>
                    <a:pt x="40645" y="0"/>
                    <a:pt x="56164" y="0"/>
                  </a:cubicBezTo>
                  <a:close/>
                  <a:moveTo>
                    <a:pt x="87202" y="24387"/>
                  </a:moveTo>
                  <a:cubicBezTo>
                    <a:pt x="79074" y="16997"/>
                    <a:pt x="67988" y="11824"/>
                    <a:pt x="56164" y="11824"/>
                  </a:cubicBezTo>
                  <a:cubicBezTo>
                    <a:pt x="43601" y="11824"/>
                    <a:pt x="33255" y="16997"/>
                    <a:pt x="25126" y="24387"/>
                  </a:cubicBezTo>
                  <a:cubicBezTo>
                    <a:pt x="16997" y="32516"/>
                    <a:pt x="12563" y="43601"/>
                    <a:pt x="12563" y="55426"/>
                  </a:cubicBezTo>
                  <a:cubicBezTo>
                    <a:pt x="12563" y="67989"/>
                    <a:pt x="16997" y="78335"/>
                    <a:pt x="25126" y="86464"/>
                  </a:cubicBezTo>
                  <a:cubicBezTo>
                    <a:pt x="33255" y="94593"/>
                    <a:pt x="43601" y="99766"/>
                    <a:pt x="56164" y="99766"/>
                  </a:cubicBezTo>
                  <a:cubicBezTo>
                    <a:pt x="67988" y="99766"/>
                    <a:pt x="79074" y="94593"/>
                    <a:pt x="87202" y="86464"/>
                  </a:cubicBezTo>
                  <a:cubicBezTo>
                    <a:pt x="94593" y="78335"/>
                    <a:pt x="99766" y="67989"/>
                    <a:pt x="99766" y="55426"/>
                  </a:cubicBezTo>
                  <a:cubicBezTo>
                    <a:pt x="99766" y="43601"/>
                    <a:pt x="94593" y="32516"/>
                    <a:pt x="87202" y="24387"/>
                  </a:cubicBezTo>
                  <a:close/>
                </a:path>
              </a:pathLst>
            </a:custGeom>
            <a:solidFill>
              <a:srgbClr val="5CB2E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48DD31D6-5929-B5E8-5009-0269075E5262}"/>
                </a:ext>
              </a:extLst>
            </p:cNvPr>
            <p:cNvSpPr/>
            <p:nvPr/>
          </p:nvSpPr>
          <p:spPr>
            <a:xfrm>
              <a:off x="7586042" y="4573649"/>
              <a:ext cx="72997" cy="72997"/>
            </a:xfrm>
            <a:custGeom>
              <a:avLst/>
              <a:gdLst>
                <a:gd name="connsiteX0" fmla="*/ 5091 w 72997"/>
                <a:gd name="connsiteY0" fmla="*/ 18393 h 72997"/>
                <a:gd name="connsiteX1" fmla="*/ 54605 w 72997"/>
                <a:gd name="connsiteY1" fmla="*/ 5091 h 72997"/>
                <a:gd name="connsiteX2" fmla="*/ 67907 w 72997"/>
                <a:gd name="connsiteY2" fmla="*/ 54604 h 72997"/>
                <a:gd name="connsiteX3" fmla="*/ 18393 w 72997"/>
                <a:gd name="connsiteY3" fmla="*/ 67907 h 72997"/>
                <a:gd name="connsiteX4" fmla="*/ 5091 w 72997"/>
                <a:gd name="connsiteY4" fmla="*/ 18393 h 72997"/>
                <a:gd name="connsiteX5" fmla="*/ 71602 w 72997"/>
                <a:gd name="connsiteY5" fmla="*/ 36129 h 72997"/>
                <a:gd name="connsiteX6" fmla="*/ 36869 w 72997"/>
                <a:gd name="connsiteY6" fmla="*/ 1396 h 72997"/>
                <a:gd name="connsiteX7" fmla="*/ 1396 w 72997"/>
                <a:gd name="connsiteY7" fmla="*/ 36129 h 72997"/>
                <a:gd name="connsiteX8" fmla="*/ 36869 w 72997"/>
                <a:gd name="connsiteY8" fmla="*/ 71602 h 72997"/>
                <a:gd name="connsiteX9" fmla="*/ 71602 w 72997"/>
                <a:gd name="connsiteY9" fmla="*/ 36129 h 72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997" h="72997">
                  <a:moveTo>
                    <a:pt x="5091" y="18393"/>
                  </a:moveTo>
                  <a:cubicBezTo>
                    <a:pt x="15437" y="657"/>
                    <a:pt x="37608" y="-5255"/>
                    <a:pt x="54605" y="5091"/>
                  </a:cubicBezTo>
                  <a:cubicBezTo>
                    <a:pt x="72341" y="14698"/>
                    <a:pt x="78253" y="36868"/>
                    <a:pt x="67907" y="54604"/>
                  </a:cubicBezTo>
                  <a:cubicBezTo>
                    <a:pt x="58300" y="72341"/>
                    <a:pt x="36130" y="78253"/>
                    <a:pt x="18393" y="67907"/>
                  </a:cubicBezTo>
                  <a:cubicBezTo>
                    <a:pt x="657" y="57560"/>
                    <a:pt x="-5255" y="35390"/>
                    <a:pt x="5091" y="18393"/>
                  </a:cubicBezTo>
                  <a:close/>
                  <a:moveTo>
                    <a:pt x="71602" y="36129"/>
                  </a:moveTo>
                  <a:cubicBezTo>
                    <a:pt x="71602" y="16915"/>
                    <a:pt x="56083" y="1396"/>
                    <a:pt x="36869" y="1396"/>
                  </a:cubicBezTo>
                  <a:cubicBezTo>
                    <a:pt x="16915" y="1396"/>
                    <a:pt x="1396" y="16915"/>
                    <a:pt x="1396" y="36129"/>
                  </a:cubicBezTo>
                  <a:cubicBezTo>
                    <a:pt x="1396" y="56083"/>
                    <a:pt x="16915" y="71602"/>
                    <a:pt x="36869" y="71602"/>
                  </a:cubicBezTo>
                  <a:cubicBezTo>
                    <a:pt x="56083" y="71602"/>
                    <a:pt x="71602" y="56083"/>
                    <a:pt x="71602" y="36129"/>
                  </a:cubicBezTo>
                  <a:close/>
                </a:path>
              </a:pathLst>
            </a:custGeom>
            <a:solidFill>
              <a:srgbClr val="1369B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C06BF9E1-01E2-21C4-F945-149AD052096C}"/>
                </a:ext>
              </a:extLst>
            </p:cNvPr>
            <p:cNvSpPr/>
            <p:nvPr/>
          </p:nvSpPr>
          <p:spPr>
            <a:xfrm>
              <a:off x="5532994" y="3153192"/>
              <a:ext cx="1620646" cy="1762535"/>
            </a:xfrm>
            <a:custGeom>
              <a:avLst/>
              <a:gdLst>
                <a:gd name="connsiteX0" fmla="*/ 1614734 w 1620646"/>
                <a:gd name="connsiteY0" fmla="*/ 528391 h 1762535"/>
                <a:gd name="connsiteX1" fmla="*/ 875725 w 1620646"/>
                <a:gd name="connsiteY1" fmla="*/ 1724846 h 1762535"/>
                <a:gd name="connsiteX2" fmla="*/ 810693 w 1620646"/>
                <a:gd name="connsiteY2" fmla="*/ 1762536 h 1762535"/>
                <a:gd name="connsiteX3" fmla="*/ 744921 w 1620646"/>
                <a:gd name="connsiteY3" fmla="*/ 1724846 h 1762535"/>
                <a:gd name="connsiteX4" fmla="*/ 5912 w 1620646"/>
                <a:gd name="connsiteY4" fmla="*/ 528391 h 1762535"/>
                <a:gd name="connsiteX5" fmla="*/ 0 w 1620646"/>
                <a:gd name="connsiteY5" fmla="*/ 405716 h 1762535"/>
                <a:gd name="connsiteX6" fmla="*/ 121936 w 1620646"/>
                <a:gd name="connsiteY6" fmla="*/ 390936 h 1762535"/>
                <a:gd name="connsiteX7" fmla="*/ 713883 w 1620646"/>
                <a:gd name="connsiteY7" fmla="*/ 104200 h 1762535"/>
                <a:gd name="connsiteX8" fmla="*/ 810693 w 1620646"/>
                <a:gd name="connsiteY8" fmla="*/ 0 h 1762535"/>
                <a:gd name="connsiteX9" fmla="*/ 907503 w 1620646"/>
                <a:gd name="connsiteY9" fmla="*/ 104200 h 1762535"/>
                <a:gd name="connsiteX10" fmla="*/ 1498710 w 1620646"/>
                <a:gd name="connsiteY10" fmla="*/ 390936 h 1762535"/>
                <a:gd name="connsiteX11" fmla="*/ 1620646 w 1620646"/>
                <a:gd name="connsiteY11" fmla="*/ 405716 h 1762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20646" h="1762535">
                  <a:moveTo>
                    <a:pt x="1614734" y="528391"/>
                  </a:moveTo>
                  <a:cubicBezTo>
                    <a:pt x="1588869" y="1027222"/>
                    <a:pt x="1310263" y="1478017"/>
                    <a:pt x="875725" y="1724846"/>
                  </a:cubicBezTo>
                  <a:lnTo>
                    <a:pt x="810693" y="1762536"/>
                  </a:lnTo>
                  <a:lnTo>
                    <a:pt x="744921" y="1724846"/>
                  </a:lnTo>
                  <a:cubicBezTo>
                    <a:pt x="311123" y="1478017"/>
                    <a:pt x="31778" y="1027222"/>
                    <a:pt x="5912" y="528391"/>
                  </a:cubicBezTo>
                  <a:lnTo>
                    <a:pt x="0" y="405716"/>
                  </a:lnTo>
                  <a:lnTo>
                    <a:pt x="121936" y="390936"/>
                  </a:lnTo>
                  <a:cubicBezTo>
                    <a:pt x="342161" y="363592"/>
                    <a:pt x="560908" y="268260"/>
                    <a:pt x="713883" y="104200"/>
                  </a:cubicBezTo>
                  <a:lnTo>
                    <a:pt x="810693" y="0"/>
                  </a:lnTo>
                  <a:lnTo>
                    <a:pt x="907503" y="104200"/>
                  </a:lnTo>
                  <a:cubicBezTo>
                    <a:pt x="1059739" y="268260"/>
                    <a:pt x="1278485" y="363592"/>
                    <a:pt x="1498710" y="390936"/>
                  </a:cubicBezTo>
                  <a:lnTo>
                    <a:pt x="1620646" y="405716"/>
                  </a:lnTo>
                  <a:close/>
                </a:path>
              </a:pathLst>
            </a:custGeom>
            <a:solidFill>
              <a:srgbClr val="A67DF5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44250EEC-F197-FF05-A552-15FE85BF8AD5}"/>
                </a:ext>
              </a:extLst>
            </p:cNvPr>
            <p:cNvSpPr/>
            <p:nvPr/>
          </p:nvSpPr>
          <p:spPr>
            <a:xfrm>
              <a:off x="5541862" y="3165755"/>
              <a:ext cx="801824" cy="1739626"/>
            </a:xfrm>
            <a:custGeom>
              <a:avLst/>
              <a:gdLst>
                <a:gd name="connsiteX0" fmla="*/ 801824 w 801824"/>
                <a:gd name="connsiteY0" fmla="*/ 1739627 h 1739626"/>
                <a:gd name="connsiteX1" fmla="*/ 740487 w 801824"/>
                <a:gd name="connsiteY1" fmla="*/ 1704893 h 1739626"/>
                <a:gd name="connsiteX2" fmla="*/ 5912 w 801824"/>
                <a:gd name="connsiteY2" fmla="*/ 515089 h 1739626"/>
                <a:gd name="connsiteX3" fmla="*/ 0 w 801824"/>
                <a:gd name="connsiteY3" fmla="*/ 400543 h 1739626"/>
                <a:gd name="connsiteX4" fmla="*/ 113808 w 801824"/>
                <a:gd name="connsiteY4" fmla="*/ 386501 h 1739626"/>
                <a:gd name="connsiteX5" fmla="*/ 710926 w 801824"/>
                <a:gd name="connsiteY5" fmla="*/ 97549 h 1739626"/>
                <a:gd name="connsiteX6" fmla="*/ 801824 w 801824"/>
                <a:gd name="connsiteY6" fmla="*/ 0 h 1739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1824" h="1739626">
                  <a:moveTo>
                    <a:pt x="801824" y="1739627"/>
                  </a:moveTo>
                  <a:lnTo>
                    <a:pt x="740487" y="1704893"/>
                  </a:lnTo>
                  <a:cubicBezTo>
                    <a:pt x="308906" y="1459542"/>
                    <a:pt x="31038" y="1011703"/>
                    <a:pt x="5912" y="515089"/>
                  </a:cubicBezTo>
                  <a:lnTo>
                    <a:pt x="0" y="400543"/>
                  </a:lnTo>
                  <a:lnTo>
                    <a:pt x="113808" y="386501"/>
                  </a:lnTo>
                  <a:cubicBezTo>
                    <a:pt x="336249" y="359158"/>
                    <a:pt x="557213" y="263087"/>
                    <a:pt x="710926" y="97549"/>
                  </a:cubicBezTo>
                  <a:lnTo>
                    <a:pt x="801824" y="0"/>
                  </a:lnTo>
                  <a:close/>
                </a:path>
              </a:pathLst>
            </a:custGeom>
            <a:solidFill>
              <a:srgbClr val="FFFF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A225C55-1E5A-F870-8367-A91C8E532838}"/>
                </a:ext>
              </a:extLst>
            </p:cNvPr>
            <p:cNvSpPr/>
            <p:nvPr/>
          </p:nvSpPr>
          <p:spPr>
            <a:xfrm>
              <a:off x="6343686" y="3165755"/>
              <a:ext cx="801085" cy="1739626"/>
            </a:xfrm>
            <a:custGeom>
              <a:avLst/>
              <a:gdLst>
                <a:gd name="connsiteX0" fmla="*/ 795174 w 801085"/>
                <a:gd name="connsiteY0" fmla="*/ 515089 h 1739626"/>
                <a:gd name="connsiteX1" fmla="*/ 60599 w 801085"/>
                <a:gd name="connsiteY1" fmla="*/ 1704893 h 1739626"/>
                <a:gd name="connsiteX2" fmla="*/ 0 w 801085"/>
                <a:gd name="connsiteY2" fmla="*/ 1739627 h 1739626"/>
                <a:gd name="connsiteX3" fmla="*/ 0 w 801085"/>
                <a:gd name="connsiteY3" fmla="*/ 0 h 1739626"/>
                <a:gd name="connsiteX4" fmla="*/ 90159 w 801085"/>
                <a:gd name="connsiteY4" fmla="*/ 97549 h 1739626"/>
                <a:gd name="connsiteX5" fmla="*/ 687278 w 801085"/>
                <a:gd name="connsiteY5" fmla="*/ 386501 h 1739626"/>
                <a:gd name="connsiteX6" fmla="*/ 801085 w 801085"/>
                <a:gd name="connsiteY6" fmla="*/ 400543 h 1739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1085" h="1739626">
                  <a:moveTo>
                    <a:pt x="795174" y="515089"/>
                  </a:moveTo>
                  <a:cubicBezTo>
                    <a:pt x="770047" y="1011703"/>
                    <a:pt x="492180" y="1459542"/>
                    <a:pt x="60599" y="1704893"/>
                  </a:cubicBezTo>
                  <a:lnTo>
                    <a:pt x="0" y="1739627"/>
                  </a:lnTo>
                  <a:lnTo>
                    <a:pt x="0" y="0"/>
                  </a:lnTo>
                  <a:lnTo>
                    <a:pt x="90159" y="97549"/>
                  </a:lnTo>
                  <a:cubicBezTo>
                    <a:pt x="243873" y="263087"/>
                    <a:pt x="464836" y="359158"/>
                    <a:pt x="687278" y="386501"/>
                  </a:cubicBezTo>
                  <a:lnTo>
                    <a:pt x="801085" y="400543"/>
                  </a:lnTo>
                  <a:close/>
                </a:path>
              </a:pathLst>
            </a:custGeom>
            <a:solidFill>
              <a:srgbClr val="E8DFFD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CD80DBBA-9292-533B-ED2D-75EA35AEB51F}"/>
                </a:ext>
              </a:extLst>
            </p:cNvPr>
            <p:cNvSpPr/>
            <p:nvPr/>
          </p:nvSpPr>
          <p:spPr>
            <a:xfrm>
              <a:off x="5671189" y="3346813"/>
              <a:ext cx="672497" cy="1416679"/>
            </a:xfrm>
            <a:custGeom>
              <a:avLst/>
              <a:gdLst>
                <a:gd name="connsiteX0" fmla="*/ 672498 w 672497"/>
                <a:gd name="connsiteY0" fmla="*/ 0 h 1416679"/>
                <a:gd name="connsiteX1" fmla="*/ 0 w 672497"/>
                <a:gd name="connsiteY1" fmla="*/ 328120 h 1416679"/>
                <a:gd name="connsiteX2" fmla="*/ 672498 w 672497"/>
                <a:gd name="connsiteY2" fmla="*/ 1416680 h 1416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2497" h="1416679">
                  <a:moveTo>
                    <a:pt x="672498" y="0"/>
                  </a:moveTo>
                  <a:cubicBezTo>
                    <a:pt x="512133" y="172928"/>
                    <a:pt x="273433" y="294125"/>
                    <a:pt x="0" y="328120"/>
                  </a:cubicBezTo>
                  <a:cubicBezTo>
                    <a:pt x="23648" y="795173"/>
                    <a:pt x="288213" y="1198672"/>
                    <a:pt x="672498" y="1416680"/>
                  </a:cubicBezTo>
                  <a:close/>
                </a:path>
              </a:pathLst>
            </a:custGeom>
            <a:solidFill>
              <a:srgbClr val="7433EE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AA00FB3-FBC2-8E5C-47BE-83AA648FEE77}"/>
                </a:ext>
              </a:extLst>
            </p:cNvPr>
            <p:cNvSpPr/>
            <p:nvPr/>
          </p:nvSpPr>
          <p:spPr>
            <a:xfrm>
              <a:off x="6343686" y="3346813"/>
              <a:ext cx="671758" cy="1416679"/>
            </a:xfrm>
            <a:custGeom>
              <a:avLst/>
              <a:gdLst>
                <a:gd name="connsiteX0" fmla="*/ 0 w 671758"/>
                <a:gd name="connsiteY0" fmla="*/ 0 h 1416679"/>
                <a:gd name="connsiteX1" fmla="*/ 671759 w 671758"/>
                <a:gd name="connsiteY1" fmla="*/ 328120 h 1416679"/>
                <a:gd name="connsiteX2" fmla="*/ 0 w 671758"/>
                <a:gd name="connsiteY2" fmla="*/ 1416680 h 1416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1758" h="1416679">
                  <a:moveTo>
                    <a:pt x="0" y="0"/>
                  </a:moveTo>
                  <a:cubicBezTo>
                    <a:pt x="159626" y="172928"/>
                    <a:pt x="398326" y="294125"/>
                    <a:pt x="671759" y="328120"/>
                  </a:cubicBezTo>
                  <a:cubicBezTo>
                    <a:pt x="648111" y="795173"/>
                    <a:pt x="383546" y="1198672"/>
                    <a:pt x="0" y="1416680"/>
                  </a:cubicBezTo>
                  <a:close/>
                </a:path>
              </a:pathLst>
            </a:custGeom>
            <a:solidFill>
              <a:srgbClr val="4512B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49FCFB1D-15E3-4FA4-A6B9-415215D95475}"/>
                </a:ext>
              </a:extLst>
            </p:cNvPr>
            <p:cNvSpPr/>
            <p:nvPr/>
          </p:nvSpPr>
          <p:spPr>
            <a:xfrm>
              <a:off x="6182583" y="3610639"/>
              <a:ext cx="321468" cy="318512"/>
            </a:xfrm>
            <a:custGeom>
              <a:avLst/>
              <a:gdLst>
                <a:gd name="connsiteX0" fmla="*/ 161104 w 321468"/>
                <a:gd name="connsiteY0" fmla="*/ 0 h 318512"/>
                <a:gd name="connsiteX1" fmla="*/ 274172 w 321468"/>
                <a:gd name="connsiteY1" fmla="*/ 47297 h 318512"/>
                <a:gd name="connsiteX2" fmla="*/ 321469 w 321468"/>
                <a:gd name="connsiteY2" fmla="*/ 161104 h 318512"/>
                <a:gd name="connsiteX3" fmla="*/ 321469 w 321468"/>
                <a:gd name="connsiteY3" fmla="*/ 286735 h 318512"/>
                <a:gd name="connsiteX4" fmla="*/ 289691 w 321468"/>
                <a:gd name="connsiteY4" fmla="*/ 318513 h 318512"/>
                <a:gd name="connsiteX5" fmla="*/ 31777 w 321468"/>
                <a:gd name="connsiteY5" fmla="*/ 318513 h 318512"/>
                <a:gd name="connsiteX6" fmla="*/ 0 w 321468"/>
                <a:gd name="connsiteY6" fmla="*/ 286735 h 318512"/>
                <a:gd name="connsiteX7" fmla="*/ 0 w 321468"/>
                <a:gd name="connsiteY7" fmla="*/ 161104 h 318512"/>
                <a:gd name="connsiteX8" fmla="*/ 47297 w 321468"/>
                <a:gd name="connsiteY8" fmla="*/ 47297 h 318512"/>
                <a:gd name="connsiteX9" fmla="*/ 161104 w 321468"/>
                <a:gd name="connsiteY9" fmla="*/ 0 h 318512"/>
                <a:gd name="connsiteX10" fmla="*/ 161104 w 321468"/>
                <a:gd name="connsiteY10" fmla="*/ 64294 h 318512"/>
                <a:gd name="connsiteX11" fmla="*/ 92376 w 321468"/>
                <a:gd name="connsiteY11" fmla="*/ 92376 h 318512"/>
                <a:gd name="connsiteX12" fmla="*/ 64294 w 321468"/>
                <a:gd name="connsiteY12" fmla="*/ 161104 h 318512"/>
                <a:gd name="connsiteX13" fmla="*/ 64294 w 321468"/>
                <a:gd name="connsiteY13" fmla="*/ 254219 h 318512"/>
                <a:gd name="connsiteX14" fmla="*/ 257175 w 321468"/>
                <a:gd name="connsiteY14" fmla="*/ 254219 h 318512"/>
                <a:gd name="connsiteX15" fmla="*/ 257175 w 321468"/>
                <a:gd name="connsiteY15" fmla="*/ 161104 h 318512"/>
                <a:gd name="connsiteX16" fmla="*/ 229093 w 321468"/>
                <a:gd name="connsiteY16" fmla="*/ 92376 h 318512"/>
                <a:gd name="connsiteX17" fmla="*/ 161104 w 321468"/>
                <a:gd name="connsiteY17" fmla="*/ 64294 h 318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468" h="318512">
                  <a:moveTo>
                    <a:pt x="161104" y="0"/>
                  </a:moveTo>
                  <a:cubicBezTo>
                    <a:pt x="205444" y="0"/>
                    <a:pt x="245351" y="17736"/>
                    <a:pt x="274172" y="47297"/>
                  </a:cubicBezTo>
                  <a:cubicBezTo>
                    <a:pt x="303732" y="76118"/>
                    <a:pt x="321469" y="116763"/>
                    <a:pt x="321469" y="161104"/>
                  </a:cubicBezTo>
                  <a:lnTo>
                    <a:pt x="321469" y="286735"/>
                  </a:lnTo>
                  <a:cubicBezTo>
                    <a:pt x="321469" y="304471"/>
                    <a:pt x="307427" y="318513"/>
                    <a:pt x="289691" y="318513"/>
                  </a:cubicBezTo>
                  <a:lnTo>
                    <a:pt x="31777" y="318513"/>
                  </a:lnTo>
                  <a:cubicBezTo>
                    <a:pt x="14041" y="318513"/>
                    <a:pt x="0" y="304471"/>
                    <a:pt x="0" y="286735"/>
                  </a:cubicBezTo>
                  <a:lnTo>
                    <a:pt x="0" y="161104"/>
                  </a:lnTo>
                  <a:cubicBezTo>
                    <a:pt x="0" y="116763"/>
                    <a:pt x="17736" y="76118"/>
                    <a:pt x="47297" y="47297"/>
                  </a:cubicBezTo>
                  <a:cubicBezTo>
                    <a:pt x="76118" y="17736"/>
                    <a:pt x="116763" y="0"/>
                    <a:pt x="161104" y="0"/>
                  </a:cubicBezTo>
                  <a:close/>
                  <a:moveTo>
                    <a:pt x="161104" y="64294"/>
                  </a:moveTo>
                  <a:cubicBezTo>
                    <a:pt x="134500" y="64294"/>
                    <a:pt x="110112" y="75379"/>
                    <a:pt x="92376" y="92376"/>
                  </a:cubicBezTo>
                  <a:cubicBezTo>
                    <a:pt x="75379" y="110112"/>
                    <a:pt x="64294" y="134499"/>
                    <a:pt x="64294" y="161104"/>
                  </a:cubicBezTo>
                  <a:lnTo>
                    <a:pt x="64294" y="254219"/>
                  </a:lnTo>
                  <a:lnTo>
                    <a:pt x="257175" y="254219"/>
                  </a:lnTo>
                  <a:lnTo>
                    <a:pt x="257175" y="161104"/>
                  </a:lnTo>
                  <a:cubicBezTo>
                    <a:pt x="257175" y="134499"/>
                    <a:pt x="246829" y="110112"/>
                    <a:pt x="229093" y="92376"/>
                  </a:cubicBezTo>
                  <a:cubicBezTo>
                    <a:pt x="211356" y="75379"/>
                    <a:pt x="186969" y="64294"/>
                    <a:pt x="161104" y="64294"/>
                  </a:cubicBezTo>
                  <a:close/>
                </a:path>
              </a:pathLst>
            </a:custGeom>
            <a:solidFill>
              <a:srgbClr val="FFFF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4338A465-FC00-2E3C-93BC-36AE77181CC0}"/>
                </a:ext>
              </a:extLst>
            </p:cNvPr>
            <p:cNvSpPr/>
            <p:nvPr/>
          </p:nvSpPr>
          <p:spPr>
            <a:xfrm>
              <a:off x="6343686" y="3857468"/>
              <a:ext cx="257174" cy="488484"/>
            </a:xfrm>
            <a:custGeom>
              <a:avLst/>
              <a:gdLst>
                <a:gd name="connsiteX0" fmla="*/ 0 w 257174"/>
                <a:gd name="connsiteY0" fmla="*/ 0 h 488484"/>
                <a:gd name="connsiteX1" fmla="*/ 214313 w 257174"/>
                <a:gd name="connsiteY1" fmla="*/ 0 h 488484"/>
                <a:gd name="connsiteX2" fmla="*/ 257175 w 257174"/>
                <a:gd name="connsiteY2" fmla="*/ 42862 h 488484"/>
                <a:gd name="connsiteX3" fmla="*/ 257175 w 257174"/>
                <a:gd name="connsiteY3" fmla="*/ 445622 h 488484"/>
                <a:gd name="connsiteX4" fmla="*/ 214313 w 257174"/>
                <a:gd name="connsiteY4" fmla="*/ 488485 h 488484"/>
                <a:gd name="connsiteX5" fmla="*/ 0 w 257174"/>
                <a:gd name="connsiteY5" fmla="*/ 488485 h 488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7174" h="488484">
                  <a:moveTo>
                    <a:pt x="0" y="0"/>
                  </a:moveTo>
                  <a:lnTo>
                    <a:pt x="214313" y="0"/>
                  </a:lnTo>
                  <a:cubicBezTo>
                    <a:pt x="237961" y="0"/>
                    <a:pt x="257175" y="19214"/>
                    <a:pt x="257175" y="42862"/>
                  </a:cubicBezTo>
                  <a:lnTo>
                    <a:pt x="257175" y="445622"/>
                  </a:lnTo>
                  <a:cubicBezTo>
                    <a:pt x="257175" y="469270"/>
                    <a:pt x="237961" y="488485"/>
                    <a:pt x="214313" y="488485"/>
                  </a:cubicBezTo>
                  <a:lnTo>
                    <a:pt x="0" y="488485"/>
                  </a:lnTo>
                  <a:close/>
                </a:path>
              </a:pathLst>
            </a:custGeom>
            <a:solidFill>
              <a:srgbClr val="E8DFFD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677A2037-FE83-B9F7-3B80-AEED684763B6}"/>
                </a:ext>
              </a:extLst>
            </p:cNvPr>
            <p:cNvSpPr/>
            <p:nvPr/>
          </p:nvSpPr>
          <p:spPr>
            <a:xfrm>
              <a:off x="6085773" y="3857468"/>
              <a:ext cx="257913" cy="488484"/>
            </a:xfrm>
            <a:custGeom>
              <a:avLst/>
              <a:gdLst>
                <a:gd name="connsiteX0" fmla="*/ 42862 w 257913"/>
                <a:gd name="connsiteY0" fmla="*/ 0 h 488484"/>
                <a:gd name="connsiteX1" fmla="*/ 257914 w 257913"/>
                <a:gd name="connsiteY1" fmla="*/ 0 h 488484"/>
                <a:gd name="connsiteX2" fmla="*/ 257914 w 257913"/>
                <a:gd name="connsiteY2" fmla="*/ 488485 h 488484"/>
                <a:gd name="connsiteX3" fmla="*/ 42862 w 257913"/>
                <a:gd name="connsiteY3" fmla="*/ 488485 h 488484"/>
                <a:gd name="connsiteX4" fmla="*/ 0 w 257913"/>
                <a:gd name="connsiteY4" fmla="*/ 445622 h 488484"/>
                <a:gd name="connsiteX5" fmla="*/ 0 w 257913"/>
                <a:gd name="connsiteY5" fmla="*/ 42862 h 488484"/>
                <a:gd name="connsiteX6" fmla="*/ 42862 w 257913"/>
                <a:gd name="connsiteY6" fmla="*/ 0 h 488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7913" h="488484">
                  <a:moveTo>
                    <a:pt x="42862" y="0"/>
                  </a:moveTo>
                  <a:lnTo>
                    <a:pt x="257914" y="0"/>
                  </a:lnTo>
                  <a:lnTo>
                    <a:pt x="257914" y="488485"/>
                  </a:lnTo>
                  <a:lnTo>
                    <a:pt x="42862" y="488485"/>
                  </a:lnTo>
                  <a:cubicBezTo>
                    <a:pt x="19214" y="488485"/>
                    <a:pt x="0" y="469270"/>
                    <a:pt x="0" y="445622"/>
                  </a:cubicBezTo>
                  <a:lnTo>
                    <a:pt x="0" y="42862"/>
                  </a:lnTo>
                  <a:cubicBezTo>
                    <a:pt x="0" y="19214"/>
                    <a:pt x="19214" y="0"/>
                    <a:pt x="42862" y="0"/>
                  </a:cubicBezTo>
                  <a:close/>
                </a:path>
              </a:pathLst>
            </a:custGeom>
            <a:solidFill>
              <a:srgbClr val="FFFF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32041DDD-F27E-3215-7665-166B61FFFDA3}"/>
                </a:ext>
              </a:extLst>
            </p:cNvPr>
            <p:cNvSpPr/>
            <p:nvPr/>
          </p:nvSpPr>
          <p:spPr>
            <a:xfrm>
              <a:off x="6284566" y="3994184"/>
              <a:ext cx="117502" cy="189186"/>
            </a:xfrm>
            <a:custGeom>
              <a:avLst/>
              <a:gdLst>
                <a:gd name="connsiteX0" fmla="*/ 59121 w 117502"/>
                <a:gd name="connsiteY0" fmla="*/ 0 h 189186"/>
                <a:gd name="connsiteX1" fmla="*/ 117503 w 117502"/>
                <a:gd name="connsiteY1" fmla="*/ 58382 h 189186"/>
                <a:gd name="connsiteX2" fmla="*/ 82769 w 117502"/>
                <a:gd name="connsiteY2" fmla="*/ 112329 h 189186"/>
                <a:gd name="connsiteX3" fmla="*/ 84247 w 117502"/>
                <a:gd name="connsiteY3" fmla="*/ 116024 h 189186"/>
                <a:gd name="connsiteX4" fmla="*/ 109373 w 117502"/>
                <a:gd name="connsiteY4" fmla="*/ 189186 h 189186"/>
                <a:gd name="connsiteX5" fmla="*/ 59121 w 117502"/>
                <a:gd name="connsiteY5" fmla="*/ 189186 h 189186"/>
                <a:gd name="connsiteX6" fmla="*/ 8129 w 117502"/>
                <a:gd name="connsiteY6" fmla="*/ 189186 h 189186"/>
                <a:gd name="connsiteX7" fmla="*/ 33255 w 117502"/>
                <a:gd name="connsiteY7" fmla="*/ 116024 h 189186"/>
                <a:gd name="connsiteX8" fmla="*/ 34733 w 117502"/>
                <a:gd name="connsiteY8" fmla="*/ 112329 h 189186"/>
                <a:gd name="connsiteX9" fmla="*/ 0 w 117502"/>
                <a:gd name="connsiteY9" fmla="*/ 58382 h 189186"/>
                <a:gd name="connsiteX10" fmla="*/ 59121 w 117502"/>
                <a:gd name="connsiteY10" fmla="*/ 0 h 189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7502" h="189186">
                  <a:moveTo>
                    <a:pt x="59121" y="0"/>
                  </a:moveTo>
                  <a:cubicBezTo>
                    <a:pt x="90898" y="0"/>
                    <a:pt x="117503" y="26604"/>
                    <a:pt x="117503" y="58382"/>
                  </a:cubicBezTo>
                  <a:cubicBezTo>
                    <a:pt x="117503" y="82769"/>
                    <a:pt x="103461" y="102722"/>
                    <a:pt x="82769" y="112329"/>
                  </a:cubicBezTo>
                  <a:lnTo>
                    <a:pt x="84247" y="116024"/>
                  </a:lnTo>
                  <a:lnTo>
                    <a:pt x="109373" y="189186"/>
                  </a:lnTo>
                  <a:lnTo>
                    <a:pt x="59121" y="189186"/>
                  </a:lnTo>
                  <a:lnTo>
                    <a:pt x="8129" y="189186"/>
                  </a:lnTo>
                  <a:lnTo>
                    <a:pt x="33255" y="116024"/>
                  </a:lnTo>
                  <a:lnTo>
                    <a:pt x="34733" y="112329"/>
                  </a:lnTo>
                  <a:cubicBezTo>
                    <a:pt x="14780" y="102722"/>
                    <a:pt x="0" y="82769"/>
                    <a:pt x="0" y="58382"/>
                  </a:cubicBezTo>
                  <a:cubicBezTo>
                    <a:pt x="0" y="26604"/>
                    <a:pt x="26605" y="0"/>
                    <a:pt x="59121" y="0"/>
                  </a:cubicBezTo>
                  <a:close/>
                </a:path>
              </a:pathLst>
            </a:custGeom>
            <a:solidFill>
              <a:srgbClr val="7433EE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8BFE63A4-119C-94B7-6139-3DA7D2D7219A}"/>
                </a:ext>
              </a:extLst>
            </p:cNvPr>
            <p:cNvSpPr/>
            <p:nvPr/>
          </p:nvSpPr>
          <p:spPr>
            <a:xfrm>
              <a:off x="6296390" y="3996401"/>
              <a:ext cx="105678" cy="186969"/>
            </a:xfrm>
            <a:custGeom>
              <a:avLst/>
              <a:gdLst>
                <a:gd name="connsiteX0" fmla="*/ 63555 w 105678"/>
                <a:gd name="connsiteY0" fmla="*/ 0 h 186969"/>
                <a:gd name="connsiteX1" fmla="*/ 105678 w 105678"/>
                <a:gd name="connsiteY1" fmla="*/ 56165 h 186969"/>
                <a:gd name="connsiteX2" fmla="*/ 70945 w 105678"/>
                <a:gd name="connsiteY2" fmla="*/ 110112 h 186969"/>
                <a:gd name="connsiteX3" fmla="*/ 72423 w 105678"/>
                <a:gd name="connsiteY3" fmla="*/ 113807 h 186969"/>
                <a:gd name="connsiteX4" fmla="*/ 97549 w 105678"/>
                <a:gd name="connsiteY4" fmla="*/ 186969 h 186969"/>
                <a:gd name="connsiteX5" fmla="*/ 47296 w 105678"/>
                <a:gd name="connsiteY5" fmla="*/ 186969 h 186969"/>
                <a:gd name="connsiteX6" fmla="*/ 8868 w 105678"/>
                <a:gd name="connsiteY6" fmla="*/ 186969 h 186969"/>
                <a:gd name="connsiteX7" fmla="*/ 33255 w 105678"/>
                <a:gd name="connsiteY7" fmla="*/ 116024 h 186969"/>
                <a:gd name="connsiteX8" fmla="*/ 34733 w 105678"/>
                <a:gd name="connsiteY8" fmla="*/ 112329 h 186969"/>
                <a:gd name="connsiteX9" fmla="*/ 0 w 105678"/>
                <a:gd name="connsiteY9" fmla="*/ 58382 h 186969"/>
                <a:gd name="connsiteX10" fmla="*/ 58381 w 105678"/>
                <a:gd name="connsiteY10" fmla="*/ 0 h 186969"/>
                <a:gd name="connsiteX11" fmla="*/ 63555 w 105678"/>
                <a:gd name="connsiteY11" fmla="*/ 0 h 18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5678" h="186969">
                  <a:moveTo>
                    <a:pt x="63555" y="0"/>
                  </a:moveTo>
                  <a:cubicBezTo>
                    <a:pt x="87942" y="7390"/>
                    <a:pt x="105678" y="29560"/>
                    <a:pt x="105678" y="56165"/>
                  </a:cubicBezTo>
                  <a:cubicBezTo>
                    <a:pt x="105678" y="80552"/>
                    <a:pt x="91637" y="100505"/>
                    <a:pt x="70945" y="110112"/>
                  </a:cubicBezTo>
                  <a:lnTo>
                    <a:pt x="72423" y="113807"/>
                  </a:lnTo>
                  <a:lnTo>
                    <a:pt x="97549" y="186969"/>
                  </a:lnTo>
                  <a:lnTo>
                    <a:pt x="47296" y="186969"/>
                  </a:lnTo>
                  <a:lnTo>
                    <a:pt x="8868" y="186969"/>
                  </a:lnTo>
                  <a:lnTo>
                    <a:pt x="33255" y="116024"/>
                  </a:lnTo>
                  <a:lnTo>
                    <a:pt x="34733" y="112329"/>
                  </a:lnTo>
                  <a:cubicBezTo>
                    <a:pt x="14041" y="102722"/>
                    <a:pt x="0" y="82030"/>
                    <a:pt x="0" y="58382"/>
                  </a:cubicBezTo>
                  <a:cubicBezTo>
                    <a:pt x="0" y="25865"/>
                    <a:pt x="26604" y="0"/>
                    <a:pt x="58381" y="0"/>
                  </a:cubicBezTo>
                  <a:cubicBezTo>
                    <a:pt x="60355" y="0"/>
                    <a:pt x="62076" y="0"/>
                    <a:pt x="63555" y="0"/>
                  </a:cubicBezTo>
                  <a:close/>
                </a:path>
              </a:pathLst>
            </a:custGeom>
            <a:solidFill>
              <a:srgbClr val="4512B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B68CBF-7D85-7A52-59CA-22DBAC432259}"/>
                </a:ext>
              </a:extLst>
            </p:cNvPr>
            <p:cNvSpPr/>
            <p:nvPr/>
          </p:nvSpPr>
          <p:spPr>
            <a:xfrm>
              <a:off x="3992161" y="4590564"/>
              <a:ext cx="705014" cy="766352"/>
            </a:xfrm>
            <a:custGeom>
              <a:avLst/>
              <a:gdLst>
                <a:gd name="connsiteX0" fmla="*/ 702797 w 705014"/>
                <a:gd name="connsiteY0" fmla="*/ 229832 h 766352"/>
                <a:gd name="connsiteX1" fmla="*/ 381329 w 705014"/>
                <a:gd name="connsiteY1" fmla="*/ 750094 h 766352"/>
                <a:gd name="connsiteX2" fmla="*/ 352507 w 705014"/>
                <a:gd name="connsiteY2" fmla="*/ 766352 h 766352"/>
                <a:gd name="connsiteX3" fmla="*/ 324425 w 705014"/>
                <a:gd name="connsiteY3" fmla="*/ 750094 h 766352"/>
                <a:gd name="connsiteX4" fmla="*/ 2956 w 705014"/>
                <a:gd name="connsiteY4" fmla="*/ 229832 h 766352"/>
                <a:gd name="connsiteX5" fmla="*/ 0 w 705014"/>
                <a:gd name="connsiteY5" fmla="*/ 176623 h 766352"/>
                <a:gd name="connsiteX6" fmla="*/ 53209 w 705014"/>
                <a:gd name="connsiteY6" fmla="*/ 169972 h 766352"/>
                <a:gd name="connsiteX7" fmla="*/ 310384 w 705014"/>
                <a:gd name="connsiteY7" fmla="*/ 45080 h 766352"/>
                <a:gd name="connsiteX8" fmla="*/ 352507 w 705014"/>
                <a:gd name="connsiteY8" fmla="*/ 0 h 766352"/>
                <a:gd name="connsiteX9" fmla="*/ 394631 w 705014"/>
                <a:gd name="connsiteY9" fmla="*/ 45080 h 766352"/>
                <a:gd name="connsiteX10" fmla="*/ 652545 w 705014"/>
                <a:gd name="connsiteY10" fmla="*/ 169972 h 766352"/>
                <a:gd name="connsiteX11" fmla="*/ 705014 w 705014"/>
                <a:gd name="connsiteY11" fmla="*/ 176623 h 766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5014" h="766352">
                  <a:moveTo>
                    <a:pt x="702797" y="229832"/>
                  </a:moveTo>
                  <a:cubicBezTo>
                    <a:pt x="691712" y="447100"/>
                    <a:pt x="569776" y="642938"/>
                    <a:pt x="381329" y="750094"/>
                  </a:cubicBezTo>
                  <a:lnTo>
                    <a:pt x="352507" y="766352"/>
                  </a:lnTo>
                  <a:lnTo>
                    <a:pt x="324425" y="750094"/>
                  </a:lnTo>
                  <a:cubicBezTo>
                    <a:pt x="135239" y="642938"/>
                    <a:pt x="14041" y="447100"/>
                    <a:pt x="2956" y="229832"/>
                  </a:cubicBezTo>
                  <a:lnTo>
                    <a:pt x="0" y="176623"/>
                  </a:lnTo>
                  <a:lnTo>
                    <a:pt x="53209" y="169972"/>
                  </a:lnTo>
                  <a:cubicBezTo>
                    <a:pt x="149280" y="158148"/>
                    <a:pt x="244612" y="116764"/>
                    <a:pt x="310384" y="45080"/>
                  </a:cubicBezTo>
                  <a:lnTo>
                    <a:pt x="352507" y="0"/>
                  </a:lnTo>
                  <a:lnTo>
                    <a:pt x="394631" y="45080"/>
                  </a:lnTo>
                  <a:cubicBezTo>
                    <a:pt x="461142" y="116764"/>
                    <a:pt x="556474" y="158148"/>
                    <a:pt x="652545" y="169972"/>
                  </a:cubicBezTo>
                  <a:lnTo>
                    <a:pt x="705014" y="176623"/>
                  </a:lnTo>
                  <a:close/>
                </a:path>
              </a:pathLst>
            </a:custGeom>
            <a:solidFill>
              <a:srgbClr val="A67DF5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052DEF53-6881-782A-D9A7-6CBEC326B2F3}"/>
                </a:ext>
              </a:extLst>
            </p:cNvPr>
            <p:cNvSpPr/>
            <p:nvPr/>
          </p:nvSpPr>
          <p:spPr>
            <a:xfrm>
              <a:off x="3996595" y="4595737"/>
              <a:ext cx="348072" cy="756745"/>
            </a:xfrm>
            <a:custGeom>
              <a:avLst/>
              <a:gdLst>
                <a:gd name="connsiteX0" fmla="*/ 348073 w 348072"/>
                <a:gd name="connsiteY0" fmla="*/ 756745 h 756745"/>
                <a:gd name="connsiteX1" fmla="*/ 322208 w 348072"/>
                <a:gd name="connsiteY1" fmla="*/ 741965 h 756745"/>
                <a:gd name="connsiteX2" fmla="*/ 2217 w 348072"/>
                <a:gd name="connsiteY2" fmla="*/ 224659 h 756745"/>
                <a:gd name="connsiteX3" fmla="*/ 0 w 348072"/>
                <a:gd name="connsiteY3" fmla="*/ 174406 h 756745"/>
                <a:gd name="connsiteX4" fmla="*/ 49514 w 348072"/>
                <a:gd name="connsiteY4" fmla="*/ 168494 h 756745"/>
                <a:gd name="connsiteX5" fmla="*/ 308906 w 348072"/>
                <a:gd name="connsiteY5" fmla="*/ 42862 h 756745"/>
                <a:gd name="connsiteX6" fmla="*/ 348073 w 348072"/>
                <a:gd name="connsiteY6" fmla="*/ 0 h 756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8072" h="756745">
                  <a:moveTo>
                    <a:pt x="348073" y="756745"/>
                  </a:moveTo>
                  <a:lnTo>
                    <a:pt x="322208" y="741965"/>
                  </a:lnTo>
                  <a:cubicBezTo>
                    <a:pt x="134500" y="634809"/>
                    <a:pt x="13302" y="440449"/>
                    <a:pt x="2217" y="224659"/>
                  </a:cubicBezTo>
                  <a:lnTo>
                    <a:pt x="0" y="174406"/>
                  </a:lnTo>
                  <a:lnTo>
                    <a:pt x="49514" y="168494"/>
                  </a:lnTo>
                  <a:cubicBezTo>
                    <a:pt x="146324" y="156670"/>
                    <a:pt x="242395" y="114546"/>
                    <a:pt x="308906" y="42862"/>
                  </a:cubicBezTo>
                  <a:lnTo>
                    <a:pt x="348073" y="0"/>
                  </a:lnTo>
                  <a:close/>
                </a:path>
              </a:pathLst>
            </a:custGeom>
            <a:solidFill>
              <a:srgbClr val="FFFF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D644DBBF-C173-5361-0DB0-33A4A5824D65}"/>
                </a:ext>
              </a:extLst>
            </p:cNvPr>
            <p:cNvSpPr/>
            <p:nvPr/>
          </p:nvSpPr>
          <p:spPr>
            <a:xfrm>
              <a:off x="4344668" y="4595737"/>
              <a:ext cx="348812" cy="756745"/>
            </a:xfrm>
            <a:custGeom>
              <a:avLst/>
              <a:gdLst>
                <a:gd name="connsiteX0" fmla="*/ 346595 w 348812"/>
                <a:gd name="connsiteY0" fmla="*/ 224659 h 756745"/>
                <a:gd name="connsiteX1" fmla="*/ 26605 w 348812"/>
                <a:gd name="connsiteY1" fmla="*/ 741965 h 756745"/>
                <a:gd name="connsiteX2" fmla="*/ 0 w 348812"/>
                <a:gd name="connsiteY2" fmla="*/ 756745 h 756745"/>
                <a:gd name="connsiteX3" fmla="*/ 0 w 348812"/>
                <a:gd name="connsiteY3" fmla="*/ 0 h 756745"/>
                <a:gd name="connsiteX4" fmla="*/ 39907 w 348812"/>
                <a:gd name="connsiteY4" fmla="*/ 42862 h 756745"/>
                <a:gd name="connsiteX5" fmla="*/ 299299 w 348812"/>
                <a:gd name="connsiteY5" fmla="*/ 168494 h 756745"/>
                <a:gd name="connsiteX6" fmla="*/ 348812 w 348812"/>
                <a:gd name="connsiteY6" fmla="*/ 174406 h 756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8812" h="756745">
                  <a:moveTo>
                    <a:pt x="346595" y="224659"/>
                  </a:moveTo>
                  <a:cubicBezTo>
                    <a:pt x="335510" y="440449"/>
                    <a:pt x="214313" y="634809"/>
                    <a:pt x="26605" y="741965"/>
                  </a:cubicBezTo>
                  <a:lnTo>
                    <a:pt x="0" y="756745"/>
                  </a:lnTo>
                  <a:lnTo>
                    <a:pt x="0" y="0"/>
                  </a:lnTo>
                  <a:lnTo>
                    <a:pt x="39907" y="42862"/>
                  </a:lnTo>
                  <a:cubicBezTo>
                    <a:pt x="106417" y="114546"/>
                    <a:pt x="202489" y="156670"/>
                    <a:pt x="299299" y="168494"/>
                  </a:cubicBezTo>
                  <a:lnTo>
                    <a:pt x="348812" y="174406"/>
                  </a:lnTo>
                  <a:close/>
                </a:path>
              </a:pathLst>
            </a:custGeom>
            <a:solidFill>
              <a:srgbClr val="E8DFFD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2A74C0CB-2898-E10A-4BDC-6A7D5F452DDB}"/>
                </a:ext>
              </a:extLst>
            </p:cNvPr>
            <p:cNvSpPr/>
            <p:nvPr/>
          </p:nvSpPr>
          <p:spPr>
            <a:xfrm>
              <a:off x="4052760" y="4674811"/>
              <a:ext cx="291908" cy="615594"/>
            </a:xfrm>
            <a:custGeom>
              <a:avLst/>
              <a:gdLst>
                <a:gd name="connsiteX0" fmla="*/ 291908 w 291908"/>
                <a:gd name="connsiteY0" fmla="*/ 0 h 615594"/>
                <a:gd name="connsiteX1" fmla="*/ 0 w 291908"/>
                <a:gd name="connsiteY1" fmla="*/ 142629 h 615594"/>
                <a:gd name="connsiteX2" fmla="*/ 291908 w 291908"/>
                <a:gd name="connsiteY2" fmla="*/ 615594 h 615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1908" h="615594">
                  <a:moveTo>
                    <a:pt x="291908" y="0"/>
                  </a:moveTo>
                  <a:cubicBezTo>
                    <a:pt x="222442" y="75379"/>
                    <a:pt x="118981" y="127848"/>
                    <a:pt x="0" y="142629"/>
                  </a:cubicBezTo>
                  <a:cubicBezTo>
                    <a:pt x="10346" y="345856"/>
                    <a:pt x="125631" y="521001"/>
                    <a:pt x="291908" y="615594"/>
                  </a:cubicBezTo>
                  <a:close/>
                </a:path>
              </a:pathLst>
            </a:custGeom>
            <a:solidFill>
              <a:srgbClr val="7433EE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656EA5-B608-7616-B29E-BDFD75F5EC9F}"/>
                </a:ext>
              </a:extLst>
            </p:cNvPr>
            <p:cNvSpPr/>
            <p:nvPr/>
          </p:nvSpPr>
          <p:spPr>
            <a:xfrm>
              <a:off x="4344668" y="4674811"/>
              <a:ext cx="292647" cy="615594"/>
            </a:xfrm>
            <a:custGeom>
              <a:avLst/>
              <a:gdLst>
                <a:gd name="connsiteX0" fmla="*/ 0 w 292647"/>
                <a:gd name="connsiteY0" fmla="*/ 0 h 615594"/>
                <a:gd name="connsiteX1" fmla="*/ 292648 w 292647"/>
                <a:gd name="connsiteY1" fmla="*/ 142629 h 615594"/>
                <a:gd name="connsiteX2" fmla="*/ 0 w 292647"/>
                <a:gd name="connsiteY2" fmla="*/ 615594 h 615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2647" h="615594">
                  <a:moveTo>
                    <a:pt x="0" y="0"/>
                  </a:moveTo>
                  <a:cubicBezTo>
                    <a:pt x="70206" y="75379"/>
                    <a:pt x="173667" y="127848"/>
                    <a:pt x="292648" y="142629"/>
                  </a:cubicBezTo>
                  <a:cubicBezTo>
                    <a:pt x="282301" y="345856"/>
                    <a:pt x="167016" y="521001"/>
                    <a:pt x="0" y="615594"/>
                  </a:cubicBezTo>
                  <a:close/>
                </a:path>
              </a:pathLst>
            </a:custGeom>
            <a:solidFill>
              <a:srgbClr val="4512B1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5DF0A15B-8F40-DD76-3A9E-32B3FDA40A94}"/>
                </a:ext>
              </a:extLst>
            </p:cNvPr>
            <p:cNvSpPr/>
            <p:nvPr/>
          </p:nvSpPr>
          <p:spPr>
            <a:xfrm>
              <a:off x="4194182" y="4849492"/>
              <a:ext cx="315469" cy="244804"/>
            </a:xfrm>
            <a:custGeom>
              <a:avLst/>
              <a:gdLst>
                <a:gd name="connsiteX0" fmla="*/ 5641 w 315469"/>
                <a:gd name="connsiteY0" fmla="*/ 137181 h 244804"/>
                <a:gd name="connsiteX1" fmla="*/ 12291 w 315469"/>
                <a:gd name="connsiteY1" fmla="*/ 95796 h 244804"/>
                <a:gd name="connsiteX2" fmla="*/ 52937 w 315469"/>
                <a:gd name="connsiteY2" fmla="*/ 102447 h 244804"/>
                <a:gd name="connsiteX3" fmla="*/ 102451 w 315469"/>
                <a:gd name="connsiteY3" fmla="*/ 170436 h 244804"/>
                <a:gd name="connsiteX4" fmla="*/ 265772 w 315469"/>
                <a:gd name="connsiteY4" fmla="*/ 8593 h 244804"/>
                <a:gd name="connsiteX5" fmla="*/ 307156 w 315469"/>
                <a:gd name="connsiteY5" fmla="*/ 8593 h 244804"/>
                <a:gd name="connsiteX6" fmla="*/ 307156 w 315469"/>
                <a:gd name="connsiteY6" fmla="*/ 49977 h 244804"/>
                <a:gd name="connsiteX7" fmla="*/ 120187 w 315469"/>
                <a:gd name="connsiteY7" fmla="*/ 234730 h 244804"/>
                <a:gd name="connsiteX8" fmla="*/ 115753 w 315469"/>
                <a:gd name="connsiteY8" fmla="*/ 239164 h 244804"/>
                <a:gd name="connsiteX9" fmla="*/ 75107 w 315469"/>
                <a:gd name="connsiteY9" fmla="*/ 232513 h 24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5469" h="244804">
                  <a:moveTo>
                    <a:pt x="5641" y="137181"/>
                  </a:moveTo>
                  <a:cubicBezTo>
                    <a:pt x="-3966" y="123878"/>
                    <a:pt x="-1011" y="105403"/>
                    <a:pt x="12291" y="95796"/>
                  </a:cubicBezTo>
                  <a:cubicBezTo>
                    <a:pt x="24855" y="86928"/>
                    <a:pt x="43330" y="89884"/>
                    <a:pt x="52937" y="102447"/>
                  </a:cubicBezTo>
                  <a:lnTo>
                    <a:pt x="102451" y="170436"/>
                  </a:lnTo>
                  <a:lnTo>
                    <a:pt x="265772" y="8593"/>
                  </a:lnTo>
                  <a:cubicBezTo>
                    <a:pt x="277596" y="-3231"/>
                    <a:pt x="296071" y="-2492"/>
                    <a:pt x="307156" y="8593"/>
                  </a:cubicBezTo>
                  <a:cubicBezTo>
                    <a:pt x="318241" y="20417"/>
                    <a:pt x="318241" y="38892"/>
                    <a:pt x="307156" y="49977"/>
                  </a:cubicBezTo>
                  <a:lnTo>
                    <a:pt x="120187" y="234730"/>
                  </a:lnTo>
                  <a:cubicBezTo>
                    <a:pt x="118709" y="236703"/>
                    <a:pt x="117231" y="238181"/>
                    <a:pt x="115753" y="239164"/>
                  </a:cubicBezTo>
                  <a:cubicBezTo>
                    <a:pt x="102451" y="248771"/>
                    <a:pt x="83975" y="245815"/>
                    <a:pt x="75107" y="232513"/>
                  </a:cubicBezTo>
                  <a:close/>
                </a:path>
              </a:pathLst>
            </a:custGeom>
            <a:solidFill>
              <a:srgbClr val="F8F9FC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37A3998-2A21-2BB4-9339-003329B5E4EC}"/>
                </a:ext>
              </a:extLst>
            </p:cNvPr>
            <p:cNvSpPr/>
            <p:nvPr/>
          </p:nvSpPr>
          <p:spPr>
            <a:xfrm>
              <a:off x="7963593" y="5525410"/>
              <a:ext cx="266043" cy="263087"/>
            </a:xfrm>
            <a:custGeom>
              <a:avLst/>
              <a:gdLst>
                <a:gd name="connsiteX0" fmla="*/ 133022 w 266043"/>
                <a:gd name="connsiteY0" fmla="*/ 0 h 263087"/>
                <a:gd name="connsiteX1" fmla="*/ 226875 w 266043"/>
                <a:gd name="connsiteY1" fmla="*/ 39167 h 263087"/>
                <a:gd name="connsiteX2" fmla="*/ 266043 w 266043"/>
                <a:gd name="connsiteY2" fmla="*/ 133022 h 263087"/>
                <a:gd name="connsiteX3" fmla="*/ 266043 w 266043"/>
                <a:gd name="connsiteY3" fmla="*/ 236483 h 263087"/>
                <a:gd name="connsiteX4" fmla="*/ 239439 w 266043"/>
                <a:gd name="connsiteY4" fmla="*/ 263087 h 263087"/>
                <a:gd name="connsiteX5" fmla="*/ 26604 w 266043"/>
                <a:gd name="connsiteY5" fmla="*/ 263087 h 263087"/>
                <a:gd name="connsiteX6" fmla="*/ 0 w 266043"/>
                <a:gd name="connsiteY6" fmla="*/ 236483 h 263087"/>
                <a:gd name="connsiteX7" fmla="*/ 0 w 266043"/>
                <a:gd name="connsiteY7" fmla="*/ 133022 h 263087"/>
                <a:gd name="connsiteX8" fmla="*/ 39168 w 266043"/>
                <a:gd name="connsiteY8" fmla="*/ 39167 h 263087"/>
                <a:gd name="connsiteX9" fmla="*/ 133022 w 266043"/>
                <a:gd name="connsiteY9" fmla="*/ 0 h 263087"/>
                <a:gd name="connsiteX10" fmla="*/ 133022 w 266043"/>
                <a:gd name="connsiteY10" fmla="*/ 53209 h 263087"/>
                <a:gd name="connsiteX11" fmla="*/ 76857 w 266043"/>
                <a:gd name="connsiteY11" fmla="*/ 76857 h 263087"/>
                <a:gd name="connsiteX12" fmla="*/ 53208 w 266043"/>
                <a:gd name="connsiteY12" fmla="*/ 133022 h 263087"/>
                <a:gd name="connsiteX13" fmla="*/ 53208 w 266043"/>
                <a:gd name="connsiteY13" fmla="*/ 210617 h 263087"/>
                <a:gd name="connsiteX14" fmla="*/ 212835 w 266043"/>
                <a:gd name="connsiteY14" fmla="*/ 210617 h 263087"/>
                <a:gd name="connsiteX15" fmla="*/ 212835 w 266043"/>
                <a:gd name="connsiteY15" fmla="*/ 133022 h 263087"/>
                <a:gd name="connsiteX16" fmla="*/ 189186 w 266043"/>
                <a:gd name="connsiteY16" fmla="*/ 76857 h 263087"/>
                <a:gd name="connsiteX17" fmla="*/ 133022 w 266043"/>
                <a:gd name="connsiteY17" fmla="*/ 53209 h 263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6043" h="263087">
                  <a:moveTo>
                    <a:pt x="133022" y="0"/>
                  </a:moveTo>
                  <a:cubicBezTo>
                    <a:pt x="169972" y="0"/>
                    <a:pt x="203227" y="14780"/>
                    <a:pt x="226875" y="39167"/>
                  </a:cubicBezTo>
                  <a:cubicBezTo>
                    <a:pt x="251263" y="63555"/>
                    <a:pt x="266043" y="96810"/>
                    <a:pt x="266043" y="133022"/>
                  </a:cubicBezTo>
                  <a:lnTo>
                    <a:pt x="266043" y="236483"/>
                  </a:lnTo>
                  <a:cubicBezTo>
                    <a:pt x="266043" y="251263"/>
                    <a:pt x="254219" y="263087"/>
                    <a:pt x="239439" y="263087"/>
                  </a:cubicBezTo>
                  <a:lnTo>
                    <a:pt x="26604" y="263087"/>
                  </a:lnTo>
                  <a:cubicBezTo>
                    <a:pt x="11824" y="263087"/>
                    <a:pt x="0" y="251263"/>
                    <a:pt x="0" y="236483"/>
                  </a:cubicBezTo>
                  <a:lnTo>
                    <a:pt x="0" y="133022"/>
                  </a:lnTo>
                  <a:cubicBezTo>
                    <a:pt x="0" y="96810"/>
                    <a:pt x="14780" y="63555"/>
                    <a:pt x="39168" y="39167"/>
                  </a:cubicBezTo>
                  <a:cubicBezTo>
                    <a:pt x="63555" y="14780"/>
                    <a:pt x="96810" y="0"/>
                    <a:pt x="133022" y="0"/>
                  </a:cubicBezTo>
                  <a:close/>
                  <a:moveTo>
                    <a:pt x="133022" y="53209"/>
                  </a:moveTo>
                  <a:cubicBezTo>
                    <a:pt x="110851" y="53209"/>
                    <a:pt x="90898" y="62077"/>
                    <a:pt x="76857" y="76857"/>
                  </a:cubicBezTo>
                  <a:cubicBezTo>
                    <a:pt x="62077" y="90898"/>
                    <a:pt x="53208" y="110851"/>
                    <a:pt x="53208" y="133022"/>
                  </a:cubicBezTo>
                  <a:lnTo>
                    <a:pt x="53208" y="210617"/>
                  </a:lnTo>
                  <a:lnTo>
                    <a:pt x="212835" y="210617"/>
                  </a:lnTo>
                  <a:lnTo>
                    <a:pt x="212835" y="133022"/>
                  </a:lnTo>
                  <a:cubicBezTo>
                    <a:pt x="212835" y="110851"/>
                    <a:pt x="203966" y="90898"/>
                    <a:pt x="189186" y="76857"/>
                  </a:cubicBezTo>
                  <a:cubicBezTo>
                    <a:pt x="175145" y="62077"/>
                    <a:pt x="155192" y="53209"/>
                    <a:pt x="133022" y="53209"/>
                  </a:cubicBezTo>
                  <a:close/>
                </a:path>
              </a:pathLst>
            </a:custGeom>
            <a:solidFill>
              <a:srgbClr val="F3F9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25B30853-6C55-E2E9-13D0-A10A627C9C6B}"/>
                </a:ext>
              </a:extLst>
            </p:cNvPr>
            <p:cNvSpPr/>
            <p:nvPr/>
          </p:nvSpPr>
          <p:spPr>
            <a:xfrm>
              <a:off x="7885259" y="5739722"/>
              <a:ext cx="438971" cy="416801"/>
            </a:xfrm>
            <a:custGeom>
              <a:avLst/>
              <a:gdLst>
                <a:gd name="connsiteX0" fmla="*/ 399803 w 438971"/>
                <a:gd name="connsiteY0" fmla="*/ 0 h 416801"/>
                <a:gd name="connsiteX1" fmla="*/ 428625 w 438971"/>
                <a:gd name="connsiteY1" fmla="*/ 24387 h 416801"/>
                <a:gd name="connsiteX2" fmla="*/ 433059 w 438971"/>
                <a:gd name="connsiteY2" fmla="*/ 29560 h 416801"/>
                <a:gd name="connsiteX3" fmla="*/ 436754 w 438971"/>
                <a:gd name="connsiteY3" fmla="*/ 35472 h 416801"/>
                <a:gd name="connsiteX4" fmla="*/ 438232 w 438971"/>
                <a:gd name="connsiteY4" fmla="*/ 42124 h 416801"/>
                <a:gd name="connsiteX5" fmla="*/ 438971 w 438971"/>
                <a:gd name="connsiteY5" fmla="*/ 49514 h 416801"/>
                <a:gd name="connsiteX6" fmla="*/ 438971 w 438971"/>
                <a:gd name="connsiteY6" fmla="*/ 381329 h 416801"/>
                <a:gd name="connsiteX7" fmla="*/ 438232 w 438971"/>
                <a:gd name="connsiteY7" fmla="*/ 388719 h 416801"/>
                <a:gd name="connsiteX8" fmla="*/ 436754 w 438971"/>
                <a:gd name="connsiteY8" fmla="*/ 395370 h 416801"/>
                <a:gd name="connsiteX9" fmla="*/ 433059 w 438971"/>
                <a:gd name="connsiteY9" fmla="*/ 401282 h 416801"/>
                <a:gd name="connsiteX10" fmla="*/ 428625 w 438971"/>
                <a:gd name="connsiteY10" fmla="*/ 406455 h 416801"/>
                <a:gd name="connsiteX11" fmla="*/ 423451 w 438971"/>
                <a:gd name="connsiteY11" fmla="*/ 410889 h 416801"/>
                <a:gd name="connsiteX12" fmla="*/ 417540 w 438971"/>
                <a:gd name="connsiteY12" fmla="*/ 414584 h 416801"/>
                <a:gd name="connsiteX13" fmla="*/ 410889 w 438971"/>
                <a:gd name="connsiteY13" fmla="*/ 416062 h 416801"/>
                <a:gd name="connsiteX14" fmla="*/ 403499 w 438971"/>
                <a:gd name="connsiteY14" fmla="*/ 416801 h 416801"/>
                <a:gd name="connsiteX15" fmla="*/ 49513 w 438971"/>
                <a:gd name="connsiteY15" fmla="*/ 416801 h 416801"/>
                <a:gd name="connsiteX16" fmla="*/ 42123 w 438971"/>
                <a:gd name="connsiteY16" fmla="*/ 416062 h 416801"/>
                <a:gd name="connsiteX17" fmla="*/ 35472 w 438971"/>
                <a:gd name="connsiteY17" fmla="*/ 414584 h 416801"/>
                <a:gd name="connsiteX18" fmla="*/ 29560 w 438971"/>
                <a:gd name="connsiteY18" fmla="*/ 410889 h 416801"/>
                <a:gd name="connsiteX19" fmla="*/ 0 w 438971"/>
                <a:gd name="connsiteY19" fmla="*/ 387241 h 416801"/>
                <a:gd name="connsiteX20" fmla="*/ 5912 w 438971"/>
                <a:gd name="connsiteY20" fmla="*/ 390196 h 416801"/>
                <a:gd name="connsiteX21" fmla="*/ 12563 w 438971"/>
                <a:gd name="connsiteY21" fmla="*/ 392414 h 416801"/>
                <a:gd name="connsiteX22" fmla="*/ 19953 w 438971"/>
                <a:gd name="connsiteY22" fmla="*/ 393153 h 416801"/>
                <a:gd name="connsiteX23" fmla="*/ 374677 w 438971"/>
                <a:gd name="connsiteY23" fmla="*/ 393153 h 416801"/>
                <a:gd name="connsiteX24" fmla="*/ 381328 w 438971"/>
                <a:gd name="connsiteY24" fmla="*/ 392414 h 416801"/>
                <a:gd name="connsiteX25" fmla="*/ 387980 w 438971"/>
                <a:gd name="connsiteY25" fmla="*/ 390196 h 416801"/>
                <a:gd name="connsiteX26" fmla="*/ 394631 w 438971"/>
                <a:gd name="connsiteY26" fmla="*/ 387241 h 416801"/>
                <a:gd name="connsiteX27" fmla="*/ 399803 w 438971"/>
                <a:gd name="connsiteY27" fmla="*/ 382806 h 416801"/>
                <a:gd name="connsiteX28" fmla="*/ 404237 w 438971"/>
                <a:gd name="connsiteY28" fmla="*/ 377634 h 416801"/>
                <a:gd name="connsiteX29" fmla="*/ 407194 w 438971"/>
                <a:gd name="connsiteY29" fmla="*/ 371721 h 416801"/>
                <a:gd name="connsiteX30" fmla="*/ 409411 w 438971"/>
                <a:gd name="connsiteY30" fmla="*/ 365070 h 416801"/>
                <a:gd name="connsiteX31" fmla="*/ 410150 w 438971"/>
                <a:gd name="connsiteY31" fmla="*/ 357680 h 416801"/>
                <a:gd name="connsiteX32" fmla="*/ 410150 w 438971"/>
                <a:gd name="connsiteY32" fmla="*/ 25126 h 416801"/>
                <a:gd name="connsiteX33" fmla="*/ 409411 w 438971"/>
                <a:gd name="connsiteY33" fmla="*/ 17736 h 416801"/>
                <a:gd name="connsiteX34" fmla="*/ 407194 w 438971"/>
                <a:gd name="connsiteY34" fmla="*/ 11085 h 416801"/>
                <a:gd name="connsiteX35" fmla="*/ 404237 w 438971"/>
                <a:gd name="connsiteY35" fmla="*/ 5173 h 416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438971" h="416801">
                  <a:moveTo>
                    <a:pt x="399803" y="0"/>
                  </a:moveTo>
                  <a:lnTo>
                    <a:pt x="428625" y="24387"/>
                  </a:lnTo>
                  <a:lnTo>
                    <a:pt x="433059" y="29560"/>
                  </a:lnTo>
                  <a:lnTo>
                    <a:pt x="436754" y="35472"/>
                  </a:lnTo>
                  <a:lnTo>
                    <a:pt x="438232" y="42124"/>
                  </a:lnTo>
                  <a:lnTo>
                    <a:pt x="438971" y="49514"/>
                  </a:lnTo>
                  <a:lnTo>
                    <a:pt x="438971" y="381329"/>
                  </a:lnTo>
                  <a:lnTo>
                    <a:pt x="438232" y="388719"/>
                  </a:lnTo>
                  <a:lnTo>
                    <a:pt x="436754" y="395370"/>
                  </a:lnTo>
                  <a:lnTo>
                    <a:pt x="433059" y="401282"/>
                  </a:lnTo>
                  <a:lnTo>
                    <a:pt x="428625" y="406455"/>
                  </a:lnTo>
                  <a:lnTo>
                    <a:pt x="423451" y="410889"/>
                  </a:lnTo>
                  <a:lnTo>
                    <a:pt x="417540" y="414584"/>
                  </a:lnTo>
                  <a:lnTo>
                    <a:pt x="410889" y="416062"/>
                  </a:lnTo>
                  <a:lnTo>
                    <a:pt x="403499" y="416801"/>
                  </a:lnTo>
                  <a:lnTo>
                    <a:pt x="49513" y="416801"/>
                  </a:lnTo>
                  <a:lnTo>
                    <a:pt x="42123" y="416062"/>
                  </a:lnTo>
                  <a:lnTo>
                    <a:pt x="35472" y="414584"/>
                  </a:lnTo>
                  <a:lnTo>
                    <a:pt x="29560" y="410889"/>
                  </a:lnTo>
                  <a:lnTo>
                    <a:pt x="0" y="387241"/>
                  </a:lnTo>
                  <a:lnTo>
                    <a:pt x="5912" y="390196"/>
                  </a:lnTo>
                  <a:lnTo>
                    <a:pt x="12563" y="392414"/>
                  </a:lnTo>
                  <a:lnTo>
                    <a:pt x="19953" y="393153"/>
                  </a:lnTo>
                  <a:lnTo>
                    <a:pt x="374677" y="393153"/>
                  </a:lnTo>
                  <a:lnTo>
                    <a:pt x="381328" y="392414"/>
                  </a:lnTo>
                  <a:lnTo>
                    <a:pt x="387980" y="390196"/>
                  </a:lnTo>
                  <a:lnTo>
                    <a:pt x="394631" y="387241"/>
                  </a:lnTo>
                  <a:lnTo>
                    <a:pt x="399803" y="382806"/>
                  </a:lnTo>
                  <a:lnTo>
                    <a:pt x="404237" y="377634"/>
                  </a:lnTo>
                  <a:lnTo>
                    <a:pt x="407194" y="371721"/>
                  </a:lnTo>
                  <a:lnTo>
                    <a:pt x="409411" y="365070"/>
                  </a:lnTo>
                  <a:lnTo>
                    <a:pt x="410150" y="357680"/>
                  </a:lnTo>
                  <a:lnTo>
                    <a:pt x="410150" y="25126"/>
                  </a:lnTo>
                  <a:lnTo>
                    <a:pt x="409411" y="17736"/>
                  </a:lnTo>
                  <a:lnTo>
                    <a:pt x="407194" y="11085"/>
                  </a:lnTo>
                  <a:lnTo>
                    <a:pt x="404237" y="5173"/>
                  </a:lnTo>
                  <a:close/>
                </a:path>
              </a:pathLst>
            </a:custGeom>
            <a:solidFill>
              <a:srgbClr val="FF7200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C7BFAF9D-85DD-B7AD-AF54-CDA3B7BC31AE}"/>
                </a:ext>
              </a:extLst>
            </p:cNvPr>
            <p:cNvSpPr/>
            <p:nvPr/>
          </p:nvSpPr>
          <p:spPr>
            <a:xfrm>
              <a:off x="7869740" y="5729377"/>
              <a:ext cx="425668" cy="403498"/>
            </a:xfrm>
            <a:custGeom>
              <a:avLst/>
              <a:gdLst>
                <a:gd name="connsiteX0" fmla="*/ 35472 w 425668"/>
                <a:gd name="connsiteY0" fmla="*/ 0 h 403498"/>
                <a:gd name="connsiteX1" fmla="*/ 390196 w 425668"/>
                <a:gd name="connsiteY1" fmla="*/ 0 h 403498"/>
                <a:gd name="connsiteX2" fmla="*/ 425669 w 425668"/>
                <a:gd name="connsiteY2" fmla="*/ 35472 h 403498"/>
                <a:gd name="connsiteX3" fmla="*/ 425669 w 425668"/>
                <a:gd name="connsiteY3" fmla="*/ 368026 h 403498"/>
                <a:gd name="connsiteX4" fmla="*/ 390196 w 425668"/>
                <a:gd name="connsiteY4" fmla="*/ 403499 h 403498"/>
                <a:gd name="connsiteX5" fmla="*/ 35472 w 425668"/>
                <a:gd name="connsiteY5" fmla="*/ 403499 h 403498"/>
                <a:gd name="connsiteX6" fmla="*/ 0 w 425668"/>
                <a:gd name="connsiteY6" fmla="*/ 368026 h 403498"/>
                <a:gd name="connsiteX7" fmla="*/ 0 w 425668"/>
                <a:gd name="connsiteY7" fmla="*/ 35472 h 403498"/>
                <a:gd name="connsiteX8" fmla="*/ 35472 w 425668"/>
                <a:gd name="connsiteY8" fmla="*/ 0 h 40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668" h="403498">
                  <a:moveTo>
                    <a:pt x="35472" y="0"/>
                  </a:moveTo>
                  <a:lnTo>
                    <a:pt x="390196" y="0"/>
                  </a:lnTo>
                  <a:cubicBezTo>
                    <a:pt x="409410" y="0"/>
                    <a:pt x="425669" y="16258"/>
                    <a:pt x="425669" y="35472"/>
                  </a:cubicBezTo>
                  <a:lnTo>
                    <a:pt x="425669" y="368026"/>
                  </a:lnTo>
                  <a:cubicBezTo>
                    <a:pt x="425669" y="387240"/>
                    <a:pt x="409410" y="403499"/>
                    <a:pt x="390196" y="403499"/>
                  </a:cubicBezTo>
                  <a:lnTo>
                    <a:pt x="35472" y="403499"/>
                  </a:lnTo>
                  <a:cubicBezTo>
                    <a:pt x="16258" y="403499"/>
                    <a:pt x="0" y="387240"/>
                    <a:pt x="0" y="368026"/>
                  </a:cubicBezTo>
                  <a:lnTo>
                    <a:pt x="0" y="35472"/>
                  </a:lnTo>
                  <a:cubicBezTo>
                    <a:pt x="0" y="16258"/>
                    <a:pt x="16258" y="0"/>
                    <a:pt x="35472" y="0"/>
                  </a:cubicBezTo>
                  <a:close/>
                </a:path>
              </a:pathLst>
            </a:custGeom>
            <a:solidFill>
              <a:srgbClr val="FFA000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6B2003-04A5-C0B4-6822-FB9929580576}"/>
                </a:ext>
              </a:extLst>
            </p:cNvPr>
            <p:cNvSpPr/>
            <p:nvPr/>
          </p:nvSpPr>
          <p:spPr>
            <a:xfrm>
              <a:off x="8033799" y="5842445"/>
              <a:ext cx="96809" cy="155930"/>
            </a:xfrm>
            <a:custGeom>
              <a:avLst/>
              <a:gdLst>
                <a:gd name="connsiteX0" fmla="*/ 48774 w 96809"/>
                <a:gd name="connsiteY0" fmla="*/ 0 h 155930"/>
                <a:gd name="connsiteX1" fmla="*/ 96810 w 96809"/>
                <a:gd name="connsiteY1" fmla="*/ 48036 h 155930"/>
                <a:gd name="connsiteX2" fmla="*/ 68728 w 96809"/>
                <a:gd name="connsiteY2" fmla="*/ 92376 h 155930"/>
                <a:gd name="connsiteX3" fmla="*/ 69467 w 96809"/>
                <a:gd name="connsiteY3" fmla="*/ 96071 h 155930"/>
                <a:gd name="connsiteX4" fmla="*/ 90898 w 96809"/>
                <a:gd name="connsiteY4" fmla="*/ 155931 h 155930"/>
                <a:gd name="connsiteX5" fmla="*/ 48774 w 96809"/>
                <a:gd name="connsiteY5" fmla="*/ 155931 h 155930"/>
                <a:gd name="connsiteX6" fmla="*/ 6651 w 96809"/>
                <a:gd name="connsiteY6" fmla="*/ 155931 h 155930"/>
                <a:gd name="connsiteX7" fmla="*/ 28083 w 96809"/>
                <a:gd name="connsiteY7" fmla="*/ 96071 h 155930"/>
                <a:gd name="connsiteX8" fmla="*/ 28822 w 96809"/>
                <a:gd name="connsiteY8" fmla="*/ 92376 h 155930"/>
                <a:gd name="connsiteX9" fmla="*/ 0 w 96809"/>
                <a:gd name="connsiteY9" fmla="*/ 48036 h 155930"/>
                <a:gd name="connsiteX10" fmla="*/ 48774 w 96809"/>
                <a:gd name="connsiteY10" fmla="*/ 0 h 155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6809" h="155930">
                  <a:moveTo>
                    <a:pt x="48774" y="0"/>
                  </a:moveTo>
                  <a:cubicBezTo>
                    <a:pt x="75379" y="0"/>
                    <a:pt x="96810" y="21431"/>
                    <a:pt x="96810" y="48036"/>
                  </a:cubicBezTo>
                  <a:cubicBezTo>
                    <a:pt x="96810" y="67989"/>
                    <a:pt x="84986" y="84986"/>
                    <a:pt x="68728" y="92376"/>
                  </a:cubicBezTo>
                  <a:lnTo>
                    <a:pt x="69467" y="96071"/>
                  </a:lnTo>
                  <a:lnTo>
                    <a:pt x="90898" y="155931"/>
                  </a:lnTo>
                  <a:lnTo>
                    <a:pt x="48774" y="155931"/>
                  </a:lnTo>
                  <a:lnTo>
                    <a:pt x="6651" y="155931"/>
                  </a:lnTo>
                  <a:lnTo>
                    <a:pt x="28083" y="96071"/>
                  </a:lnTo>
                  <a:lnTo>
                    <a:pt x="28822" y="92376"/>
                  </a:lnTo>
                  <a:cubicBezTo>
                    <a:pt x="11824" y="84986"/>
                    <a:pt x="0" y="67989"/>
                    <a:pt x="0" y="48036"/>
                  </a:cubicBezTo>
                  <a:cubicBezTo>
                    <a:pt x="0" y="21431"/>
                    <a:pt x="22170" y="0"/>
                    <a:pt x="48774" y="0"/>
                  </a:cubicBezTo>
                  <a:close/>
                </a:path>
              </a:pathLst>
            </a:custGeom>
            <a:solidFill>
              <a:srgbClr val="FFAE2B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C42EF74-7A73-A194-27D7-FC80D145A8BA}"/>
                </a:ext>
              </a:extLst>
            </p:cNvPr>
            <p:cNvSpPr/>
            <p:nvPr/>
          </p:nvSpPr>
          <p:spPr>
            <a:xfrm>
              <a:off x="8044146" y="5843923"/>
              <a:ext cx="86463" cy="154452"/>
            </a:xfrm>
            <a:custGeom>
              <a:avLst/>
              <a:gdLst>
                <a:gd name="connsiteX0" fmla="*/ 51731 w 86463"/>
                <a:gd name="connsiteY0" fmla="*/ 0 h 154452"/>
                <a:gd name="connsiteX1" fmla="*/ 86464 w 86463"/>
                <a:gd name="connsiteY1" fmla="*/ 46557 h 154452"/>
                <a:gd name="connsiteX2" fmla="*/ 58382 w 86463"/>
                <a:gd name="connsiteY2" fmla="*/ 90898 h 154452"/>
                <a:gd name="connsiteX3" fmla="*/ 59121 w 86463"/>
                <a:gd name="connsiteY3" fmla="*/ 94593 h 154452"/>
                <a:gd name="connsiteX4" fmla="*/ 80552 w 86463"/>
                <a:gd name="connsiteY4" fmla="*/ 154453 h 154452"/>
                <a:gd name="connsiteX5" fmla="*/ 38428 w 86463"/>
                <a:gd name="connsiteY5" fmla="*/ 154453 h 154452"/>
                <a:gd name="connsiteX6" fmla="*/ 6651 w 86463"/>
                <a:gd name="connsiteY6" fmla="*/ 154453 h 154452"/>
                <a:gd name="connsiteX7" fmla="*/ 27343 w 86463"/>
                <a:gd name="connsiteY7" fmla="*/ 96071 h 154452"/>
                <a:gd name="connsiteX8" fmla="*/ 28082 w 86463"/>
                <a:gd name="connsiteY8" fmla="*/ 92376 h 154452"/>
                <a:gd name="connsiteX9" fmla="*/ 0 w 86463"/>
                <a:gd name="connsiteY9" fmla="*/ 48774 h 154452"/>
                <a:gd name="connsiteX10" fmla="*/ 48036 w 86463"/>
                <a:gd name="connsiteY10" fmla="*/ 0 h 154452"/>
                <a:gd name="connsiteX11" fmla="*/ 51731 w 86463"/>
                <a:gd name="connsiteY11" fmla="*/ 0 h 154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6463" h="154452">
                  <a:moveTo>
                    <a:pt x="51731" y="0"/>
                  </a:moveTo>
                  <a:cubicBezTo>
                    <a:pt x="71683" y="5912"/>
                    <a:pt x="86464" y="25126"/>
                    <a:pt x="86464" y="46557"/>
                  </a:cubicBezTo>
                  <a:cubicBezTo>
                    <a:pt x="86464" y="66511"/>
                    <a:pt x="74640" y="83508"/>
                    <a:pt x="58382" y="90898"/>
                  </a:cubicBezTo>
                  <a:lnTo>
                    <a:pt x="59121" y="94593"/>
                  </a:lnTo>
                  <a:lnTo>
                    <a:pt x="80552" y="154453"/>
                  </a:lnTo>
                  <a:lnTo>
                    <a:pt x="38428" y="154453"/>
                  </a:lnTo>
                  <a:lnTo>
                    <a:pt x="6651" y="154453"/>
                  </a:lnTo>
                  <a:lnTo>
                    <a:pt x="27343" y="96071"/>
                  </a:lnTo>
                  <a:lnTo>
                    <a:pt x="28082" y="92376"/>
                  </a:lnTo>
                  <a:cubicBezTo>
                    <a:pt x="11824" y="84986"/>
                    <a:pt x="0" y="67988"/>
                    <a:pt x="0" y="48774"/>
                  </a:cubicBezTo>
                  <a:cubicBezTo>
                    <a:pt x="0" y="22170"/>
                    <a:pt x="21431" y="0"/>
                    <a:pt x="48036" y="0"/>
                  </a:cubicBezTo>
                  <a:cubicBezTo>
                    <a:pt x="49513" y="0"/>
                    <a:pt x="50770" y="0"/>
                    <a:pt x="51731" y="0"/>
                  </a:cubicBezTo>
                  <a:close/>
                </a:path>
              </a:pathLst>
            </a:custGeom>
            <a:solidFill>
              <a:srgbClr val="FF5A1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6CAD0670-3135-BC8A-1A93-06D634BB7CB7}"/>
                </a:ext>
              </a:extLst>
            </p:cNvPr>
            <p:cNvSpPr/>
            <p:nvPr/>
          </p:nvSpPr>
          <p:spPr>
            <a:xfrm>
              <a:off x="7495062" y="2206522"/>
              <a:ext cx="889027" cy="562401"/>
            </a:xfrm>
            <a:custGeom>
              <a:avLst/>
              <a:gdLst>
                <a:gd name="connsiteX0" fmla="*/ 204706 w 889027"/>
                <a:gd name="connsiteY0" fmla="*/ 152236 h 562401"/>
                <a:gd name="connsiteX1" fmla="*/ 244612 w 889027"/>
                <a:gd name="connsiteY1" fmla="*/ 155931 h 562401"/>
                <a:gd name="connsiteX2" fmla="*/ 483312 w 889027"/>
                <a:gd name="connsiteY2" fmla="*/ 0 h 562401"/>
                <a:gd name="connsiteX3" fmla="*/ 741226 w 889027"/>
                <a:gd name="connsiteY3" fmla="*/ 221703 h 562401"/>
                <a:gd name="connsiteX4" fmla="*/ 889028 w 889027"/>
                <a:gd name="connsiteY4" fmla="*/ 390197 h 562401"/>
                <a:gd name="connsiteX5" fmla="*/ 717577 w 889027"/>
                <a:gd name="connsiteY5" fmla="*/ 560908 h 562401"/>
                <a:gd name="connsiteX6" fmla="*/ 195098 w 889027"/>
                <a:gd name="connsiteY6" fmla="*/ 560908 h 562401"/>
                <a:gd name="connsiteX7" fmla="*/ 0 w 889027"/>
                <a:gd name="connsiteY7" fmla="*/ 356202 h 562401"/>
                <a:gd name="connsiteX8" fmla="*/ 204706 w 889027"/>
                <a:gd name="connsiteY8" fmla="*/ 152236 h 56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9027" h="562401">
                  <a:moveTo>
                    <a:pt x="204706" y="152236"/>
                  </a:moveTo>
                  <a:cubicBezTo>
                    <a:pt x="218525" y="152236"/>
                    <a:pt x="231827" y="153470"/>
                    <a:pt x="244612" y="155931"/>
                  </a:cubicBezTo>
                  <a:cubicBezTo>
                    <a:pt x="284518" y="64294"/>
                    <a:pt x="376156" y="0"/>
                    <a:pt x="483312" y="0"/>
                  </a:cubicBezTo>
                  <a:cubicBezTo>
                    <a:pt x="614116" y="0"/>
                    <a:pt x="722012" y="96071"/>
                    <a:pt x="741226" y="221703"/>
                  </a:cubicBezTo>
                  <a:cubicBezTo>
                    <a:pt x="823995" y="232788"/>
                    <a:pt x="889028" y="304472"/>
                    <a:pt x="889028" y="390197"/>
                  </a:cubicBezTo>
                  <a:cubicBezTo>
                    <a:pt x="889028" y="484790"/>
                    <a:pt x="811432" y="560908"/>
                    <a:pt x="717577" y="560908"/>
                  </a:cubicBezTo>
                  <a:cubicBezTo>
                    <a:pt x="411628" y="561647"/>
                    <a:pt x="443405" y="563864"/>
                    <a:pt x="195098" y="560908"/>
                  </a:cubicBezTo>
                  <a:cubicBezTo>
                    <a:pt x="87203" y="559430"/>
                    <a:pt x="0" y="462619"/>
                    <a:pt x="0" y="356202"/>
                  </a:cubicBezTo>
                  <a:cubicBezTo>
                    <a:pt x="0" y="243873"/>
                    <a:pt x="92376" y="152236"/>
                    <a:pt x="204706" y="152236"/>
                  </a:cubicBezTo>
                  <a:close/>
                </a:path>
              </a:pathLst>
            </a:custGeom>
            <a:solidFill>
              <a:srgbClr val="FFFF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C162553-94E5-074B-E8C1-5B691A0A16C7}"/>
                </a:ext>
              </a:extLst>
            </p:cNvPr>
            <p:cNvSpPr/>
            <p:nvPr/>
          </p:nvSpPr>
          <p:spPr>
            <a:xfrm>
              <a:off x="7490628" y="2202827"/>
              <a:ext cx="897156" cy="570217"/>
            </a:xfrm>
            <a:custGeom>
              <a:avLst/>
              <a:gdLst>
                <a:gd name="connsiteX0" fmla="*/ 209140 w 897156"/>
                <a:gd name="connsiteY0" fmla="*/ 151497 h 570217"/>
                <a:gd name="connsiteX1" fmla="*/ 229093 w 897156"/>
                <a:gd name="connsiteY1" fmla="*/ 152975 h 570217"/>
                <a:gd name="connsiteX2" fmla="*/ 246090 w 897156"/>
                <a:gd name="connsiteY2" fmla="*/ 155192 h 570217"/>
                <a:gd name="connsiteX3" fmla="*/ 342900 w 897156"/>
                <a:gd name="connsiteY3" fmla="*/ 42863 h 570217"/>
                <a:gd name="connsiteX4" fmla="*/ 487746 w 897156"/>
                <a:gd name="connsiteY4" fmla="*/ 0 h 570217"/>
                <a:gd name="connsiteX5" fmla="*/ 659935 w 897156"/>
                <a:gd name="connsiteY5" fmla="*/ 63555 h 570217"/>
                <a:gd name="connsiteX6" fmla="*/ 749355 w 897156"/>
                <a:gd name="connsiteY6" fmla="*/ 221703 h 570217"/>
                <a:gd name="connsiteX7" fmla="*/ 854294 w 897156"/>
                <a:gd name="connsiteY7" fmla="*/ 279345 h 570217"/>
                <a:gd name="connsiteX8" fmla="*/ 897157 w 897156"/>
                <a:gd name="connsiteY8" fmla="*/ 393892 h 570217"/>
                <a:gd name="connsiteX9" fmla="*/ 846165 w 897156"/>
                <a:gd name="connsiteY9" fmla="*/ 517306 h 570217"/>
                <a:gd name="connsiteX10" fmla="*/ 722011 w 897156"/>
                <a:gd name="connsiteY10" fmla="*/ 569037 h 570217"/>
                <a:gd name="connsiteX11" fmla="*/ 495136 w 897156"/>
                <a:gd name="connsiteY11" fmla="*/ 569776 h 570217"/>
                <a:gd name="connsiteX12" fmla="*/ 199532 w 897156"/>
                <a:gd name="connsiteY12" fmla="*/ 568298 h 570217"/>
                <a:gd name="connsiteX13" fmla="*/ 59860 w 897156"/>
                <a:gd name="connsiteY13" fmla="*/ 505482 h 570217"/>
                <a:gd name="connsiteX14" fmla="*/ 0 w 897156"/>
                <a:gd name="connsiteY14" fmla="*/ 359897 h 570217"/>
                <a:gd name="connsiteX15" fmla="*/ 61338 w 897156"/>
                <a:gd name="connsiteY15" fmla="*/ 212835 h 570217"/>
                <a:gd name="connsiteX16" fmla="*/ 209140 w 897156"/>
                <a:gd name="connsiteY16" fmla="*/ 151497 h 570217"/>
                <a:gd name="connsiteX17" fmla="*/ 209140 w 897156"/>
                <a:gd name="connsiteY17" fmla="*/ 160365 h 570217"/>
                <a:gd name="connsiteX18" fmla="*/ 67250 w 897156"/>
                <a:gd name="connsiteY18" fmla="*/ 218747 h 570217"/>
                <a:gd name="connsiteX19" fmla="*/ 8868 w 897156"/>
                <a:gd name="connsiteY19" fmla="*/ 359897 h 570217"/>
                <a:gd name="connsiteX20" fmla="*/ 65772 w 897156"/>
                <a:gd name="connsiteY20" fmla="*/ 499570 h 570217"/>
                <a:gd name="connsiteX21" fmla="*/ 200271 w 897156"/>
                <a:gd name="connsiteY21" fmla="*/ 560169 h 570217"/>
                <a:gd name="connsiteX22" fmla="*/ 495136 w 897156"/>
                <a:gd name="connsiteY22" fmla="*/ 561647 h 570217"/>
                <a:gd name="connsiteX23" fmla="*/ 722011 w 897156"/>
                <a:gd name="connsiteY23" fmla="*/ 560169 h 570217"/>
                <a:gd name="connsiteX24" fmla="*/ 840252 w 897156"/>
                <a:gd name="connsiteY24" fmla="*/ 511394 h 570217"/>
                <a:gd name="connsiteX25" fmla="*/ 889028 w 897156"/>
                <a:gd name="connsiteY25" fmla="*/ 393892 h 570217"/>
                <a:gd name="connsiteX26" fmla="*/ 847643 w 897156"/>
                <a:gd name="connsiteY26" fmla="*/ 285257 h 570217"/>
                <a:gd name="connsiteX27" fmla="*/ 744921 w 897156"/>
                <a:gd name="connsiteY27" fmla="*/ 229093 h 570217"/>
                <a:gd name="connsiteX28" fmla="*/ 741226 w 897156"/>
                <a:gd name="connsiteY28" fmla="*/ 226137 h 570217"/>
                <a:gd name="connsiteX29" fmla="*/ 654761 w 897156"/>
                <a:gd name="connsiteY29" fmla="*/ 70206 h 570217"/>
                <a:gd name="connsiteX30" fmla="*/ 487746 w 897156"/>
                <a:gd name="connsiteY30" fmla="*/ 8129 h 570217"/>
                <a:gd name="connsiteX31" fmla="*/ 347334 w 897156"/>
                <a:gd name="connsiteY31" fmla="*/ 49514 h 570217"/>
                <a:gd name="connsiteX32" fmla="*/ 252741 w 897156"/>
                <a:gd name="connsiteY32" fmla="*/ 161104 h 570217"/>
                <a:gd name="connsiteX33" fmla="*/ 248307 w 897156"/>
                <a:gd name="connsiteY33" fmla="*/ 164060 h 570217"/>
                <a:gd name="connsiteX34" fmla="*/ 228354 w 897156"/>
                <a:gd name="connsiteY34" fmla="*/ 161104 h 570217"/>
                <a:gd name="connsiteX35" fmla="*/ 209140 w 897156"/>
                <a:gd name="connsiteY35" fmla="*/ 160365 h 570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97156" h="570217">
                  <a:moveTo>
                    <a:pt x="209140" y="151497"/>
                  </a:moveTo>
                  <a:cubicBezTo>
                    <a:pt x="216012" y="151497"/>
                    <a:pt x="222663" y="151992"/>
                    <a:pt x="229093" y="152975"/>
                  </a:cubicBezTo>
                  <a:cubicBezTo>
                    <a:pt x="235005" y="153470"/>
                    <a:pt x="240695" y="154209"/>
                    <a:pt x="246090" y="155192"/>
                  </a:cubicBezTo>
                  <a:cubicBezTo>
                    <a:pt x="267521" y="109373"/>
                    <a:pt x="300776" y="70206"/>
                    <a:pt x="342900" y="42863"/>
                  </a:cubicBezTo>
                  <a:cubicBezTo>
                    <a:pt x="384284" y="15519"/>
                    <a:pt x="434537" y="0"/>
                    <a:pt x="487746" y="0"/>
                  </a:cubicBezTo>
                  <a:cubicBezTo>
                    <a:pt x="553518" y="0"/>
                    <a:pt x="613377" y="23648"/>
                    <a:pt x="659935" y="63555"/>
                  </a:cubicBezTo>
                  <a:cubicBezTo>
                    <a:pt x="706492" y="103461"/>
                    <a:pt x="739009" y="158887"/>
                    <a:pt x="749355" y="221703"/>
                  </a:cubicBezTo>
                  <a:cubicBezTo>
                    <a:pt x="790739" y="228354"/>
                    <a:pt x="827690" y="249046"/>
                    <a:pt x="854294" y="279345"/>
                  </a:cubicBezTo>
                  <a:cubicBezTo>
                    <a:pt x="880898" y="310384"/>
                    <a:pt x="897157" y="350290"/>
                    <a:pt x="897157" y="393892"/>
                  </a:cubicBezTo>
                  <a:cubicBezTo>
                    <a:pt x="897157" y="442666"/>
                    <a:pt x="877943" y="486268"/>
                    <a:pt x="846165" y="517306"/>
                  </a:cubicBezTo>
                  <a:cubicBezTo>
                    <a:pt x="814387" y="549083"/>
                    <a:pt x="770047" y="569037"/>
                    <a:pt x="722011" y="569037"/>
                  </a:cubicBezTo>
                  <a:cubicBezTo>
                    <a:pt x="612638" y="569037"/>
                    <a:pt x="546128" y="569037"/>
                    <a:pt x="495136" y="569776"/>
                  </a:cubicBezTo>
                  <a:cubicBezTo>
                    <a:pt x="402760" y="570515"/>
                    <a:pt x="359158" y="570515"/>
                    <a:pt x="199532" y="568298"/>
                  </a:cubicBezTo>
                  <a:cubicBezTo>
                    <a:pt x="145584" y="567559"/>
                    <a:pt x="96071" y="543171"/>
                    <a:pt x="59860" y="505482"/>
                  </a:cubicBezTo>
                  <a:cubicBezTo>
                    <a:pt x="22909" y="467053"/>
                    <a:pt x="0" y="414584"/>
                    <a:pt x="0" y="359897"/>
                  </a:cubicBezTo>
                  <a:cubicBezTo>
                    <a:pt x="0" y="302994"/>
                    <a:pt x="23648" y="250524"/>
                    <a:pt x="61338" y="212835"/>
                  </a:cubicBezTo>
                  <a:cubicBezTo>
                    <a:pt x="99027" y="175145"/>
                    <a:pt x="151497" y="151497"/>
                    <a:pt x="209140" y="151497"/>
                  </a:cubicBezTo>
                  <a:close/>
                  <a:moveTo>
                    <a:pt x="209140" y="160365"/>
                  </a:moveTo>
                  <a:cubicBezTo>
                    <a:pt x="153714" y="160365"/>
                    <a:pt x="103461" y="182535"/>
                    <a:pt x="67250" y="218747"/>
                  </a:cubicBezTo>
                  <a:cubicBezTo>
                    <a:pt x="31038" y="254958"/>
                    <a:pt x="8868" y="305211"/>
                    <a:pt x="8868" y="359897"/>
                  </a:cubicBezTo>
                  <a:cubicBezTo>
                    <a:pt x="8868" y="412367"/>
                    <a:pt x="30299" y="462619"/>
                    <a:pt x="65772" y="499570"/>
                  </a:cubicBezTo>
                  <a:cubicBezTo>
                    <a:pt x="100505" y="535781"/>
                    <a:pt x="147802" y="559430"/>
                    <a:pt x="200271" y="560169"/>
                  </a:cubicBezTo>
                  <a:cubicBezTo>
                    <a:pt x="359158" y="562386"/>
                    <a:pt x="402760" y="561647"/>
                    <a:pt x="495136" y="561647"/>
                  </a:cubicBezTo>
                  <a:cubicBezTo>
                    <a:pt x="546128" y="560908"/>
                    <a:pt x="612638" y="560908"/>
                    <a:pt x="722011" y="560169"/>
                  </a:cubicBezTo>
                  <a:cubicBezTo>
                    <a:pt x="767830" y="560169"/>
                    <a:pt x="809953" y="541693"/>
                    <a:pt x="840252" y="511394"/>
                  </a:cubicBezTo>
                  <a:cubicBezTo>
                    <a:pt x="870553" y="481834"/>
                    <a:pt x="889028" y="440449"/>
                    <a:pt x="889028" y="393892"/>
                  </a:cubicBezTo>
                  <a:cubicBezTo>
                    <a:pt x="889028" y="352507"/>
                    <a:pt x="873508" y="314079"/>
                    <a:pt x="847643" y="285257"/>
                  </a:cubicBezTo>
                  <a:cubicBezTo>
                    <a:pt x="821777" y="255697"/>
                    <a:pt x="785567" y="235005"/>
                    <a:pt x="744921" y="229093"/>
                  </a:cubicBezTo>
                  <a:cubicBezTo>
                    <a:pt x="743443" y="229093"/>
                    <a:pt x="741965" y="227615"/>
                    <a:pt x="741226" y="226137"/>
                  </a:cubicBezTo>
                  <a:cubicBezTo>
                    <a:pt x="731619" y="164060"/>
                    <a:pt x="700581" y="108634"/>
                    <a:pt x="654761" y="70206"/>
                  </a:cubicBezTo>
                  <a:cubicBezTo>
                    <a:pt x="609682" y="31038"/>
                    <a:pt x="551300" y="8129"/>
                    <a:pt x="487746" y="8129"/>
                  </a:cubicBezTo>
                  <a:cubicBezTo>
                    <a:pt x="436015" y="8129"/>
                    <a:pt x="387980" y="22909"/>
                    <a:pt x="347334" y="49514"/>
                  </a:cubicBezTo>
                  <a:cubicBezTo>
                    <a:pt x="305950" y="76857"/>
                    <a:pt x="272694" y="115285"/>
                    <a:pt x="252741" y="161104"/>
                  </a:cubicBezTo>
                  <a:cubicBezTo>
                    <a:pt x="252002" y="163321"/>
                    <a:pt x="249785" y="164060"/>
                    <a:pt x="248307" y="164060"/>
                  </a:cubicBezTo>
                  <a:cubicBezTo>
                    <a:pt x="241877" y="162582"/>
                    <a:pt x="235226" y="161599"/>
                    <a:pt x="228354" y="161104"/>
                  </a:cubicBezTo>
                  <a:cubicBezTo>
                    <a:pt x="221925" y="160609"/>
                    <a:pt x="215569" y="160365"/>
                    <a:pt x="209140" y="160365"/>
                  </a:cubicBezTo>
                  <a:close/>
                </a:path>
              </a:pathLst>
            </a:custGeom>
            <a:solidFill>
              <a:srgbClr val="7433EE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2414B85-222D-EDCC-A092-55F0CB3A9716}"/>
                </a:ext>
              </a:extLst>
            </p:cNvPr>
            <p:cNvSpPr/>
            <p:nvPr/>
          </p:nvSpPr>
          <p:spPr>
            <a:xfrm>
              <a:off x="7788637" y="2474043"/>
              <a:ext cx="301356" cy="334031"/>
            </a:xfrm>
            <a:custGeom>
              <a:avLst/>
              <a:gdLst>
                <a:gd name="connsiteX0" fmla="*/ 209689 w 301356"/>
                <a:gd name="connsiteY0" fmla="*/ 323686 h 334031"/>
                <a:gd name="connsiteX1" fmla="*/ 209689 w 301356"/>
                <a:gd name="connsiteY1" fmla="*/ 175145 h 334031"/>
                <a:gd name="connsiteX2" fmla="*/ 290980 w 301356"/>
                <a:gd name="connsiteY2" fmla="*/ 175145 h 334031"/>
                <a:gd name="connsiteX3" fmla="*/ 300588 w 301356"/>
                <a:gd name="connsiteY3" fmla="*/ 169233 h 334031"/>
                <a:gd name="connsiteX4" fmla="*/ 299110 w 301356"/>
                <a:gd name="connsiteY4" fmla="*/ 157409 h 334031"/>
                <a:gd name="connsiteX5" fmla="*/ 158698 w 301356"/>
                <a:gd name="connsiteY5" fmla="*/ 2956 h 334031"/>
                <a:gd name="connsiteX6" fmla="*/ 150569 w 301356"/>
                <a:gd name="connsiteY6" fmla="*/ 0 h 334031"/>
                <a:gd name="connsiteX7" fmla="*/ 143178 w 301356"/>
                <a:gd name="connsiteY7" fmla="*/ 2956 h 334031"/>
                <a:gd name="connsiteX8" fmla="*/ 2767 w 301356"/>
                <a:gd name="connsiteY8" fmla="*/ 157409 h 334031"/>
                <a:gd name="connsiteX9" fmla="*/ 1289 w 301356"/>
                <a:gd name="connsiteY9" fmla="*/ 169233 h 334031"/>
                <a:gd name="connsiteX10" fmla="*/ 10897 w 301356"/>
                <a:gd name="connsiteY10" fmla="*/ 175145 h 334031"/>
                <a:gd name="connsiteX11" fmla="*/ 92188 w 301356"/>
                <a:gd name="connsiteY11" fmla="*/ 175145 h 334031"/>
                <a:gd name="connsiteX12" fmla="*/ 92188 w 301356"/>
                <a:gd name="connsiteY12" fmla="*/ 323686 h 334031"/>
                <a:gd name="connsiteX13" fmla="*/ 102533 w 301356"/>
                <a:gd name="connsiteY13" fmla="*/ 334032 h 334031"/>
                <a:gd name="connsiteX14" fmla="*/ 198604 w 301356"/>
                <a:gd name="connsiteY14" fmla="*/ 334032 h 334031"/>
                <a:gd name="connsiteX15" fmla="*/ 209689 w 301356"/>
                <a:gd name="connsiteY15" fmla="*/ 323686 h 33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1356" h="334031">
                  <a:moveTo>
                    <a:pt x="209689" y="323686"/>
                  </a:moveTo>
                  <a:lnTo>
                    <a:pt x="209689" y="175145"/>
                  </a:lnTo>
                  <a:lnTo>
                    <a:pt x="290980" y="175145"/>
                  </a:lnTo>
                  <a:cubicBezTo>
                    <a:pt x="295415" y="175145"/>
                    <a:pt x="299110" y="172928"/>
                    <a:pt x="300588" y="169233"/>
                  </a:cubicBezTo>
                  <a:cubicBezTo>
                    <a:pt x="302065" y="164799"/>
                    <a:pt x="301326" y="160365"/>
                    <a:pt x="299110" y="157409"/>
                  </a:cubicBezTo>
                  <a:lnTo>
                    <a:pt x="158698" y="2956"/>
                  </a:lnTo>
                  <a:cubicBezTo>
                    <a:pt x="156703" y="983"/>
                    <a:pt x="154043" y="0"/>
                    <a:pt x="150569" y="0"/>
                  </a:cubicBezTo>
                  <a:cubicBezTo>
                    <a:pt x="147613" y="0"/>
                    <a:pt x="145174" y="983"/>
                    <a:pt x="143178" y="2956"/>
                  </a:cubicBezTo>
                  <a:lnTo>
                    <a:pt x="2767" y="157409"/>
                  </a:lnTo>
                  <a:cubicBezTo>
                    <a:pt x="-189" y="160365"/>
                    <a:pt x="-928" y="164799"/>
                    <a:pt x="1289" y="169233"/>
                  </a:cubicBezTo>
                  <a:cubicBezTo>
                    <a:pt x="2767" y="172928"/>
                    <a:pt x="6462" y="175145"/>
                    <a:pt x="10897" y="175145"/>
                  </a:cubicBezTo>
                  <a:lnTo>
                    <a:pt x="92188" y="175145"/>
                  </a:lnTo>
                  <a:lnTo>
                    <a:pt x="92188" y="323686"/>
                  </a:lnTo>
                  <a:cubicBezTo>
                    <a:pt x="92188" y="329598"/>
                    <a:pt x="96621" y="334032"/>
                    <a:pt x="102533" y="334032"/>
                  </a:cubicBezTo>
                  <a:lnTo>
                    <a:pt x="198604" y="334032"/>
                  </a:lnTo>
                  <a:cubicBezTo>
                    <a:pt x="204517" y="334032"/>
                    <a:pt x="209689" y="329598"/>
                    <a:pt x="209689" y="323686"/>
                  </a:cubicBezTo>
                  <a:close/>
                </a:path>
              </a:pathLst>
            </a:custGeom>
            <a:solidFill>
              <a:srgbClr val="7433EE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E29FB310-3BF1-1170-20EC-3A2E29CF4EAD}"/>
                </a:ext>
              </a:extLst>
            </p:cNvPr>
            <p:cNvSpPr/>
            <p:nvPr/>
          </p:nvSpPr>
          <p:spPr>
            <a:xfrm>
              <a:off x="5401037" y="4643034"/>
              <a:ext cx="345697" cy="582072"/>
            </a:xfrm>
            <a:custGeom>
              <a:avLst/>
              <a:gdLst>
                <a:gd name="connsiteX0" fmla="*/ 220638 w 345697"/>
                <a:gd name="connsiteY0" fmla="*/ 517306 h 582072"/>
                <a:gd name="connsiteX1" fmla="*/ 265718 w 345697"/>
                <a:gd name="connsiteY1" fmla="*/ 561647 h 582072"/>
                <a:gd name="connsiteX2" fmla="*/ 309319 w 345697"/>
                <a:gd name="connsiteY2" fmla="*/ 579383 h 582072"/>
                <a:gd name="connsiteX3" fmla="*/ 344052 w 345697"/>
                <a:gd name="connsiteY3" fmla="*/ 523218 h 582072"/>
                <a:gd name="connsiteX4" fmla="*/ 332967 w 345697"/>
                <a:gd name="connsiteY4" fmla="*/ 512872 h 582072"/>
                <a:gd name="connsiteX5" fmla="*/ 315231 w 345697"/>
                <a:gd name="connsiteY5" fmla="*/ 487746 h 582072"/>
                <a:gd name="connsiteX6" fmla="*/ 260545 w 345697"/>
                <a:gd name="connsiteY6" fmla="*/ 472966 h 582072"/>
                <a:gd name="connsiteX7" fmla="*/ 100919 w 345697"/>
                <a:gd name="connsiteY7" fmla="*/ 322208 h 582072"/>
                <a:gd name="connsiteX8" fmla="*/ 131218 w 345697"/>
                <a:gd name="connsiteY8" fmla="*/ 226137 h 582072"/>
                <a:gd name="connsiteX9" fmla="*/ 149693 w 345697"/>
                <a:gd name="connsiteY9" fmla="*/ 0 h 582072"/>
                <a:gd name="connsiteX10" fmla="*/ 40320 w 345697"/>
                <a:gd name="connsiteY10" fmla="*/ 197315 h 582072"/>
                <a:gd name="connsiteX11" fmla="*/ 413 w 345697"/>
                <a:gd name="connsiteY11" fmla="*/ 356941 h 582072"/>
                <a:gd name="connsiteX12" fmla="*/ 220638 w 345697"/>
                <a:gd name="connsiteY12" fmla="*/ 517306 h 582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5697" h="582072">
                  <a:moveTo>
                    <a:pt x="220638" y="517306"/>
                  </a:moveTo>
                  <a:cubicBezTo>
                    <a:pt x="233201" y="541693"/>
                    <a:pt x="246503" y="560169"/>
                    <a:pt x="265718" y="561647"/>
                  </a:cubicBezTo>
                  <a:cubicBezTo>
                    <a:pt x="276064" y="582339"/>
                    <a:pt x="296017" y="585295"/>
                    <a:pt x="309319" y="579383"/>
                  </a:cubicBezTo>
                  <a:cubicBezTo>
                    <a:pt x="328533" y="571254"/>
                    <a:pt x="352182" y="537259"/>
                    <a:pt x="344052" y="523218"/>
                  </a:cubicBezTo>
                  <a:cubicBezTo>
                    <a:pt x="341836" y="516567"/>
                    <a:pt x="337402" y="514350"/>
                    <a:pt x="332967" y="512872"/>
                  </a:cubicBezTo>
                  <a:cubicBezTo>
                    <a:pt x="327794" y="502526"/>
                    <a:pt x="324838" y="495136"/>
                    <a:pt x="315231" y="487746"/>
                  </a:cubicBezTo>
                  <a:cubicBezTo>
                    <a:pt x="293800" y="474443"/>
                    <a:pt x="281237" y="481834"/>
                    <a:pt x="260545" y="472966"/>
                  </a:cubicBezTo>
                  <a:cubicBezTo>
                    <a:pt x="196990" y="431581"/>
                    <a:pt x="159300" y="366548"/>
                    <a:pt x="100919" y="322208"/>
                  </a:cubicBezTo>
                  <a:cubicBezTo>
                    <a:pt x="100919" y="322208"/>
                    <a:pt x="112004" y="291909"/>
                    <a:pt x="131218" y="226137"/>
                  </a:cubicBezTo>
                  <a:cubicBezTo>
                    <a:pt x="131218" y="226137"/>
                    <a:pt x="228028" y="36211"/>
                    <a:pt x="149693" y="0"/>
                  </a:cubicBezTo>
                  <a:cubicBezTo>
                    <a:pt x="149693" y="0"/>
                    <a:pt x="68402" y="14041"/>
                    <a:pt x="40320" y="197315"/>
                  </a:cubicBezTo>
                  <a:cubicBezTo>
                    <a:pt x="40320" y="197315"/>
                    <a:pt x="-4760" y="321469"/>
                    <a:pt x="413" y="356941"/>
                  </a:cubicBezTo>
                  <a:cubicBezTo>
                    <a:pt x="33669" y="384285"/>
                    <a:pt x="217682" y="514350"/>
                    <a:pt x="220638" y="517306"/>
                  </a:cubicBezTo>
                  <a:close/>
                </a:path>
              </a:pathLst>
            </a:custGeom>
            <a:solidFill>
              <a:srgbClr val="FDDDB6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0BA4D8F7-08E0-7B74-C788-1B1351E5AE7E}"/>
                </a:ext>
              </a:extLst>
            </p:cNvPr>
            <p:cNvSpPr/>
            <p:nvPr/>
          </p:nvSpPr>
          <p:spPr>
            <a:xfrm>
              <a:off x="5395538" y="4628993"/>
              <a:ext cx="264803" cy="535042"/>
            </a:xfrm>
            <a:custGeom>
              <a:avLst/>
              <a:gdLst>
                <a:gd name="connsiteX0" fmla="*/ 151497 w 264803"/>
                <a:gd name="connsiteY0" fmla="*/ 0 h 535042"/>
                <a:gd name="connsiteX1" fmla="*/ 51731 w 264803"/>
                <a:gd name="connsiteY1" fmla="*/ 177362 h 535042"/>
                <a:gd name="connsiteX2" fmla="*/ 0 w 264803"/>
                <a:gd name="connsiteY2" fmla="*/ 373199 h 535042"/>
                <a:gd name="connsiteX3" fmla="*/ 225398 w 264803"/>
                <a:gd name="connsiteY3" fmla="*/ 535042 h 535042"/>
                <a:gd name="connsiteX4" fmla="*/ 264565 w 264803"/>
                <a:gd name="connsiteY4" fmla="*/ 489963 h 535042"/>
                <a:gd name="connsiteX5" fmla="*/ 107895 w 264803"/>
                <a:gd name="connsiteY5" fmla="*/ 337727 h 535042"/>
                <a:gd name="connsiteX6" fmla="*/ 157409 w 264803"/>
                <a:gd name="connsiteY6" fmla="*/ 209879 h 535042"/>
                <a:gd name="connsiteX7" fmla="*/ 151497 w 264803"/>
                <a:gd name="connsiteY7" fmla="*/ 0 h 535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4803" h="535042">
                  <a:moveTo>
                    <a:pt x="151497" y="0"/>
                  </a:moveTo>
                  <a:cubicBezTo>
                    <a:pt x="151497" y="0"/>
                    <a:pt x="67250" y="1478"/>
                    <a:pt x="51731" y="177362"/>
                  </a:cubicBezTo>
                  <a:cubicBezTo>
                    <a:pt x="31777" y="218008"/>
                    <a:pt x="2956" y="339205"/>
                    <a:pt x="0" y="373199"/>
                  </a:cubicBezTo>
                  <a:cubicBezTo>
                    <a:pt x="9607" y="388718"/>
                    <a:pt x="220964" y="535042"/>
                    <a:pt x="225398" y="535042"/>
                  </a:cubicBezTo>
                  <a:cubicBezTo>
                    <a:pt x="242395" y="533564"/>
                    <a:pt x="267521" y="508438"/>
                    <a:pt x="264565" y="489963"/>
                  </a:cubicBezTo>
                  <a:cubicBezTo>
                    <a:pt x="263087" y="476661"/>
                    <a:pt x="116763" y="339205"/>
                    <a:pt x="107895" y="337727"/>
                  </a:cubicBezTo>
                  <a:cubicBezTo>
                    <a:pt x="119719" y="319252"/>
                    <a:pt x="150758" y="243134"/>
                    <a:pt x="157409" y="209879"/>
                  </a:cubicBezTo>
                  <a:cubicBezTo>
                    <a:pt x="157409" y="209879"/>
                    <a:pt x="229832" y="36211"/>
                    <a:pt x="151497" y="0"/>
                  </a:cubicBezTo>
                  <a:close/>
                </a:path>
              </a:pathLst>
            </a:custGeom>
            <a:solidFill>
              <a:srgbClr val="FF7200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38C7042A-3268-0456-C7EB-D04F8DD7803F}"/>
                </a:ext>
              </a:extLst>
            </p:cNvPr>
            <p:cNvSpPr/>
            <p:nvPr/>
          </p:nvSpPr>
          <p:spPr>
            <a:xfrm>
              <a:off x="5395538" y="4641556"/>
              <a:ext cx="256436" cy="522479"/>
            </a:xfrm>
            <a:custGeom>
              <a:avLst/>
              <a:gdLst>
                <a:gd name="connsiteX0" fmla="*/ 119719 w 256436"/>
                <a:gd name="connsiteY0" fmla="*/ 0 h 522479"/>
                <a:gd name="connsiteX1" fmla="*/ 51731 w 256436"/>
                <a:gd name="connsiteY1" fmla="*/ 164799 h 522479"/>
                <a:gd name="connsiteX2" fmla="*/ 0 w 256436"/>
                <a:gd name="connsiteY2" fmla="*/ 360636 h 522479"/>
                <a:gd name="connsiteX3" fmla="*/ 225398 w 256436"/>
                <a:gd name="connsiteY3" fmla="*/ 522479 h 522479"/>
                <a:gd name="connsiteX4" fmla="*/ 256436 w 256436"/>
                <a:gd name="connsiteY4" fmla="*/ 501787 h 522479"/>
                <a:gd name="connsiteX5" fmla="*/ 62077 w 256436"/>
                <a:gd name="connsiteY5" fmla="*/ 329598 h 522479"/>
                <a:gd name="connsiteX6" fmla="*/ 111590 w 256436"/>
                <a:gd name="connsiteY6" fmla="*/ 201749 h 522479"/>
                <a:gd name="connsiteX7" fmla="*/ 119719 w 256436"/>
                <a:gd name="connsiteY7" fmla="*/ 0 h 52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6436" h="522479">
                  <a:moveTo>
                    <a:pt x="119719" y="0"/>
                  </a:moveTo>
                  <a:cubicBezTo>
                    <a:pt x="93854" y="17736"/>
                    <a:pt x="60599" y="61338"/>
                    <a:pt x="51731" y="164799"/>
                  </a:cubicBezTo>
                  <a:cubicBezTo>
                    <a:pt x="31777" y="205444"/>
                    <a:pt x="2956" y="326642"/>
                    <a:pt x="0" y="360636"/>
                  </a:cubicBezTo>
                  <a:cubicBezTo>
                    <a:pt x="9607" y="376155"/>
                    <a:pt x="220964" y="522479"/>
                    <a:pt x="225398" y="522479"/>
                  </a:cubicBezTo>
                  <a:cubicBezTo>
                    <a:pt x="235005" y="521740"/>
                    <a:pt x="247568" y="512872"/>
                    <a:pt x="256436" y="501787"/>
                  </a:cubicBezTo>
                  <a:cubicBezTo>
                    <a:pt x="213574" y="457446"/>
                    <a:pt x="86464" y="346595"/>
                    <a:pt x="62077" y="329598"/>
                  </a:cubicBezTo>
                  <a:cubicBezTo>
                    <a:pt x="74640" y="310384"/>
                    <a:pt x="105678" y="234266"/>
                    <a:pt x="111590" y="201749"/>
                  </a:cubicBezTo>
                  <a:cubicBezTo>
                    <a:pt x="111590" y="201749"/>
                    <a:pt x="175145" y="49513"/>
                    <a:pt x="119719" y="0"/>
                  </a:cubicBezTo>
                  <a:close/>
                </a:path>
              </a:pathLst>
            </a:custGeom>
            <a:solidFill>
              <a:srgbClr val="FFA000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2C3998D0-1D79-7AA2-48F4-00C0E53AC1E0}"/>
                </a:ext>
              </a:extLst>
            </p:cNvPr>
            <p:cNvSpPr/>
            <p:nvPr/>
          </p:nvSpPr>
          <p:spPr>
            <a:xfrm>
              <a:off x="5575857" y="6040499"/>
              <a:ext cx="94593" cy="80552"/>
            </a:xfrm>
            <a:custGeom>
              <a:avLst/>
              <a:gdLst>
                <a:gd name="connsiteX0" fmla="*/ 94593 w 94593"/>
                <a:gd name="connsiteY0" fmla="*/ 2956 h 80552"/>
                <a:gd name="connsiteX1" fmla="*/ 88681 w 94593"/>
                <a:gd name="connsiteY1" fmla="*/ 80552 h 80552"/>
                <a:gd name="connsiteX2" fmla="*/ 2956 w 94593"/>
                <a:gd name="connsiteY2" fmla="*/ 80552 h 80552"/>
                <a:gd name="connsiteX3" fmla="*/ 0 w 94593"/>
                <a:gd name="connsiteY3" fmla="*/ 0 h 80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593" h="80552">
                  <a:moveTo>
                    <a:pt x="94593" y="2956"/>
                  </a:moveTo>
                  <a:lnTo>
                    <a:pt x="88681" y="80552"/>
                  </a:lnTo>
                  <a:lnTo>
                    <a:pt x="2956" y="805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A7C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6EB59F66-D330-D443-6B8F-A1185283C1F9}"/>
                </a:ext>
              </a:extLst>
            </p:cNvPr>
            <p:cNvSpPr/>
            <p:nvPr/>
          </p:nvSpPr>
          <p:spPr>
            <a:xfrm>
              <a:off x="5517460" y="5157732"/>
              <a:ext cx="232064" cy="919305"/>
            </a:xfrm>
            <a:custGeom>
              <a:avLst/>
              <a:gdLst>
                <a:gd name="connsiteX0" fmla="*/ 8144 w 232064"/>
                <a:gd name="connsiteY0" fmla="*/ 7781 h 919305"/>
                <a:gd name="connsiteX1" fmla="*/ 54702 w 232064"/>
                <a:gd name="connsiteY1" fmla="*/ 222833 h 919305"/>
                <a:gd name="connsiteX2" fmla="*/ 86479 w 232064"/>
                <a:gd name="connsiteY2" fmla="*/ 511785 h 919305"/>
                <a:gd name="connsiteX3" fmla="*/ 49529 w 232064"/>
                <a:gd name="connsiteY3" fmla="*/ 913806 h 919305"/>
                <a:gd name="connsiteX4" fmla="*/ 165553 w 232064"/>
                <a:gd name="connsiteY4" fmla="*/ 917501 h 919305"/>
                <a:gd name="connsiteX5" fmla="*/ 227630 w 232064"/>
                <a:gd name="connsiteY5" fmla="*/ 527304 h 919305"/>
                <a:gd name="connsiteX6" fmla="*/ 232064 w 232064"/>
                <a:gd name="connsiteY6" fmla="*/ 265695 h 919305"/>
                <a:gd name="connsiteX7" fmla="*/ 203243 w 232064"/>
                <a:gd name="connsiteY7" fmla="*/ 218398 h 919305"/>
                <a:gd name="connsiteX8" fmla="*/ 99781 w 232064"/>
                <a:gd name="connsiteY8" fmla="*/ 391 h 919305"/>
                <a:gd name="connsiteX9" fmla="*/ 8144 w 232064"/>
                <a:gd name="connsiteY9" fmla="*/ 7781 h 919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2064" h="919305">
                  <a:moveTo>
                    <a:pt x="8144" y="7781"/>
                  </a:moveTo>
                  <a:cubicBezTo>
                    <a:pt x="-19938" y="80943"/>
                    <a:pt x="31793" y="203618"/>
                    <a:pt x="54702" y="222833"/>
                  </a:cubicBezTo>
                  <a:cubicBezTo>
                    <a:pt x="56919" y="301907"/>
                    <a:pt x="92391" y="421626"/>
                    <a:pt x="86479" y="511785"/>
                  </a:cubicBezTo>
                  <a:cubicBezTo>
                    <a:pt x="34749" y="637416"/>
                    <a:pt x="62831" y="740878"/>
                    <a:pt x="49529" y="913806"/>
                  </a:cubicBezTo>
                  <a:cubicBezTo>
                    <a:pt x="82045" y="921196"/>
                    <a:pt x="133037" y="919718"/>
                    <a:pt x="165553" y="917501"/>
                  </a:cubicBezTo>
                  <a:cubicBezTo>
                    <a:pt x="178116" y="774133"/>
                    <a:pt x="191419" y="664760"/>
                    <a:pt x="227630" y="527304"/>
                  </a:cubicBezTo>
                  <a:cubicBezTo>
                    <a:pt x="233542" y="447491"/>
                    <a:pt x="229847" y="352159"/>
                    <a:pt x="232064" y="265695"/>
                  </a:cubicBezTo>
                  <a:cubicBezTo>
                    <a:pt x="222457" y="246481"/>
                    <a:pt x="212850" y="229483"/>
                    <a:pt x="203243" y="218398"/>
                  </a:cubicBezTo>
                  <a:cubicBezTo>
                    <a:pt x="141905" y="146715"/>
                    <a:pt x="99781" y="391"/>
                    <a:pt x="99781" y="391"/>
                  </a:cubicBezTo>
                  <a:cubicBezTo>
                    <a:pt x="99781" y="391"/>
                    <a:pt x="38444" y="-2565"/>
                    <a:pt x="8144" y="7781"/>
                  </a:cubicBezTo>
                  <a:close/>
                </a:path>
              </a:pathLst>
            </a:custGeom>
            <a:solidFill>
              <a:srgbClr val="2B2468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BF564884-2011-BD6B-7F7F-BAADDDBEBE56}"/>
                </a:ext>
              </a:extLst>
            </p:cNvPr>
            <p:cNvSpPr/>
            <p:nvPr/>
          </p:nvSpPr>
          <p:spPr>
            <a:xfrm>
              <a:off x="5635716" y="5262323"/>
              <a:ext cx="113807" cy="815126"/>
            </a:xfrm>
            <a:custGeom>
              <a:avLst/>
              <a:gdLst>
                <a:gd name="connsiteX0" fmla="*/ 0 w 113807"/>
                <a:gd name="connsiteY0" fmla="*/ 815126 h 815126"/>
                <a:gd name="connsiteX1" fmla="*/ 47297 w 113807"/>
                <a:gd name="connsiteY1" fmla="*/ 812910 h 815126"/>
                <a:gd name="connsiteX2" fmla="*/ 109373 w 113807"/>
                <a:gd name="connsiteY2" fmla="*/ 422713 h 815126"/>
                <a:gd name="connsiteX3" fmla="*/ 113808 w 113807"/>
                <a:gd name="connsiteY3" fmla="*/ 161104 h 815126"/>
                <a:gd name="connsiteX4" fmla="*/ 84986 w 113807"/>
                <a:gd name="connsiteY4" fmla="*/ 113807 h 815126"/>
                <a:gd name="connsiteX5" fmla="*/ 9607 w 113807"/>
                <a:gd name="connsiteY5" fmla="*/ 0 h 815126"/>
                <a:gd name="connsiteX6" fmla="*/ 0 w 113807"/>
                <a:gd name="connsiteY6" fmla="*/ 0 h 815126"/>
                <a:gd name="connsiteX7" fmla="*/ 59121 w 113807"/>
                <a:gd name="connsiteY7" fmla="*/ 405715 h 815126"/>
                <a:gd name="connsiteX8" fmla="*/ 0 w 113807"/>
                <a:gd name="connsiteY8" fmla="*/ 815126 h 815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807" h="815126">
                  <a:moveTo>
                    <a:pt x="0" y="815126"/>
                  </a:moveTo>
                  <a:cubicBezTo>
                    <a:pt x="16997" y="815126"/>
                    <a:pt x="33994" y="814388"/>
                    <a:pt x="47297" y="812910"/>
                  </a:cubicBezTo>
                  <a:cubicBezTo>
                    <a:pt x="59860" y="669542"/>
                    <a:pt x="73162" y="560168"/>
                    <a:pt x="109373" y="422713"/>
                  </a:cubicBezTo>
                  <a:cubicBezTo>
                    <a:pt x="115285" y="342900"/>
                    <a:pt x="111590" y="247568"/>
                    <a:pt x="113808" y="161104"/>
                  </a:cubicBezTo>
                  <a:cubicBezTo>
                    <a:pt x="104200" y="141890"/>
                    <a:pt x="94593" y="124892"/>
                    <a:pt x="84986" y="113807"/>
                  </a:cubicBezTo>
                  <a:cubicBezTo>
                    <a:pt x="56904" y="81291"/>
                    <a:pt x="30299" y="37689"/>
                    <a:pt x="9607" y="0"/>
                  </a:cubicBezTo>
                  <a:lnTo>
                    <a:pt x="0" y="0"/>
                  </a:lnTo>
                  <a:cubicBezTo>
                    <a:pt x="16997" y="32516"/>
                    <a:pt x="87203" y="337727"/>
                    <a:pt x="59121" y="405715"/>
                  </a:cubicBezTo>
                  <a:cubicBezTo>
                    <a:pt x="59121" y="405715"/>
                    <a:pt x="0" y="509177"/>
                    <a:pt x="0" y="815126"/>
                  </a:cubicBezTo>
                  <a:close/>
                </a:path>
              </a:pathLst>
            </a:custGeom>
            <a:solidFill>
              <a:srgbClr val="221E5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04BB415F-2EB2-9037-A623-EB6C1A8784B0}"/>
                </a:ext>
              </a:extLst>
            </p:cNvPr>
            <p:cNvSpPr/>
            <p:nvPr/>
          </p:nvSpPr>
          <p:spPr>
            <a:xfrm>
              <a:off x="5770216" y="6052323"/>
              <a:ext cx="94593" cy="80552"/>
            </a:xfrm>
            <a:custGeom>
              <a:avLst/>
              <a:gdLst>
                <a:gd name="connsiteX0" fmla="*/ 94593 w 94593"/>
                <a:gd name="connsiteY0" fmla="*/ 2956 h 80552"/>
                <a:gd name="connsiteX1" fmla="*/ 88681 w 94593"/>
                <a:gd name="connsiteY1" fmla="*/ 80552 h 80552"/>
                <a:gd name="connsiteX2" fmla="*/ 2956 w 94593"/>
                <a:gd name="connsiteY2" fmla="*/ 80552 h 80552"/>
                <a:gd name="connsiteX3" fmla="*/ 0 w 94593"/>
                <a:gd name="connsiteY3" fmla="*/ 0 h 80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593" h="80552">
                  <a:moveTo>
                    <a:pt x="94593" y="2956"/>
                  </a:moveTo>
                  <a:lnTo>
                    <a:pt x="88681" y="80552"/>
                  </a:lnTo>
                  <a:lnTo>
                    <a:pt x="2956" y="805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A7C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AF97EB1F-C573-31AA-E2DC-E698CCD19148}"/>
                </a:ext>
              </a:extLst>
            </p:cNvPr>
            <p:cNvSpPr/>
            <p:nvPr/>
          </p:nvSpPr>
          <p:spPr>
            <a:xfrm>
              <a:off x="5567698" y="6062738"/>
              <a:ext cx="279225" cy="136268"/>
            </a:xfrm>
            <a:custGeom>
              <a:avLst/>
              <a:gdLst>
                <a:gd name="connsiteX0" fmla="*/ 47326 w 279225"/>
                <a:gd name="connsiteY0" fmla="*/ 132953 h 136268"/>
                <a:gd name="connsiteX1" fmla="*/ 151526 w 279225"/>
                <a:gd name="connsiteY1" fmla="*/ 132214 h 136268"/>
                <a:gd name="connsiteX2" fmla="*/ 278636 w 279225"/>
                <a:gd name="connsiteY2" fmla="*/ 98959 h 136268"/>
                <a:gd name="connsiteX3" fmla="*/ 107185 w 279225"/>
                <a:gd name="connsiteY3" fmla="*/ 2148 h 136268"/>
                <a:gd name="connsiteX4" fmla="*/ 76147 w 279225"/>
                <a:gd name="connsiteY4" fmla="*/ 11017 h 136268"/>
                <a:gd name="connsiteX5" fmla="*/ 74669 w 279225"/>
                <a:gd name="connsiteY5" fmla="*/ 32448 h 136268"/>
                <a:gd name="connsiteX6" fmla="*/ 11114 w 279225"/>
                <a:gd name="connsiteY6" fmla="*/ 27275 h 136268"/>
                <a:gd name="connsiteX7" fmla="*/ 768 w 279225"/>
                <a:gd name="connsiteY7" fmla="*/ 59052 h 136268"/>
                <a:gd name="connsiteX8" fmla="*/ 47326 w 279225"/>
                <a:gd name="connsiteY8" fmla="*/ 132953 h 136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9225" h="136268">
                  <a:moveTo>
                    <a:pt x="47326" y="132953"/>
                  </a:moveTo>
                  <a:cubicBezTo>
                    <a:pt x="85754" y="132953"/>
                    <a:pt x="110142" y="128519"/>
                    <a:pt x="151526" y="132214"/>
                  </a:cubicBezTo>
                  <a:cubicBezTo>
                    <a:pt x="264594" y="143299"/>
                    <a:pt x="283069" y="131475"/>
                    <a:pt x="278636" y="98959"/>
                  </a:cubicBezTo>
                  <a:cubicBezTo>
                    <a:pt x="278636" y="90091"/>
                    <a:pt x="152265" y="47967"/>
                    <a:pt x="107185" y="2148"/>
                  </a:cubicBezTo>
                  <a:cubicBezTo>
                    <a:pt x="101273" y="-3764"/>
                    <a:pt x="80581" y="3626"/>
                    <a:pt x="76147" y="11017"/>
                  </a:cubicBezTo>
                  <a:cubicBezTo>
                    <a:pt x="72452" y="17668"/>
                    <a:pt x="73191" y="27275"/>
                    <a:pt x="74669" y="32448"/>
                  </a:cubicBezTo>
                  <a:cubicBezTo>
                    <a:pt x="56194" y="39099"/>
                    <a:pt x="28111" y="30970"/>
                    <a:pt x="11114" y="27275"/>
                  </a:cubicBezTo>
                  <a:cubicBezTo>
                    <a:pt x="2985" y="25058"/>
                    <a:pt x="1507" y="40577"/>
                    <a:pt x="768" y="59052"/>
                  </a:cubicBezTo>
                  <a:cubicBezTo>
                    <a:pt x="-710" y="110783"/>
                    <a:pt x="-5144" y="132214"/>
                    <a:pt x="47326" y="132953"/>
                  </a:cubicBezTo>
                  <a:close/>
                </a:path>
              </a:pathLst>
            </a:custGeom>
            <a:solidFill>
              <a:srgbClr val="1A1840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D7B3460-77DD-D341-762E-01CFADCA31D6}"/>
                </a:ext>
              </a:extLst>
            </p:cNvPr>
            <p:cNvSpPr/>
            <p:nvPr/>
          </p:nvSpPr>
          <p:spPr>
            <a:xfrm>
              <a:off x="5615817" y="5147777"/>
              <a:ext cx="331118" cy="944405"/>
            </a:xfrm>
            <a:custGeom>
              <a:avLst/>
              <a:gdLst>
                <a:gd name="connsiteX0" fmla="*/ 1424 w 331118"/>
                <a:gd name="connsiteY0" fmla="*/ 10346 h 944405"/>
                <a:gd name="connsiteX1" fmla="*/ 84932 w 331118"/>
                <a:gd name="connsiteY1" fmla="*/ 240917 h 944405"/>
                <a:gd name="connsiteX2" fmla="*/ 182481 w 331118"/>
                <a:gd name="connsiteY2" fmla="*/ 515828 h 944405"/>
                <a:gd name="connsiteX3" fmla="*/ 137402 w 331118"/>
                <a:gd name="connsiteY3" fmla="*/ 928195 h 944405"/>
                <a:gd name="connsiteX4" fmla="*/ 260816 w 331118"/>
                <a:gd name="connsiteY4" fmla="*/ 940758 h 944405"/>
                <a:gd name="connsiteX5" fmla="*/ 331022 w 331118"/>
                <a:gd name="connsiteY5" fmla="*/ 497353 h 944405"/>
                <a:gd name="connsiteX6" fmla="*/ 237907 w 331118"/>
                <a:gd name="connsiteY6" fmla="*/ 0 h 944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1118" h="944405">
                  <a:moveTo>
                    <a:pt x="1424" y="10346"/>
                  </a:moveTo>
                  <a:cubicBezTo>
                    <a:pt x="1424" y="10346"/>
                    <a:pt x="-17790" y="158148"/>
                    <a:pt x="84932" y="240917"/>
                  </a:cubicBezTo>
                  <a:cubicBezTo>
                    <a:pt x="108580" y="326642"/>
                    <a:pt x="144792" y="438971"/>
                    <a:pt x="182481" y="515828"/>
                  </a:cubicBezTo>
                  <a:cubicBezTo>
                    <a:pt x="127794" y="637026"/>
                    <a:pt x="157355" y="775959"/>
                    <a:pt x="137402" y="928195"/>
                  </a:cubicBezTo>
                  <a:cubicBezTo>
                    <a:pt x="172135" y="945931"/>
                    <a:pt x="223866" y="947409"/>
                    <a:pt x="260816" y="940758"/>
                  </a:cubicBezTo>
                  <a:cubicBezTo>
                    <a:pt x="268206" y="792956"/>
                    <a:pt x="333978" y="583817"/>
                    <a:pt x="331022" y="497353"/>
                  </a:cubicBezTo>
                  <a:cubicBezTo>
                    <a:pt x="301461" y="358419"/>
                    <a:pt x="281509" y="161843"/>
                    <a:pt x="237907" y="0"/>
                  </a:cubicBezTo>
                  <a:close/>
                </a:path>
              </a:pathLst>
            </a:custGeom>
            <a:solidFill>
              <a:srgbClr val="2B2468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13B8DEDB-6831-CF7D-F901-8AD49A20ED0F}"/>
                </a:ext>
              </a:extLst>
            </p:cNvPr>
            <p:cNvSpPr/>
            <p:nvPr/>
          </p:nvSpPr>
          <p:spPr>
            <a:xfrm>
              <a:off x="5616502" y="5207636"/>
              <a:ext cx="223919" cy="881637"/>
            </a:xfrm>
            <a:custGeom>
              <a:avLst/>
              <a:gdLst>
                <a:gd name="connsiteX0" fmla="*/ 0 w 223919"/>
                <a:gd name="connsiteY0" fmla="*/ 0 h 881637"/>
                <a:gd name="connsiteX1" fmla="*/ 84247 w 223919"/>
                <a:gd name="connsiteY1" fmla="*/ 181057 h 881637"/>
                <a:gd name="connsiteX2" fmla="*/ 181796 w 223919"/>
                <a:gd name="connsiteY2" fmla="*/ 455968 h 881637"/>
                <a:gd name="connsiteX3" fmla="*/ 136717 w 223919"/>
                <a:gd name="connsiteY3" fmla="*/ 868335 h 881637"/>
                <a:gd name="connsiteX4" fmla="*/ 179579 w 223919"/>
                <a:gd name="connsiteY4" fmla="*/ 881637 h 881637"/>
                <a:gd name="connsiteX5" fmla="*/ 182535 w 223919"/>
                <a:gd name="connsiteY5" fmla="*/ 689495 h 881637"/>
                <a:gd name="connsiteX6" fmla="*/ 223920 w 223919"/>
                <a:gd name="connsiteY6" fmla="*/ 458185 h 881637"/>
                <a:gd name="connsiteX7" fmla="*/ 104200 w 223919"/>
                <a:gd name="connsiteY7" fmla="*/ 168494 h 881637"/>
                <a:gd name="connsiteX8" fmla="*/ 0 w 223919"/>
                <a:gd name="connsiteY8" fmla="*/ 0 h 881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919" h="881637">
                  <a:moveTo>
                    <a:pt x="0" y="0"/>
                  </a:moveTo>
                  <a:cubicBezTo>
                    <a:pt x="3695" y="50992"/>
                    <a:pt x="19953" y="129327"/>
                    <a:pt x="84247" y="181057"/>
                  </a:cubicBezTo>
                  <a:cubicBezTo>
                    <a:pt x="107895" y="266782"/>
                    <a:pt x="144107" y="379111"/>
                    <a:pt x="181796" y="455968"/>
                  </a:cubicBezTo>
                  <a:cubicBezTo>
                    <a:pt x="127109" y="577166"/>
                    <a:pt x="156669" y="716100"/>
                    <a:pt x="136717" y="868335"/>
                  </a:cubicBezTo>
                  <a:cubicBezTo>
                    <a:pt x="149279" y="874986"/>
                    <a:pt x="164060" y="879420"/>
                    <a:pt x="179579" y="881637"/>
                  </a:cubicBezTo>
                  <a:cubicBezTo>
                    <a:pt x="184013" y="806998"/>
                    <a:pt x="182535" y="689495"/>
                    <a:pt x="182535" y="689495"/>
                  </a:cubicBezTo>
                  <a:cubicBezTo>
                    <a:pt x="184752" y="575688"/>
                    <a:pt x="223920" y="458185"/>
                    <a:pt x="223920" y="458185"/>
                  </a:cubicBezTo>
                  <a:cubicBezTo>
                    <a:pt x="203227" y="430842"/>
                    <a:pt x="154453" y="227615"/>
                    <a:pt x="104200" y="168494"/>
                  </a:cubicBezTo>
                  <a:cubicBezTo>
                    <a:pt x="59860" y="117503"/>
                    <a:pt x="19214" y="39167"/>
                    <a:pt x="0" y="0"/>
                  </a:cubicBezTo>
                  <a:close/>
                </a:path>
              </a:pathLst>
            </a:custGeom>
            <a:solidFill>
              <a:srgbClr val="221E5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11BBCEF-F32C-8E78-1C3C-F749D6D3974A}"/>
                </a:ext>
              </a:extLst>
            </p:cNvPr>
            <p:cNvSpPr/>
            <p:nvPr/>
          </p:nvSpPr>
          <p:spPr>
            <a:xfrm>
              <a:off x="5762420" y="6073835"/>
              <a:ext cx="279439" cy="136256"/>
            </a:xfrm>
            <a:custGeom>
              <a:avLst/>
              <a:gdLst>
                <a:gd name="connsiteX0" fmla="*/ 47702 w 279439"/>
                <a:gd name="connsiteY0" fmla="*/ 132941 h 136256"/>
                <a:gd name="connsiteX1" fmla="*/ 151164 w 279439"/>
                <a:gd name="connsiteY1" fmla="*/ 132202 h 136256"/>
                <a:gd name="connsiteX2" fmla="*/ 279012 w 279439"/>
                <a:gd name="connsiteY2" fmla="*/ 98947 h 136256"/>
                <a:gd name="connsiteX3" fmla="*/ 106823 w 279439"/>
                <a:gd name="connsiteY3" fmla="*/ 2136 h 136256"/>
                <a:gd name="connsiteX4" fmla="*/ 75785 w 279439"/>
                <a:gd name="connsiteY4" fmla="*/ 11743 h 136256"/>
                <a:gd name="connsiteX5" fmla="*/ 74307 w 279439"/>
                <a:gd name="connsiteY5" fmla="*/ 32436 h 136256"/>
                <a:gd name="connsiteX6" fmla="*/ 10752 w 279439"/>
                <a:gd name="connsiteY6" fmla="*/ 27263 h 136256"/>
                <a:gd name="connsiteX7" fmla="*/ 406 w 279439"/>
                <a:gd name="connsiteY7" fmla="*/ 59040 h 136256"/>
                <a:gd name="connsiteX8" fmla="*/ 47702 w 279439"/>
                <a:gd name="connsiteY8" fmla="*/ 132941 h 136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9439" h="136256">
                  <a:moveTo>
                    <a:pt x="47702" y="132941"/>
                  </a:moveTo>
                  <a:cubicBezTo>
                    <a:pt x="85392" y="132941"/>
                    <a:pt x="110518" y="128507"/>
                    <a:pt x="151164" y="132202"/>
                  </a:cubicBezTo>
                  <a:cubicBezTo>
                    <a:pt x="264232" y="143287"/>
                    <a:pt x="282707" y="131463"/>
                    <a:pt x="279012" y="98947"/>
                  </a:cubicBezTo>
                  <a:cubicBezTo>
                    <a:pt x="279012" y="90079"/>
                    <a:pt x="151903" y="47955"/>
                    <a:pt x="106823" y="2136"/>
                  </a:cubicBezTo>
                  <a:cubicBezTo>
                    <a:pt x="100911" y="-3776"/>
                    <a:pt x="80219" y="3614"/>
                    <a:pt x="75785" y="11743"/>
                  </a:cubicBezTo>
                  <a:cubicBezTo>
                    <a:pt x="72090" y="17656"/>
                    <a:pt x="72829" y="27263"/>
                    <a:pt x="74307" y="32436"/>
                  </a:cubicBezTo>
                  <a:cubicBezTo>
                    <a:pt x="55832" y="39087"/>
                    <a:pt x="27749" y="30958"/>
                    <a:pt x="10752" y="27263"/>
                  </a:cubicBezTo>
                  <a:cubicBezTo>
                    <a:pt x="2623" y="25046"/>
                    <a:pt x="1145" y="40565"/>
                    <a:pt x="406" y="59040"/>
                  </a:cubicBezTo>
                  <a:cubicBezTo>
                    <a:pt x="-333" y="110771"/>
                    <a:pt x="-4767" y="132202"/>
                    <a:pt x="47702" y="132941"/>
                  </a:cubicBezTo>
                  <a:close/>
                </a:path>
              </a:pathLst>
            </a:custGeom>
            <a:solidFill>
              <a:srgbClr val="1A1840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0A69AE91-B53D-B7FA-65BD-41216018E905}"/>
                </a:ext>
              </a:extLst>
            </p:cNvPr>
            <p:cNvSpPr/>
            <p:nvPr/>
          </p:nvSpPr>
          <p:spPr>
            <a:xfrm>
              <a:off x="5547578" y="4265579"/>
              <a:ext cx="260792" cy="353757"/>
            </a:xfrm>
            <a:custGeom>
              <a:avLst/>
              <a:gdLst>
                <a:gd name="connsiteX0" fmla="*/ 218203 w 260792"/>
                <a:gd name="connsiteY0" fmla="*/ 67810 h 353757"/>
                <a:gd name="connsiteX1" fmla="*/ 259588 w 260792"/>
                <a:gd name="connsiteY1" fmla="*/ 261430 h 353757"/>
                <a:gd name="connsiteX2" fmla="*/ 205640 w 260792"/>
                <a:gd name="connsiteY2" fmla="*/ 286556 h 353757"/>
                <a:gd name="connsiteX3" fmla="*/ 212291 w 260792"/>
                <a:gd name="connsiteY3" fmla="*/ 349372 h 353757"/>
                <a:gd name="connsiteX4" fmla="*/ 54882 w 260792"/>
                <a:gd name="connsiteY4" fmla="*/ 341243 h 353757"/>
                <a:gd name="connsiteX5" fmla="*/ 61534 w 260792"/>
                <a:gd name="connsiteY5" fmla="*/ 290252 h 353757"/>
                <a:gd name="connsiteX6" fmla="*/ 3891 w 260792"/>
                <a:gd name="connsiteY6" fmla="*/ 74461 h 353757"/>
                <a:gd name="connsiteX7" fmla="*/ 71141 w 260792"/>
                <a:gd name="connsiteY7" fmla="*/ 4255 h 353757"/>
                <a:gd name="connsiteX8" fmla="*/ 218203 w 260792"/>
                <a:gd name="connsiteY8" fmla="*/ 67810 h 353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0792" h="353757">
                  <a:moveTo>
                    <a:pt x="218203" y="67810"/>
                  </a:moveTo>
                  <a:cubicBezTo>
                    <a:pt x="218203" y="67810"/>
                    <a:pt x="269195" y="110672"/>
                    <a:pt x="259588" y="261430"/>
                  </a:cubicBezTo>
                  <a:cubicBezTo>
                    <a:pt x="255154" y="265864"/>
                    <a:pt x="224116" y="279166"/>
                    <a:pt x="205640" y="286556"/>
                  </a:cubicBezTo>
                  <a:cubicBezTo>
                    <a:pt x="200467" y="295424"/>
                    <a:pt x="207857" y="331636"/>
                    <a:pt x="212291" y="349372"/>
                  </a:cubicBezTo>
                  <a:cubicBezTo>
                    <a:pt x="212291" y="349372"/>
                    <a:pt x="98484" y="363413"/>
                    <a:pt x="54882" y="341243"/>
                  </a:cubicBezTo>
                  <a:cubicBezTo>
                    <a:pt x="54882" y="341243"/>
                    <a:pt x="69663" y="300598"/>
                    <a:pt x="61534" y="290252"/>
                  </a:cubicBezTo>
                  <a:cubicBezTo>
                    <a:pt x="61534" y="290252"/>
                    <a:pt x="-18280" y="152057"/>
                    <a:pt x="3891" y="74461"/>
                  </a:cubicBezTo>
                  <a:cubicBezTo>
                    <a:pt x="3891" y="74461"/>
                    <a:pt x="14237" y="-2396"/>
                    <a:pt x="71141" y="4255"/>
                  </a:cubicBezTo>
                  <a:cubicBezTo>
                    <a:pt x="71141" y="4255"/>
                    <a:pt x="212291" y="-24566"/>
                    <a:pt x="218203" y="67810"/>
                  </a:cubicBezTo>
                  <a:close/>
                </a:path>
              </a:pathLst>
            </a:custGeom>
            <a:solidFill>
              <a:srgbClr val="FDDDB6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39046161-B39C-CF35-CA32-43ADA516E512}"/>
                </a:ext>
              </a:extLst>
            </p:cNvPr>
            <p:cNvSpPr/>
            <p:nvPr/>
          </p:nvSpPr>
          <p:spPr>
            <a:xfrm>
              <a:off x="5488129" y="4573567"/>
              <a:ext cx="370573" cy="655921"/>
            </a:xfrm>
            <a:custGeom>
              <a:avLst/>
              <a:gdLst>
                <a:gd name="connsiteX0" fmla="*/ 114331 w 370573"/>
                <a:gd name="connsiteY0" fmla="*/ 0 h 655921"/>
                <a:gd name="connsiteX1" fmla="*/ 273957 w 370573"/>
                <a:gd name="connsiteY1" fmla="*/ 5173 h 655921"/>
                <a:gd name="connsiteX2" fmla="*/ 284303 w 370573"/>
                <a:gd name="connsiteY2" fmla="*/ 28082 h 655921"/>
                <a:gd name="connsiteX3" fmla="*/ 347858 w 370573"/>
                <a:gd name="connsiteY3" fmla="*/ 50992 h 655921"/>
                <a:gd name="connsiteX4" fmla="*/ 352292 w 370573"/>
                <a:gd name="connsiteY4" fmla="*/ 168494 h 655921"/>
                <a:gd name="connsiteX5" fmla="*/ 341207 w 370573"/>
                <a:gd name="connsiteY5" fmla="*/ 336249 h 655921"/>
                <a:gd name="connsiteX6" fmla="*/ 367811 w 370573"/>
                <a:gd name="connsiteY6" fmla="*/ 587512 h 655921"/>
                <a:gd name="connsiteX7" fmla="*/ 30084 w 370573"/>
                <a:gd name="connsiteY7" fmla="*/ 613377 h 655921"/>
                <a:gd name="connsiteX8" fmla="*/ 61862 w 370573"/>
                <a:gd name="connsiteY8" fmla="*/ 450056 h 655921"/>
                <a:gd name="connsiteX9" fmla="*/ 49299 w 370573"/>
                <a:gd name="connsiteY9" fmla="*/ 49514 h 655921"/>
                <a:gd name="connsiteX10" fmla="*/ 101029 w 370573"/>
                <a:gd name="connsiteY10" fmla="*/ 19953 h 655921"/>
                <a:gd name="connsiteX11" fmla="*/ 114331 w 370573"/>
                <a:gd name="connsiteY11" fmla="*/ 0 h 65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0573" h="655921">
                  <a:moveTo>
                    <a:pt x="114331" y="0"/>
                  </a:moveTo>
                  <a:cubicBezTo>
                    <a:pt x="114331" y="0"/>
                    <a:pt x="203012" y="14041"/>
                    <a:pt x="273957" y="5173"/>
                  </a:cubicBezTo>
                  <a:cubicBezTo>
                    <a:pt x="273957" y="5173"/>
                    <a:pt x="279870" y="16997"/>
                    <a:pt x="284303" y="28082"/>
                  </a:cubicBezTo>
                  <a:cubicBezTo>
                    <a:pt x="302779" y="31038"/>
                    <a:pt x="336034" y="43601"/>
                    <a:pt x="347858" y="50992"/>
                  </a:cubicBezTo>
                  <a:cubicBezTo>
                    <a:pt x="310908" y="83508"/>
                    <a:pt x="332339" y="128587"/>
                    <a:pt x="352292" y="168494"/>
                  </a:cubicBezTo>
                  <a:cubicBezTo>
                    <a:pt x="354509" y="283780"/>
                    <a:pt x="345641" y="282301"/>
                    <a:pt x="341207" y="336249"/>
                  </a:cubicBezTo>
                  <a:cubicBezTo>
                    <a:pt x="316820" y="464097"/>
                    <a:pt x="384808" y="464837"/>
                    <a:pt x="367811" y="587512"/>
                  </a:cubicBezTo>
                  <a:cubicBezTo>
                    <a:pt x="328644" y="644416"/>
                    <a:pt x="59645" y="694668"/>
                    <a:pt x="30084" y="613377"/>
                  </a:cubicBezTo>
                  <a:cubicBezTo>
                    <a:pt x="10870" y="560908"/>
                    <a:pt x="58167" y="530608"/>
                    <a:pt x="61862" y="450056"/>
                  </a:cubicBezTo>
                  <a:cubicBezTo>
                    <a:pt x="17521" y="358419"/>
                    <a:pt x="-45294" y="125631"/>
                    <a:pt x="49299" y="49514"/>
                  </a:cubicBezTo>
                  <a:cubicBezTo>
                    <a:pt x="62601" y="39167"/>
                    <a:pt x="78859" y="33994"/>
                    <a:pt x="101029" y="19953"/>
                  </a:cubicBezTo>
                  <a:cubicBezTo>
                    <a:pt x="106203" y="16997"/>
                    <a:pt x="109158" y="3695"/>
                    <a:pt x="114331" y="0"/>
                  </a:cubicBezTo>
                  <a:close/>
                </a:path>
              </a:pathLst>
            </a:custGeom>
            <a:solidFill>
              <a:srgbClr val="FF7200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A1233D4D-6D0D-F609-862B-80A7BDBBB41F}"/>
                </a:ext>
              </a:extLst>
            </p:cNvPr>
            <p:cNvSpPr/>
            <p:nvPr/>
          </p:nvSpPr>
          <p:spPr>
            <a:xfrm>
              <a:off x="5488129" y="4573567"/>
              <a:ext cx="347857" cy="612927"/>
            </a:xfrm>
            <a:custGeom>
              <a:avLst/>
              <a:gdLst>
                <a:gd name="connsiteX0" fmla="*/ 114331 w 347857"/>
                <a:gd name="connsiteY0" fmla="*/ 0 h 612927"/>
                <a:gd name="connsiteX1" fmla="*/ 273957 w 347857"/>
                <a:gd name="connsiteY1" fmla="*/ 5173 h 612927"/>
                <a:gd name="connsiteX2" fmla="*/ 284303 w 347857"/>
                <a:gd name="connsiteY2" fmla="*/ 28082 h 612927"/>
                <a:gd name="connsiteX3" fmla="*/ 347858 w 347857"/>
                <a:gd name="connsiteY3" fmla="*/ 50992 h 612927"/>
                <a:gd name="connsiteX4" fmla="*/ 333078 w 347857"/>
                <a:gd name="connsiteY4" fmla="*/ 124153 h 612927"/>
                <a:gd name="connsiteX5" fmla="*/ 296127 w 347857"/>
                <a:gd name="connsiteY5" fmla="*/ 129327 h 612927"/>
                <a:gd name="connsiteX6" fmla="*/ 283565 w 347857"/>
                <a:gd name="connsiteY6" fmla="*/ 292647 h 612927"/>
                <a:gd name="connsiteX7" fmla="*/ 318298 w 347857"/>
                <a:gd name="connsiteY7" fmla="*/ 524696 h 612927"/>
                <a:gd name="connsiteX8" fmla="*/ 27867 w 347857"/>
                <a:gd name="connsiteY8" fmla="*/ 607465 h 612927"/>
                <a:gd name="connsiteX9" fmla="*/ 61862 w 347857"/>
                <a:gd name="connsiteY9" fmla="*/ 450056 h 612927"/>
                <a:gd name="connsiteX10" fmla="*/ 49299 w 347857"/>
                <a:gd name="connsiteY10" fmla="*/ 49514 h 612927"/>
                <a:gd name="connsiteX11" fmla="*/ 101029 w 347857"/>
                <a:gd name="connsiteY11" fmla="*/ 19953 h 612927"/>
                <a:gd name="connsiteX12" fmla="*/ 114331 w 347857"/>
                <a:gd name="connsiteY12" fmla="*/ 0 h 612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7857" h="612927">
                  <a:moveTo>
                    <a:pt x="114331" y="0"/>
                  </a:moveTo>
                  <a:cubicBezTo>
                    <a:pt x="114331" y="0"/>
                    <a:pt x="203012" y="14041"/>
                    <a:pt x="273957" y="5173"/>
                  </a:cubicBezTo>
                  <a:cubicBezTo>
                    <a:pt x="273957" y="5173"/>
                    <a:pt x="279870" y="16997"/>
                    <a:pt x="284303" y="28082"/>
                  </a:cubicBezTo>
                  <a:cubicBezTo>
                    <a:pt x="302779" y="31038"/>
                    <a:pt x="336034" y="43601"/>
                    <a:pt x="347858" y="50992"/>
                  </a:cubicBezTo>
                  <a:cubicBezTo>
                    <a:pt x="324210" y="71684"/>
                    <a:pt x="324210" y="97549"/>
                    <a:pt x="333078" y="124153"/>
                  </a:cubicBezTo>
                  <a:cubicBezTo>
                    <a:pt x="319776" y="126371"/>
                    <a:pt x="307212" y="128587"/>
                    <a:pt x="296127" y="129327"/>
                  </a:cubicBezTo>
                  <a:cubicBezTo>
                    <a:pt x="298345" y="245351"/>
                    <a:pt x="287260" y="238700"/>
                    <a:pt x="283565" y="292647"/>
                  </a:cubicBezTo>
                  <a:cubicBezTo>
                    <a:pt x="260655" y="410150"/>
                    <a:pt x="321254" y="426408"/>
                    <a:pt x="318298" y="524696"/>
                  </a:cubicBezTo>
                  <a:cubicBezTo>
                    <a:pt x="316081" y="615594"/>
                    <a:pt x="91422" y="620767"/>
                    <a:pt x="27867" y="607465"/>
                  </a:cubicBezTo>
                  <a:cubicBezTo>
                    <a:pt x="14565" y="557952"/>
                    <a:pt x="58167" y="526913"/>
                    <a:pt x="61862" y="450056"/>
                  </a:cubicBezTo>
                  <a:cubicBezTo>
                    <a:pt x="17521" y="358419"/>
                    <a:pt x="-45294" y="125631"/>
                    <a:pt x="49299" y="49514"/>
                  </a:cubicBezTo>
                  <a:cubicBezTo>
                    <a:pt x="62601" y="39167"/>
                    <a:pt x="78859" y="33994"/>
                    <a:pt x="101029" y="19953"/>
                  </a:cubicBezTo>
                  <a:cubicBezTo>
                    <a:pt x="106203" y="16997"/>
                    <a:pt x="109158" y="3695"/>
                    <a:pt x="114331" y="0"/>
                  </a:cubicBezTo>
                  <a:close/>
                </a:path>
              </a:pathLst>
            </a:custGeom>
            <a:solidFill>
              <a:srgbClr val="FFA000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AF57A9B0-5EB4-D251-F58B-C0716C9796A7}"/>
                </a:ext>
              </a:extLst>
            </p:cNvPr>
            <p:cNvSpPr/>
            <p:nvPr/>
          </p:nvSpPr>
          <p:spPr>
            <a:xfrm>
              <a:off x="5501217" y="4241567"/>
              <a:ext cx="334031" cy="323285"/>
            </a:xfrm>
            <a:custGeom>
              <a:avLst/>
              <a:gdLst>
                <a:gd name="connsiteX0" fmla="*/ 296343 w 334031"/>
                <a:gd name="connsiteY0" fmla="*/ 108819 h 323285"/>
                <a:gd name="connsiteX1" fmla="*/ 315557 w 334031"/>
                <a:gd name="connsiteY1" fmla="*/ 111036 h 323285"/>
                <a:gd name="connsiteX2" fmla="*/ 268260 w 334031"/>
                <a:gd name="connsiteY2" fmla="*/ 145030 h 323285"/>
                <a:gd name="connsiteX3" fmla="*/ 277128 w 334031"/>
                <a:gd name="connsiteY3" fmla="*/ 211541 h 323285"/>
                <a:gd name="connsiteX4" fmla="*/ 215052 w 334031"/>
                <a:gd name="connsiteY4" fmla="*/ 317219 h 323285"/>
                <a:gd name="connsiteX5" fmla="*/ 103461 w 334031"/>
                <a:gd name="connsiteY5" fmla="*/ 311307 h 323285"/>
                <a:gd name="connsiteX6" fmla="*/ 58382 w 334031"/>
                <a:gd name="connsiteY6" fmla="*/ 232233 h 323285"/>
                <a:gd name="connsiteX7" fmla="*/ 36950 w 334031"/>
                <a:gd name="connsiteY7" fmla="*/ 206368 h 323285"/>
                <a:gd name="connsiteX8" fmla="*/ 19953 w 334031"/>
                <a:gd name="connsiteY8" fmla="*/ 123599 h 323285"/>
                <a:gd name="connsiteX9" fmla="*/ 0 w 334031"/>
                <a:gd name="connsiteY9" fmla="*/ 91822 h 323285"/>
                <a:gd name="connsiteX10" fmla="*/ 28822 w 334031"/>
                <a:gd name="connsiteY10" fmla="*/ 96995 h 323285"/>
                <a:gd name="connsiteX11" fmla="*/ 39167 w 334031"/>
                <a:gd name="connsiteY11" fmla="*/ 42308 h 323285"/>
                <a:gd name="connsiteX12" fmla="*/ 48775 w 334031"/>
                <a:gd name="connsiteY12" fmla="*/ 69651 h 323285"/>
                <a:gd name="connsiteX13" fmla="*/ 302994 w 334031"/>
                <a:gd name="connsiteY13" fmla="*/ 14965 h 323285"/>
                <a:gd name="connsiteX14" fmla="*/ 274911 w 334031"/>
                <a:gd name="connsiteY14" fmla="*/ 56349 h 323285"/>
                <a:gd name="connsiteX15" fmla="*/ 334032 w 334031"/>
                <a:gd name="connsiteY15" fmla="*/ 37135 h 323285"/>
                <a:gd name="connsiteX16" fmla="*/ 296343 w 334031"/>
                <a:gd name="connsiteY16" fmla="*/ 108819 h 323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4031" h="323285">
                  <a:moveTo>
                    <a:pt x="296343" y="108819"/>
                  </a:moveTo>
                  <a:cubicBezTo>
                    <a:pt x="302994" y="108819"/>
                    <a:pt x="310384" y="109558"/>
                    <a:pt x="315557" y="111036"/>
                  </a:cubicBezTo>
                  <a:cubicBezTo>
                    <a:pt x="294865" y="116948"/>
                    <a:pt x="279345" y="126555"/>
                    <a:pt x="268260" y="145030"/>
                  </a:cubicBezTo>
                  <a:cubicBezTo>
                    <a:pt x="278606" y="163506"/>
                    <a:pt x="275650" y="194544"/>
                    <a:pt x="277128" y="211541"/>
                  </a:cubicBezTo>
                  <a:cubicBezTo>
                    <a:pt x="227615" y="148725"/>
                    <a:pt x="259392" y="307612"/>
                    <a:pt x="215052" y="317219"/>
                  </a:cubicBezTo>
                  <a:cubicBezTo>
                    <a:pt x="215052" y="317219"/>
                    <a:pt x="138195" y="334216"/>
                    <a:pt x="103461" y="311307"/>
                  </a:cubicBezTo>
                  <a:cubicBezTo>
                    <a:pt x="84986" y="262533"/>
                    <a:pt x="77596" y="251448"/>
                    <a:pt x="58382" y="232233"/>
                  </a:cubicBezTo>
                  <a:cubicBezTo>
                    <a:pt x="50252" y="225582"/>
                    <a:pt x="42862" y="217453"/>
                    <a:pt x="36950" y="206368"/>
                  </a:cubicBezTo>
                  <a:cubicBezTo>
                    <a:pt x="5173" y="154637"/>
                    <a:pt x="19953" y="123599"/>
                    <a:pt x="19953" y="123599"/>
                  </a:cubicBezTo>
                  <a:lnTo>
                    <a:pt x="0" y="91822"/>
                  </a:lnTo>
                  <a:lnTo>
                    <a:pt x="28822" y="96995"/>
                  </a:lnTo>
                  <a:cubicBezTo>
                    <a:pt x="25126" y="82215"/>
                    <a:pt x="30300" y="62261"/>
                    <a:pt x="39167" y="42308"/>
                  </a:cubicBezTo>
                  <a:cubicBezTo>
                    <a:pt x="38429" y="51176"/>
                    <a:pt x="43602" y="62261"/>
                    <a:pt x="48775" y="69651"/>
                  </a:cubicBezTo>
                  <a:cubicBezTo>
                    <a:pt x="151497" y="-80367"/>
                    <a:pt x="245351" y="66695"/>
                    <a:pt x="302994" y="14965"/>
                  </a:cubicBezTo>
                  <a:cubicBezTo>
                    <a:pt x="293387" y="47481"/>
                    <a:pt x="274911" y="56349"/>
                    <a:pt x="274911" y="56349"/>
                  </a:cubicBezTo>
                  <a:cubicBezTo>
                    <a:pt x="301515" y="62261"/>
                    <a:pt x="334032" y="37135"/>
                    <a:pt x="334032" y="37135"/>
                  </a:cubicBezTo>
                  <a:cubicBezTo>
                    <a:pt x="333293" y="72607"/>
                    <a:pt x="319252" y="95517"/>
                    <a:pt x="296343" y="108819"/>
                  </a:cubicBezTo>
                  <a:close/>
                </a:path>
              </a:pathLst>
            </a:custGeom>
            <a:solidFill>
              <a:srgbClr val="1A1840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1A77533-D590-8F44-13B0-ACD756B6FA0B}"/>
                </a:ext>
              </a:extLst>
            </p:cNvPr>
            <p:cNvSpPr/>
            <p:nvPr/>
          </p:nvSpPr>
          <p:spPr>
            <a:xfrm>
              <a:off x="5749961" y="4402027"/>
              <a:ext cx="27536" cy="79187"/>
            </a:xfrm>
            <a:custGeom>
              <a:avLst/>
              <a:gdLst>
                <a:gd name="connsiteX0" fmla="*/ 6953 w 27536"/>
                <a:gd name="connsiteY0" fmla="*/ 90 h 79187"/>
                <a:gd name="connsiteX1" fmla="*/ 25428 w 27536"/>
                <a:gd name="connsiteY1" fmla="*/ 37040 h 79187"/>
                <a:gd name="connsiteX2" fmla="*/ 20255 w 27536"/>
                <a:gd name="connsiteY2" fmla="*/ 79164 h 79187"/>
                <a:gd name="connsiteX3" fmla="*/ 1780 w 27536"/>
                <a:gd name="connsiteY3" fmla="*/ 41474 h 79187"/>
                <a:gd name="connsiteX4" fmla="*/ 6953 w 27536"/>
                <a:gd name="connsiteY4" fmla="*/ 90 h 79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36" h="79187">
                  <a:moveTo>
                    <a:pt x="6953" y="90"/>
                  </a:moveTo>
                  <a:cubicBezTo>
                    <a:pt x="13604" y="-1388"/>
                    <a:pt x="21733" y="15609"/>
                    <a:pt x="25428" y="37040"/>
                  </a:cubicBezTo>
                  <a:cubicBezTo>
                    <a:pt x="29862" y="59210"/>
                    <a:pt x="26906" y="77685"/>
                    <a:pt x="20255" y="79164"/>
                  </a:cubicBezTo>
                  <a:cubicBezTo>
                    <a:pt x="13604" y="79903"/>
                    <a:pt x="5475" y="63644"/>
                    <a:pt x="1780" y="41474"/>
                  </a:cubicBezTo>
                  <a:cubicBezTo>
                    <a:pt x="-1915" y="19304"/>
                    <a:pt x="302" y="829"/>
                    <a:pt x="6953" y="90"/>
                  </a:cubicBezTo>
                  <a:close/>
                </a:path>
              </a:pathLst>
            </a:custGeom>
            <a:solidFill>
              <a:srgbClr val="FCBE72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26A00D07-95AE-707D-80D4-9F92D717E2BA}"/>
                </a:ext>
              </a:extLst>
            </p:cNvPr>
            <p:cNvSpPr/>
            <p:nvPr/>
          </p:nvSpPr>
          <p:spPr>
            <a:xfrm>
              <a:off x="5791002" y="4393249"/>
              <a:ext cx="481515" cy="517305"/>
            </a:xfrm>
            <a:custGeom>
              <a:avLst/>
              <a:gdLst>
                <a:gd name="connsiteX0" fmla="*/ 356108 w 481515"/>
                <a:gd name="connsiteY0" fmla="*/ 206183 h 517305"/>
                <a:gd name="connsiteX1" fmla="*/ 380496 w 481515"/>
                <a:gd name="connsiteY1" fmla="*/ 100505 h 517305"/>
                <a:gd name="connsiteX2" fmla="*/ 463265 w 481515"/>
                <a:gd name="connsiteY2" fmla="*/ 0 h 517305"/>
                <a:gd name="connsiteX3" fmla="*/ 427792 w 481515"/>
                <a:gd name="connsiteY3" fmla="*/ 86464 h 517305"/>
                <a:gd name="connsiteX4" fmla="*/ 480262 w 481515"/>
                <a:gd name="connsiteY4" fmla="*/ 152236 h 517305"/>
                <a:gd name="connsiteX5" fmla="*/ 452180 w 481515"/>
                <a:gd name="connsiteY5" fmla="*/ 185491 h 517305"/>
                <a:gd name="connsiteX6" fmla="*/ 413012 w 481515"/>
                <a:gd name="connsiteY6" fmla="*/ 227615 h 517305"/>
                <a:gd name="connsiteX7" fmla="*/ 231216 w 481515"/>
                <a:gd name="connsiteY7" fmla="*/ 517306 h 517305"/>
                <a:gd name="connsiteX8" fmla="*/ 41290 w 481515"/>
                <a:gd name="connsiteY8" fmla="*/ 385024 h 517305"/>
                <a:gd name="connsiteX9" fmla="*/ 32423 w 481515"/>
                <a:gd name="connsiteY9" fmla="*/ 251263 h 517305"/>
                <a:gd name="connsiteX10" fmla="*/ 95238 w 481515"/>
                <a:gd name="connsiteY10" fmla="*/ 278606 h 517305"/>
                <a:gd name="connsiteX11" fmla="*/ 219392 w 481515"/>
                <a:gd name="connsiteY11" fmla="*/ 405716 h 517305"/>
                <a:gd name="connsiteX12" fmla="*/ 356108 w 481515"/>
                <a:gd name="connsiteY12" fmla="*/ 206183 h 517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81515" h="517305">
                  <a:moveTo>
                    <a:pt x="356108" y="206183"/>
                  </a:moveTo>
                  <a:cubicBezTo>
                    <a:pt x="373844" y="164060"/>
                    <a:pt x="367932" y="135978"/>
                    <a:pt x="380496" y="100505"/>
                  </a:cubicBezTo>
                  <a:cubicBezTo>
                    <a:pt x="393059" y="65033"/>
                    <a:pt x="428531" y="42862"/>
                    <a:pt x="463265" y="0"/>
                  </a:cubicBezTo>
                  <a:cubicBezTo>
                    <a:pt x="480262" y="6651"/>
                    <a:pt x="466220" y="26604"/>
                    <a:pt x="427792" y="86464"/>
                  </a:cubicBezTo>
                  <a:cubicBezTo>
                    <a:pt x="433704" y="84247"/>
                    <a:pt x="490608" y="106417"/>
                    <a:pt x="480262" y="152236"/>
                  </a:cubicBezTo>
                  <a:cubicBezTo>
                    <a:pt x="480262" y="152236"/>
                    <a:pt x="476567" y="184752"/>
                    <a:pt x="452180" y="185491"/>
                  </a:cubicBezTo>
                  <a:cubicBezTo>
                    <a:pt x="452180" y="185491"/>
                    <a:pt x="451440" y="215790"/>
                    <a:pt x="413012" y="227615"/>
                  </a:cubicBezTo>
                  <a:cubicBezTo>
                    <a:pt x="367932" y="294864"/>
                    <a:pt x="294771" y="456707"/>
                    <a:pt x="231216" y="517306"/>
                  </a:cubicBezTo>
                  <a:cubicBezTo>
                    <a:pt x="202395" y="510655"/>
                    <a:pt x="76763" y="428625"/>
                    <a:pt x="41290" y="385024"/>
                  </a:cubicBezTo>
                  <a:cubicBezTo>
                    <a:pt x="-833" y="355463"/>
                    <a:pt x="-21525" y="247568"/>
                    <a:pt x="32423" y="251263"/>
                  </a:cubicBezTo>
                  <a:cubicBezTo>
                    <a:pt x="56071" y="252741"/>
                    <a:pt x="74546" y="261609"/>
                    <a:pt x="95238" y="278606"/>
                  </a:cubicBezTo>
                  <a:cubicBezTo>
                    <a:pt x="112236" y="291169"/>
                    <a:pt x="188353" y="368765"/>
                    <a:pt x="219392" y="405716"/>
                  </a:cubicBezTo>
                  <a:cubicBezTo>
                    <a:pt x="260776" y="331076"/>
                    <a:pt x="307334" y="291908"/>
                    <a:pt x="356108" y="206183"/>
                  </a:cubicBezTo>
                  <a:close/>
                </a:path>
              </a:pathLst>
            </a:custGeom>
            <a:solidFill>
              <a:srgbClr val="FDDDB6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D7FE0227-9DF1-D2CB-107C-76AE45B721F9}"/>
                </a:ext>
              </a:extLst>
            </p:cNvPr>
            <p:cNvSpPr/>
            <p:nvPr/>
          </p:nvSpPr>
          <p:spPr>
            <a:xfrm>
              <a:off x="5779784" y="4622089"/>
              <a:ext cx="404277" cy="290683"/>
            </a:xfrm>
            <a:custGeom>
              <a:avLst/>
              <a:gdLst>
                <a:gd name="connsiteX0" fmla="*/ 46597 w 404277"/>
                <a:gd name="connsiteY0" fmla="*/ 253 h 290683"/>
                <a:gd name="connsiteX1" fmla="*/ 174445 w 404277"/>
                <a:gd name="connsiteY1" fmla="*/ 102975 h 290683"/>
                <a:gd name="connsiteX2" fmla="*/ 226176 w 404277"/>
                <a:gd name="connsiteY2" fmla="*/ 172442 h 290683"/>
                <a:gd name="connsiteX3" fmla="*/ 348852 w 404277"/>
                <a:gd name="connsiteY3" fmla="*/ 7643 h 290683"/>
                <a:gd name="connsiteX4" fmla="*/ 404277 w 404277"/>
                <a:gd name="connsiteY4" fmla="*/ 38681 h 290683"/>
                <a:gd name="connsiteX5" fmla="*/ 246868 w 404277"/>
                <a:gd name="connsiteY5" fmla="*/ 290683 h 290683"/>
                <a:gd name="connsiteX6" fmla="*/ 51031 w 404277"/>
                <a:gd name="connsiteY6" fmla="*/ 160617 h 290683"/>
                <a:gd name="connsiteX7" fmla="*/ 46597 w 404277"/>
                <a:gd name="connsiteY7" fmla="*/ 253 h 290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277" h="290683">
                  <a:moveTo>
                    <a:pt x="46597" y="253"/>
                  </a:moveTo>
                  <a:cubicBezTo>
                    <a:pt x="84287" y="-4181"/>
                    <a:pt x="133800" y="50505"/>
                    <a:pt x="174445" y="102975"/>
                  </a:cubicBezTo>
                  <a:cubicBezTo>
                    <a:pt x="185530" y="119972"/>
                    <a:pt x="211396" y="140664"/>
                    <a:pt x="226176" y="172442"/>
                  </a:cubicBezTo>
                  <a:cubicBezTo>
                    <a:pt x="232827" y="134013"/>
                    <a:pt x="334810" y="31291"/>
                    <a:pt x="348852" y="7643"/>
                  </a:cubicBezTo>
                  <a:cubicBezTo>
                    <a:pt x="368066" y="5426"/>
                    <a:pt x="392453" y="24640"/>
                    <a:pt x="404277" y="38681"/>
                  </a:cubicBezTo>
                  <a:cubicBezTo>
                    <a:pt x="383585" y="91151"/>
                    <a:pt x="309684" y="225650"/>
                    <a:pt x="246868" y="290683"/>
                  </a:cubicBezTo>
                  <a:cubicBezTo>
                    <a:pt x="185530" y="285510"/>
                    <a:pt x="96111" y="196090"/>
                    <a:pt x="51031" y="160617"/>
                  </a:cubicBezTo>
                  <a:cubicBezTo>
                    <a:pt x="-14741" y="100019"/>
                    <a:pt x="-17697" y="7643"/>
                    <a:pt x="46597" y="253"/>
                  </a:cubicBezTo>
                  <a:close/>
                </a:path>
              </a:pathLst>
            </a:custGeom>
            <a:solidFill>
              <a:srgbClr val="FF7200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4444F79A-6379-F38C-3211-9C5DBC061075}"/>
                </a:ext>
              </a:extLst>
            </p:cNvPr>
            <p:cNvSpPr/>
            <p:nvPr/>
          </p:nvSpPr>
          <p:spPr>
            <a:xfrm>
              <a:off x="5779787" y="4622089"/>
              <a:ext cx="387276" cy="252254"/>
            </a:xfrm>
            <a:custGeom>
              <a:avLst/>
              <a:gdLst>
                <a:gd name="connsiteX0" fmla="*/ 46593 w 387276"/>
                <a:gd name="connsiteY0" fmla="*/ 253 h 252254"/>
                <a:gd name="connsiteX1" fmla="*/ 174442 w 387276"/>
                <a:gd name="connsiteY1" fmla="*/ 102975 h 252254"/>
                <a:gd name="connsiteX2" fmla="*/ 226172 w 387276"/>
                <a:gd name="connsiteY2" fmla="*/ 172442 h 252254"/>
                <a:gd name="connsiteX3" fmla="*/ 348848 w 387276"/>
                <a:gd name="connsiteY3" fmla="*/ 7643 h 252254"/>
                <a:gd name="connsiteX4" fmla="*/ 387276 w 387276"/>
                <a:gd name="connsiteY4" fmla="*/ 22423 h 252254"/>
                <a:gd name="connsiteX5" fmla="*/ 238735 w 387276"/>
                <a:gd name="connsiteY5" fmla="*/ 252255 h 252254"/>
                <a:gd name="connsiteX6" fmla="*/ 37725 w 387276"/>
                <a:gd name="connsiteY6" fmla="*/ 133274 h 252254"/>
                <a:gd name="connsiteX7" fmla="*/ 7426 w 387276"/>
                <a:gd name="connsiteY7" fmla="*/ 97063 h 252254"/>
                <a:gd name="connsiteX8" fmla="*/ 46593 w 387276"/>
                <a:gd name="connsiteY8" fmla="*/ 253 h 252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7276" h="252254">
                  <a:moveTo>
                    <a:pt x="46593" y="253"/>
                  </a:moveTo>
                  <a:cubicBezTo>
                    <a:pt x="84283" y="-4181"/>
                    <a:pt x="133796" y="50505"/>
                    <a:pt x="174442" y="102975"/>
                  </a:cubicBezTo>
                  <a:cubicBezTo>
                    <a:pt x="185527" y="119972"/>
                    <a:pt x="211392" y="140664"/>
                    <a:pt x="226172" y="172442"/>
                  </a:cubicBezTo>
                  <a:cubicBezTo>
                    <a:pt x="232823" y="134013"/>
                    <a:pt x="334807" y="31291"/>
                    <a:pt x="348848" y="7643"/>
                  </a:cubicBezTo>
                  <a:cubicBezTo>
                    <a:pt x="360672" y="6165"/>
                    <a:pt x="375452" y="13555"/>
                    <a:pt x="387276" y="22423"/>
                  </a:cubicBezTo>
                  <a:cubicBezTo>
                    <a:pt x="358455" y="83761"/>
                    <a:pt x="294161" y="195351"/>
                    <a:pt x="238735" y="252255"/>
                  </a:cubicBezTo>
                  <a:cubicBezTo>
                    <a:pt x="178137" y="247082"/>
                    <a:pt x="82805" y="168747"/>
                    <a:pt x="37725" y="133274"/>
                  </a:cubicBezTo>
                  <a:cubicBezTo>
                    <a:pt x="25162" y="122189"/>
                    <a:pt x="15555" y="109626"/>
                    <a:pt x="7426" y="97063"/>
                  </a:cubicBezTo>
                  <a:cubicBezTo>
                    <a:pt x="-9571" y="49766"/>
                    <a:pt x="2253" y="5426"/>
                    <a:pt x="46593" y="253"/>
                  </a:cubicBezTo>
                  <a:close/>
                </a:path>
              </a:pathLst>
            </a:custGeom>
            <a:solidFill>
              <a:srgbClr val="FFA000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AA77A4C9-4662-859D-3544-F364D40C6F63}"/>
                </a:ext>
              </a:extLst>
            </p:cNvPr>
            <p:cNvSpPr/>
            <p:nvPr/>
          </p:nvSpPr>
          <p:spPr>
            <a:xfrm>
              <a:off x="7422094" y="6020738"/>
              <a:ext cx="188421" cy="189095"/>
            </a:xfrm>
            <a:custGeom>
              <a:avLst/>
              <a:gdLst>
                <a:gd name="connsiteX0" fmla="*/ 184558 w 188421"/>
                <a:gd name="connsiteY0" fmla="*/ 3503 h 189095"/>
                <a:gd name="connsiteX1" fmla="*/ 183080 w 188421"/>
                <a:gd name="connsiteY1" fmla="*/ 86272 h 189095"/>
                <a:gd name="connsiteX2" fmla="*/ 174213 w 188421"/>
                <a:gd name="connsiteY2" fmla="*/ 150566 h 189095"/>
                <a:gd name="connsiteX3" fmla="*/ 163866 w 188421"/>
                <a:gd name="connsiteY3" fmla="*/ 156478 h 189095"/>
                <a:gd name="connsiteX4" fmla="*/ 155737 w 188421"/>
                <a:gd name="connsiteY4" fmla="*/ 109181 h 189095"/>
                <a:gd name="connsiteX5" fmla="*/ 120265 w 188421"/>
                <a:gd name="connsiteY5" fmla="*/ 163129 h 189095"/>
                <a:gd name="connsiteX6" fmla="*/ 1284 w 188421"/>
                <a:gd name="connsiteY6" fmla="*/ 177170 h 189095"/>
                <a:gd name="connsiteX7" fmla="*/ 65578 w 188421"/>
                <a:gd name="connsiteY7" fmla="*/ 64102 h 189095"/>
                <a:gd name="connsiteX8" fmla="*/ 110657 w 188421"/>
                <a:gd name="connsiteY8" fmla="*/ 7198 h 189095"/>
                <a:gd name="connsiteX9" fmla="*/ 184558 w 188421"/>
                <a:gd name="connsiteY9" fmla="*/ 3503 h 189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8421" h="189095">
                  <a:moveTo>
                    <a:pt x="184558" y="3503"/>
                  </a:moveTo>
                  <a:cubicBezTo>
                    <a:pt x="184558" y="3503"/>
                    <a:pt x="194165" y="70753"/>
                    <a:pt x="183080" y="86272"/>
                  </a:cubicBezTo>
                  <a:cubicBezTo>
                    <a:pt x="179385" y="92184"/>
                    <a:pt x="177908" y="132829"/>
                    <a:pt x="174213" y="150566"/>
                  </a:cubicBezTo>
                  <a:cubicBezTo>
                    <a:pt x="172734" y="158695"/>
                    <a:pt x="164605" y="156478"/>
                    <a:pt x="163866" y="156478"/>
                  </a:cubicBezTo>
                  <a:cubicBezTo>
                    <a:pt x="158693" y="156478"/>
                    <a:pt x="155737" y="109181"/>
                    <a:pt x="155737" y="109181"/>
                  </a:cubicBezTo>
                  <a:cubicBezTo>
                    <a:pt x="155737" y="109181"/>
                    <a:pt x="144652" y="95879"/>
                    <a:pt x="120265" y="163129"/>
                  </a:cubicBezTo>
                  <a:cubicBezTo>
                    <a:pt x="95138" y="194906"/>
                    <a:pt x="17542" y="194906"/>
                    <a:pt x="1284" y="177170"/>
                  </a:cubicBezTo>
                  <a:cubicBezTo>
                    <a:pt x="-8323" y="132829"/>
                    <a:pt x="38235" y="151305"/>
                    <a:pt x="65578" y="64102"/>
                  </a:cubicBezTo>
                  <a:cubicBezTo>
                    <a:pt x="65578" y="64102"/>
                    <a:pt x="73707" y="33063"/>
                    <a:pt x="110657" y="7198"/>
                  </a:cubicBezTo>
                  <a:cubicBezTo>
                    <a:pt x="130611" y="-5365"/>
                    <a:pt x="181603" y="2025"/>
                    <a:pt x="184558" y="3503"/>
                  </a:cubicBezTo>
                  <a:close/>
                </a:path>
              </a:pathLst>
            </a:custGeom>
            <a:solidFill>
              <a:srgbClr val="1A1840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3F11C491-7C6E-77D1-AF09-8DB47590C582}"/>
                </a:ext>
              </a:extLst>
            </p:cNvPr>
            <p:cNvSpPr/>
            <p:nvPr/>
          </p:nvSpPr>
          <p:spPr>
            <a:xfrm>
              <a:off x="7067075" y="6014323"/>
              <a:ext cx="234319" cy="188858"/>
            </a:xfrm>
            <a:custGeom>
              <a:avLst/>
              <a:gdLst>
                <a:gd name="connsiteX0" fmla="*/ 229934 w 234319"/>
                <a:gd name="connsiteY0" fmla="*/ 3266 h 188858"/>
                <a:gd name="connsiteX1" fmla="*/ 229194 w 234319"/>
                <a:gd name="connsiteY1" fmla="*/ 86035 h 188858"/>
                <a:gd name="connsiteX2" fmla="*/ 220326 w 234319"/>
                <a:gd name="connsiteY2" fmla="*/ 151068 h 188858"/>
                <a:gd name="connsiteX3" fmla="*/ 209980 w 234319"/>
                <a:gd name="connsiteY3" fmla="*/ 156241 h 188858"/>
                <a:gd name="connsiteX4" fmla="*/ 201851 w 234319"/>
                <a:gd name="connsiteY4" fmla="*/ 109683 h 188858"/>
                <a:gd name="connsiteX5" fmla="*/ 135340 w 234319"/>
                <a:gd name="connsiteY5" fmla="*/ 162892 h 188858"/>
                <a:gd name="connsiteX6" fmla="*/ 1580 w 234319"/>
                <a:gd name="connsiteY6" fmla="*/ 176933 h 188858"/>
                <a:gd name="connsiteX7" fmla="*/ 96172 w 234319"/>
                <a:gd name="connsiteY7" fmla="*/ 63865 h 188858"/>
                <a:gd name="connsiteX8" fmla="*/ 141252 w 234319"/>
                <a:gd name="connsiteY8" fmla="*/ 6961 h 188858"/>
                <a:gd name="connsiteX9" fmla="*/ 229934 w 234319"/>
                <a:gd name="connsiteY9" fmla="*/ 3266 h 188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4319" h="188858">
                  <a:moveTo>
                    <a:pt x="229934" y="3266"/>
                  </a:moveTo>
                  <a:cubicBezTo>
                    <a:pt x="229934" y="3266"/>
                    <a:pt x="240279" y="70516"/>
                    <a:pt x="229194" y="86035"/>
                  </a:cubicBezTo>
                  <a:cubicBezTo>
                    <a:pt x="225499" y="91947"/>
                    <a:pt x="224021" y="132593"/>
                    <a:pt x="220326" y="151068"/>
                  </a:cubicBezTo>
                  <a:cubicBezTo>
                    <a:pt x="218109" y="158458"/>
                    <a:pt x="210719" y="156241"/>
                    <a:pt x="209980" y="156241"/>
                  </a:cubicBezTo>
                  <a:cubicBezTo>
                    <a:pt x="204807" y="156241"/>
                    <a:pt x="201851" y="109683"/>
                    <a:pt x="201851" y="109683"/>
                  </a:cubicBezTo>
                  <a:cubicBezTo>
                    <a:pt x="201851" y="109683"/>
                    <a:pt x="190766" y="80862"/>
                    <a:pt x="135340" y="162892"/>
                  </a:cubicBezTo>
                  <a:cubicBezTo>
                    <a:pt x="110952" y="194669"/>
                    <a:pt x="17837" y="194669"/>
                    <a:pt x="1580" y="176933"/>
                  </a:cubicBezTo>
                  <a:cubicBezTo>
                    <a:pt x="-12462" y="123725"/>
                    <a:pt x="71047" y="133332"/>
                    <a:pt x="96172" y="63865"/>
                  </a:cubicBezTo>
                  <a:cubicBezTo>
                    <a:pt x="96172" y="63865"/>
                    <a:pt x="105041" y="32827"/>
                    <a:pt x="141252" y="6961"/>
                  </a:cubicBezTo>
                  <a:cubicBezTo>
                    <a:pt x="161205" y="-5602"/>
                    <a:pt x="227716" y="2527"/>
                    <a:pt x="229934" y="3266"/>
                  </a:cubicBezTo>
                  <a:close/>
                </a:path>
              </a:pathLst>
            </a:custGeom>
            <a:solidFill>
              <a:srgbClr val="1A1840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AA01C08-645D-508F-6BC2-287535C7FAD4}"/>
                </a:ext>
              </a:extLst>
            </p:cNvPr>
            <p:cNvSpPr/>
            <p:nvPr/>
          </p:nvSpPr>
          <p:spPr>
            <a:xfrm>
              <a:off x="7153992" y="5041359"/>
              <a:ext cx="287861" cy="992326"/>
            </a:xfrm>
            <a:custGeom>
              <a:avLst/>
              <a:gdLst>
                <a:gd name="connsiteX0" fmla="*/ 41771 w 287861"/>
                <a:gd name="connsiteY0" fmla="*/ 983621 h 992326"/>
                <a:gd name="connsiteX1" fmla="*/ 147450 w 287861"/>
                <a:gd name="connsiteY1" fmla="*/ 980665 h 992326"/>
                <a:gd name="connsiteX2" fmla="*/ 144493 w 287861"/>
                <a:gd name="connsiteY2" fmla="*/ 583078 h 992326"/>
                <a:gd name="connsiteX3" fmla="*/ 204353 w 287861"/>
                <a:gd name="connsiteY3" fmla="*/ 392414 h 992326"/>
                <a:gd name="connsiteX4" fmla="*/ 287861 w 287861"/>
                <a:gd name="connsiteY4" fmla="*/ 12563 h 992326"/>
                <a:gd name="connsiteX5" fmla="*/ 18862 w 287861"/>
                <a:gd name="connsiteY5" fmla="*/ 0 h 992326"/>
                <a:gd name="connsiteX6" fmla="*/ 9255 w 287861"/>
                <a:gd name="connsiteY6" fmla="*/ 563125 h 992326"/>
                <a:gd name="connsiteX7" fmla="*/ 41771 w 287861"/>
                <a:gd name="connsiteY7" fmla="*/ 983621 h 992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7861" h="992326">
                  <a:moveTo>
                    <a:pt x="41771" y="983621"/>
                  </a:moveTo>
                  <a:cubicBezTo>
                    <a:pt x="41771" y="983621"/>
                    <a:pt x="154101" y="1005052"/>
                    <a:pt x="147450" y="980665"/>
                  </a:cubicBezTo>
                  <a:cubicBezTo>
                    <a:pt x="103848" y="820300"/>
                    <a:pt x="175531" y="723490"/>
                    <a:pt x="144493" y="583078"/>
                  </a:cubicBezTo>
                  <a:cubicBezTo>
                    <a:pt x="130452" y="518045"/>
                    <a:pt x="199180" y="402760"/>
                    <a:pt x="204353" y="392414"/>
                  </a:cubicBezTo>
                  <a:lnTo>
                    <a:pt x="287861" y="12563"/>
                  </a:lnTo>
                  <a:lnTo>
                    <a:pt x="18862" y="0"/>
                  </a:lnTo>
                  <a:cubicBezTo>
                    <a:pt x="-4786" y="98288"/>
                    <a:pt x="-4047" y="320730"/>
                    <a:pt x="9255" y="563125"/>
                  </a:cubicBezTo>
                  <a:cubicBezTo>
                    <a:pt x="16645" y="688756"/>
                    <a:pt x="49900" y="825473"/>
                    <a:pt x="41771" y="983621"/>
                  </a:cubicBezTo>
                  <a:close/>
                </a:path>
              </a:pathLst>
            </a:custGeom>
            <a:solidFill>
              <a:srgbClr val="332A7C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A135BA55-35CD-049D-E907-9C06E15BE436}"/>
                </a:ext>
              </a:extLst>
            </p:cNvPr>
            <p:cNvSpPr/>
            <p:nvPr/>
          </p:nvSpPr>
          <p:spPr>
            <a:xfrm>
              <a:off x="7232714" y="5107131"/>
              <a:ext cx="189186" cy="926390"/>
            </a:xfrm>
            <a:custGeom>
              <a:avLst/>
              <a:gdLst>
                <a:gd name="connsiteX0" fmla="*/ 29560 w 189186"/>
                <a:gd name="connsiteY0" fmla="*/ 925978 h 926390"/>
                <a:gd name="connsiteX1" fmla="*/ 68728 w 189186"/>
                <a:gd name="connsiteY1" fmla="*/ 914893 h 926390"/>
                <a:gd name="connsiteX2" fmla="*/ 65772 w 189186"/>
                <a:gd name="connsiteY2" fmla="*/ 517306 h 926390"/>
                <a:gd name="connsiteX3" fmla="*/ 125631 w 189186"/>
                <a:gd name="connsiteY3" fmla="*/ 326642 h 926390"/>
                <a:gd name="connsiteX4" fmla="*/ 189186 w 189186"/>
                <a:gd name="connsiteY4" fmla="*/ 39906 h 926390"/>
                <a:gd name="connsiteX5" fmla="*/ 0 w 189186"/>
                <a:gd name="connsiteY5" fmla="*/ 0 h 926390"/>
                <a:gd name="connsiteX6" fmla="*/ 25865 w 189186"/>
                <a:gd name="connsiteY6" fmla="*/ 442666 h 926390"/>
                <a:gd name="connsiteX7" fmla="*/ 25865 w 189186"/>
                <a:gd name="connsiteY7" fmla="*/ 521001 h 926390"/>
                <a:gd name="connsiteX8" fmla="*/ 29560 w 189186"/>
                <a:gd name="connsiteY8" fmla="*/ 642198 h 926390"/>
                <a:gd name="connsiteX9" fmla="*/ 29560 w 189186"/>
                <a:gd name="connsiteY9" fmla="*/ 925978 h 926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9186" h="926390">
                  <a:moveTo>
                    <a:pt x="29560" y="925978"/>
                  </a:moveTo>
                  <a:cubicBezTo>
                    <a:pt x="52469" y="927456"/>
                    <a:pt x="71684" y="925239"/>
                    <a:pt x="68728" y="914893"/>
                  </a:cubicBezTo>
                  <a:cubicBezTo>
                    <a:pt x="25126" y="754528"/>
                    <a:pt x="96810" y="657718"/>
                    <a:pt x="65772" y="517306"/>
                  </a:cubicBezTo>
                  <a:cubicBezTo>
                    <a:pt x="51731" y="452273"/>
                    <a:pt x="120459" y="336988"/>
                    <a:pt x="125631" y="326642"/>
                  </a:cubicBezTo>
                  <a:lnTo>
                    <a:pt x="189186" y="39906"/>
                  </a:lnTo>
                  <a:lnTo>
                    <a:pt x="0" y="0"/>
                  </a:lnTo>
                  <a:cubicBezTo>
                    <a:pt x="33994" y="74640"/>
                    <a:pt x="69467" y="237222"/>
                    <a:pt x="25865" y="442666"/>
                  </a:cubicBezTo>
                  <a:cubicBezTo>
                    <a:pt x="20693" y="467792"/>
                    <a:pt x="20693" y="495136"/>
                    <a:pt x="25865" y="521001"/>
                  </a:cubicBezTo>
                  <a:cubicBezTo>
                    <a:pt x="31778" y="547605"/>
                    <a:pt x="34734" y="584556"/>
                    <a:pt x="29560" y="642198"/>
                  </a:cubicBezTo>
                  <a:cubicBezTo>
                    <a:pt x="29560" y="642198"/>
                    <a:pt x="16259" y="794434"/>
                    <a:pt x="29560" y="925978"/>
                  </a:cubicBezTo>
                  <a:close/>
                </a:path>
              </a:pathLst>
            </a:custGeom>
            <a:solidFill>
              <a:srgbClr val="221E5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9293F9F1-5B98-E7C8-E7CA-AF2DD52F5F84}"/>
                </a:ext>
              </a:extLst>
            </p:cNvPr>
            <p:cNvSpPr/>
            <p:nvPr/>
          </p:nvSpPr>
          <p:spPr>
            <a:xfrm>
              <a:off x="7190591" y="5021406"/>
              <a:ext cx="420496" cy="1024192"/>
            </a:xfrm>
            <a:custGeom>
              <a:avLst/>
              <a:gdLst>
                <a:gd name="connsiteX0" fmla="*/ 339205 w 420496"/>
                <a:gd name="connsiteY0" fmla="*/ 13303 h 1024192"/>
                <a:gd name="connsiteX1" fmla="*/ 310384 w 420496"/>
                <a:gd name="connsiteY1" fmla="*/ 574210 h 1024192"/>
                <a:gd name="connsiteX2" fmla="*/ 320730 w 420496"/>
                <a:gd name="connsiteY2" fmla="*/ 620028 h 1024192"/>
                <a:gd name="connsiteX3" fmla="*/ 420496 w 420496"/>
                <a:gd name="connsiteY3" fmla="*/ 1013920 h 1024192"/>
                <a:gd name="connsiteX4" fmla="*/ 325164 w 420496"/>
                <a:gd name="connsiteY4" fmla="*/ 1016137 h 1024192"/>
                <a:gd name="connsiteX5" fmla="*/ 181796 w 420496"/>
                <a:gd name="connsiteY5" fmla="*/ 629635 h 1024192"/>
                <a:gd name="connsiteX6" fmla="*/ 125631 w 420496"/>
                <a:gd name="connsiteY6" fmla="*/ 356942 h 1024192"/>
                <a:gd name="connsiteX7" fmla="*/ 67250 w 420496"/>
                <a:gd name="connsiteY7" fmla="*/ 172928 h 1024192"/>
                <a:gd name="connsiteX8" fmla="*/ 0 w 420496"/>
                <a:gd name="connsiteY8" fmla="*/ 0 h 1024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0496" h="1024192">
                  <a:moveTo>
                    <a:pt x="339205" y="13303"/>
                  </a:moveTo>
                  <a:cubicBezTo>
                    <a:pt x="427886" y="178840"/>
                    <a:pt x="281562" y="285258"/>
                    <a:pt x="310384" y="574210"/>
                  </a:cubicBezTo>
                  <a:cubicBezTo>
                    <a:pt x="311861" y="588990"/>
                    <a:pt x="308905" y="608943"/>
                    <a:pt x="320730" y="620028"/>
                  </a:cubicBezTo>
                  <a:cubicBezTo>
                    <a:pt x="368765" y="666586"/>
                    <a:pt x="401281" y="853555"/>
                    <a:pt x="420496" y="1013920"/>
                  </a:cubicBezTo>
                  <a:cubicBezTo>
                    <a:pt x="378372" y="1027222"/>
                    <a:pt x="372461" y="1027222"/>
                    <a:pt x="325164" y="1016137"/>
                  </a:cubicBezTo>
                  <a:cubicBezTo>
                    <a:pt x="301515" y="859467"/>
                    <a:pt x="215790" y="747138"/>
                    <a:pt x="181796" y="629635"/>
                  </a:cubicBezTo>
                  <a:cubicBezTo>
                    <a:pt x="157408" y="543911"/>
                    <a:pt x="144107" y="447840"/>
                    <a:pt x="125631" y="356942"/>
                  </a:cubicBezTo>
                  <a:cubicBezTo>
                    <a:pt x="112329" y="287475"/>
                    <a:pt x="109373" y="234266"/>
                    <a:pt x="67250" y="172928"/>
                  </a:cubicBezTo>
                  <a:cubicBezTo>
                    <a:pt x="38428" y="131544"/>
                    <a:pt x="11085" y="69467"/>
                    <a:pt x="0" y="0"/>
                  </a:cubicBezTo>
                  <a:close/>
                </a:path>
              </a:pathLst>
            </a:custGeom>
            <a:solidFill>
              <a:srgbClr val="332A7C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7F285EC6-D315-0AE1-3905-D1187B4A54ED}"/>
                </a:ext>
              </a:extLst>
            </p:cNvPr>
            <p:cNvSpPr/>
            <p:nvPr/>
          </p:nvSpPr>
          <p:spPr>
            <a:xfrm>
              <a:off x="7454299" y="5031752"/>
              <a:ext cx="156788" cy="1011702"/>
            </a:xfrm>
            <a:custGeom>
              <a:avLst/>
              <a:gdLst>
                <a:gd name="connsiteX0" fmla="*/ 75497 w 156788"/>
                <a:gd name="connsiteY0" fmla="*/ 2956 h 1011702"/>
                <a:gd name="connsiteX1" fmla="*/ 46676 w 156788"/>
                <a:gd name="connsiteY1" fmla="*/ 563864 h 1011702"/>
                <a:gd name="connsiteX2" fmla="*/ 57022 w 156788"/>
                <a:gd name="connsiteY2" fmla="*/ 609682 h 1011702"/>
                <a:gd name="connsiteX3" fmla="*/ 156788 w 156788"/>
                <a:gd name="connsiteY3" fmla="*/ 1003574 h 1011702"/>
                <a:gd name="connsiteX4" fmla="*/ 126488 w 156788"/>
                <a:gd name="connsiteY4" fmla="*/ 1011703 h 1011702"/>
                <a:gd name="connsiteX5" fmla="*/ 16376 w 156788"/>
                <a:gd name="connsiteY5" fmla="*/ 618550 h 1011702"/>
                <a:gd name="connsiteX6" fmla="*/ 17854 w 156788"/>
                <a:gd name="connsiteY6" fmla="*/ 230571 h 1011702"/>
                <a:gd name="connsiteX7" fmla="*/ 5291 w 156788"/>
                <a:gd name="connsiteY7" fmla="*/ 0 h 1011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6788" h="1011702">
                  <a:moveTo>
                    <a:pt x="75497" y="2956"/>
                  </a:moveTo>
                  <a:cubicBezTo>
                    <a:pt x="164178" y="168494"/>
                    <a:pt x="17854" y="274911"/>
                    <a:pt x="46676" y="563864"/>
                  </a:cubicBezTo>
                  <a:cubicBezTo>
                    <a:pt x="48153" y="578644"/>
                    <a:pt x="45197" y="598597"/>
                    <a:pt x="57022" y="609682"/>
                  </a:cubicBezTo>
                  <a:cubicBezTo>
                    <a:pt x="105058" y="656240"/>
                    <a:pt x="137573" y="843209"/>
                    <a:pt x="156788" y="1003574"/>
                  </a:cubicBezTo>
                  <a:cubicBezTo>
                    <a:pt x="144224" y="1007269"/>
                    <a:pt x="134618" y="1010225"/>
                    <a:pt x="126488" y="1011703"/>
                  </a:cubicBezTo>
                  <a:cubicBezTo>
                    <a:pt x="121315" y="872030"/>
                    <a:pt x="16376" y="618550"/>
                    <a:pt x="16376" y="618550"/>
                  </a:cubicBezTo>
                  <a:cubicBezTo>
                    <a:pt x="-21314" y="471487"/>
                    <a:pt x="17854" y="230571"/>
                    <a:pt x="17854" y="230571"/>
                  </a:cubicBezTo>
                  <a:cubicBezTo>
                    <a:pt x="31895" y="172189"/>
                    <a:pt x="21549" y="82030"/>
                    <a:pt x="5291" y="0"/>
                  </a:cubicBezTo>
                  <a:close/>
                </a:path>
              </a:pathLst>
            </a:custGeom>
            <a:solidFill>
              <a:srgbClr val="221E5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591FF0B3-8905-1179-2F0A-B5917F8C1099}"/>
                </a:ext>
              </a:extLst>
            </p:cNvPr>
            <p:cNvSpPr/>
            <p:nvPr/>
          </p:nvSpPr>
          <p:spPr>
            <a:xfrm>
              <a:off x="7096668" y="4538000"/>
              <a:ext cx="196644" cy="463453"/>
            </a:xfrm>
            <a:custGeom>
              <a:avLst/>
              <a:gdLst>
                <a:gd name="connsiteX0" fmla="*/ 196645 w 196644"/>
                <a:gd name="connsiteY0" fmla="*/ 95 h 463453"/>
                <a:gd name="connsiteX1" fmla="*/ 61406 w 196644"/>
                <a:gd name="connsiteY1" fmla="*/ 126465 h 463453"/>
                <a:gd name="connsiteX2" fmla="*/ 38497 w 196644"/>
                <a:gd name="connsiteY2" fmla="*/ 323780 h 463453"/>
                <a:gd name="connsiteX3" fmla="*/ 11153 w 196644"/>
                <a:gd name="connsiteY3" fmla="*/ 439805 h 463453"/>
                <a:gd name="connsiteX4" fmla="*/ 136045 w 196644"/>
                <a:gd name="connsiteY4" fmla="*/ 463453 h 46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644" h="463453">
                  <a:moveTo>
                    <a:pt x="196645" y="95"/>
                  </a:moveTo>
                  <a:cubicBezTo>
                    <a:pt x="196645" y="95"/>
                    <a:pt x="109441" y="-8035"/>
                    <a:pt x="61406" y="126465"/>
                  </a:cubicBezTo>
                  <a:cubicBezTo>
                    <a:pt x="27411" y="219580"/>
                    <a:pt x="38497" y="323780"/>
                    <a:pt x="38497" y="323780"/>
                  </a:cubicBezTo>
                  <a:cubicBezTo>
                    <a:pt x="38497" y="323780"/>
                    <a:pt x="-25058" y="432415"/>
                    <a:pt x="11153" y="439805"/>
                  </a:cubicBezTo>
                  <a:lnTo>
                    <a:pt x="136045" y="463453"/>
                  </a:lnTo>
                  <a:close/>
                </a:path>
              </a:pathLst>
            </a:custGeom>
            <a:solidFill>
              <a:srgbClr val="F61D2D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CAEF5706-1C21-F34D-8051-651351320948}"/>
                </a:ext>
              </a:extLst>
            </p:cNvPr>
            <p:cNvSpPr/>
            <p:nvPr/>
          </p:nvSpPr>
          <p:spPr>
            <a:xfrm>
              <a:off x="7180475" y="4494720"/>
              <a:ext cx="370088" cy="586181"/>
            </a:xfrm>
            <a:custGeom>
              <a:avLst/>
              <a:gdLst>
                <a:gd name="connsiteX0" fmla="*/ 115055 w 370088"/>
                <a:gd name="connsiteY0" fmla="*/ 19726 h 586181"/>
                <a:gd name="connsiteX1" fmla="*/ 30808 w 370088"/>
                <a:gd name="connsiteY1" fmla="*/ 280596 h 586181"/>
                <a:gd name="connsiteX2" fmla="*/ 72193 w 370088"/>
                <a:gd name="connsiteY2" fmla="*/ 448351 h 586181"/>
                <a:gd name="connsiteX3" fmla="*/ 53718 w 370088"/>
                <a:gd name="connsiteY3" fmla="*/ 549595 h 586181"/>
                <a:gd name="connsiteX4" fmla="*/ 173437 w 370088"/>
                <a:gd name="connsiteY4" fmla="*/ 582111 h 586181"/>
                <a:gd name="connsiteX5" fmla="*/ 355971 w 370088"/>
                <a:gd name="connsiteY5" fmla="*/ 563636 h 586181"/>
                <a:gd name="connsiteX6" fmla="*/ 340452 w 370088"/>
                <a:gd name="connsiteY6" fmla="*/ 475694 h 586181"/>
                <a:gd name="connsiteX7" fmla="*/ 370013 w 370088"/>
                <a:gd name="connsiteY7" fmla="*/ 83281 h 586181"/>
                <a:gd name="connsiteX8" fmla="*/ 247338 w 370088"/>
                <a:gd name="connsiteY8" fmla="*/ 512 h 586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088" h="586181">
                  <a:moveTo>
                    <a:pt x="115055" y="19726"/>
                  </a:moveTo>
                  <a:cubicBezTo>
                    <a:pt x="72932" y="67761"/>
                    <a:pt x="-59351" y="193393"/>
                    <a:pt x="30808" y="280596"/>
                  </a:cubicBezTo>
                  <a:cubicBezTo>
                    <a:pt x="68498" y="317546"/>
                    <a:pt x="60368" y="374450"/>
                    <a:pt x="72193" y="448351"/>
                  </a:cubicBezTo>
                  <a:cubicBezTo>
                    <a:pt x="72193" y="448351"/>
                    <a:pt x="18984" y="511905"/>
                    <a:pt x="53718" y="549595"/>
                  </a:cubicBezTo>
                  <a:lnTo>
                    <a:pt x="173437" y="582111"/>
                  </a:lnTo>
                  <a:cubicBezTo>
                    <a:pt x="173437" y="582111"/>
                    <a:pt x="330846" y="599109"/>
                    <a:pt x="355971" y="563636"/>
                  </a:cubicBezTo>
                  <a:cubicBezTo>
                    <a:pt x="384793" y="522252"/>
                    <a:pt x="347104" y="534076"/>
                    <a:pt x="340452" y="475694"/>
                  </a:cubicBezTo>
                  <a:cubicBezTo>
                    <a:pt x="324933" y="330110"/>
                    <a:pt x="372230" y="164572"/>
                    <a:pt x="370013" y="83281"/>
                  </a:cubicBezTo>
                  <a:cubicBezTo>
                    <a:pt x="353755" y="53720"/>
                    <a:pt x="264335" y="-6139"/>
                    <a:pt x="247338" y="512"/>
                  </a:cubicBezTo>
                  <a:close/>
                </a:path>
              </a:pathLst>
            </a:custGeom>
            <a:solidFill>
              <a:srgbClr val="FB394B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318496B-4B18-BAAC-C3C0-06EC3B173D14}"/>
                </a:ext>
              </a:extLst>
            </p:cNvPr>
            <p:cNvSpPr/>
            <p:nvPr/>
          </p:nvSpPr>
          <p:spPr>
            <a:xfrm>
              <a:off x="7332480" y="4560265"/>
              <a:ext cx="255696" cy="514349"/>
            </a:xfrm>
            <a:custGeom>
              <a:avLst/>
              <a:gdLst>
                <a:gd name="connsiteX0" fmla="*/ 164060 w 255696"/>
                <a:gd name="connsiteY0" fmla="*/ 339944 h 514349"/>
                <a:gd name="connsiteX1" fmla="*/ 48774 w 255696"/>
                <a:gd name="connsiteY1" fmla="*/ 469270 h 514349"/>
                <a:gd name="connsiteX2" fmla="*/ 0 w 255696"/>
                <a:gd name="connsiteY2" fmla="*/ 514350 h 514349"/>
                <a:gd name="connsiteX3" fmla="*/ 121198 w 255696"/>
                <a:gd name="connsiteY3" fmla="*/ 411628 h 514349"/>
                <a:gd name="connsiteX4" fmla="*/ 224659 w 255696"/>
                <a:gd name="connsiteY4" fmla="*/ 311862 h 514349"/>
                <a:gd name="connsiteX5" fmla="*/ 255697 w 255696"/>
                <a:gd name="connsiteY5" fmla="*/ 177362 h 514349"/>
                <a:gd name="connsiteX6" fmla="*/ 198794 w 255696"/>
                <a:gd name="connsiteY6" fmla="*/ 78335 h 514349"/>
                <a:gd name="connsiteX7" fmla="*/ 167756 w 255696"/>
                <a:gd name="connsiteY7" fmla="*/ 0 h 514349"/>
                <a:gd name="connsiteX8" fmla="*/ 164060 w 255696"/>
                <a:gd name="connsiteY8" fmla="*/ 339944 h 514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5696" h="514349">
                  <a:moveTo>
                    <a:pt x="164060" y="339944"/>
                  </a:moveTo>
                  <a:cubicBezTo>
                    <a:pt x="164060" y="339944"/>
                    <a:pt x="84247" y="411628"/>
                    <a:pt x="48774" y="469270"/>
                  </a:cubicBezTo>
                  <a:lnTo>
                    <a:pt x="0" y="514350"/>
                  </a:lnTo>
                  <a:lnTo>
                    <a:pt x="121198" y="411628"/>
                  </a:lnTo>
                  <a:lnTo>
                    <a:pt x="224659" y="311862"/>
                  </a:lnTo>
                  <a:lnTo>
                    <a:pt x="255697" y="177362"/>
                  </a:lnTo>
                  <a:lnTo>
                    <a:pt x="198794" y="78335"/>
                  </a:lnTo>
                  <a:lnTo>
                    <a:pt x="167756" y="0"/>
                  </a:lnTo>
                  <a:cubicBezTo>
                    <a:pt x="48774" y="147802"/>
                    <a:pt x="211356" y="234266"/>
                    <a:pt x="164060" y="339944"/>
                  </a:cubicBezTo>
                  <a:close/>
                </a:path>
              </a:pathLst>
            </a:custGeom>
            <a:solidFill>
              <a:srgbClr val="F61D2D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2CAF7EE-AE25-C2A7-66DA-9778AC0A781A}"/>
                </a:ext>
              </a:extLst>
            </p:cNvPr>
            <p:cNvSpPr/>
            <p:nvPr/>
          </p:nvSpPr>
          <p:spPr>
            <a:xfrm>
              <a:off x="7339938" y="4808572"/>
              <a:ext cx="266213" cy="302993"/>
            </a:xfrm>
            <a:custGeom>
              <a:avLst/>
              <a:gdLst>
                <a:gd name="connsiteX0" fmla="*/ 39839 w 266213"/>
                <a:gd name="connsiteY0" fmla="*/ 302994 h 302993"/>
                <a:gd name="connsiteX1" fmla="*/ 671 w 266213"/>
                <a:gd name="connsiteY1" fmla="*/ 259392 h 302993"/>
                <a:gd name="connsiteX2" fmla="*/ 13974 w 266213"/>
                <a:gd name="connsiteY2" fmla="*/ 249785 h 302993"/>
                <a:gd name="connsiteX3" fmla="*/ 174338 w 266213"/>
                <a:gd name="connsiteY3" fmla="*/ 96810 h 302993"/>
                <a:gd name="connsiteX4" fmla="*/ 176556 w 266213"/>
                <a:gd name="connsiteY4" fmla="*/ 7390 h 302993"/>
                <a:gd name="connsiteX5" fmla="*/ 265975 w 266213"/>
                <a:gd name="connsiteY5" fmla="*/ 0 h 302993"/>
                <a:gd name="connsiteX6" fmla="*/ 255629 w 266213"/>
                <a:gd name="connsiteY6" fmla="*/ 117503 h 302993"/>
                <a:gd name="connsiteX7" fmla="*/ 39839 w 266213"/>
                <a:gd name="connsiteY7" fmla="*/ 302994 h 30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6213" h="302993">
                  <a:moveTo>
                    <a:pt x="39839" y="302994"/>
                  </a:moveTo>
                  <a:lnTo>
                    <a:pt x="671" y="259392"/>
                  </a:lnTo>
                  <a:cubicBezTo>
                    <a:pt x="-3024" y="254958"/>
                    <a:pt x="9540" y="253480"/>
                    <a:pt x="13974" y="249785"/>
                  </a:cubicBezTo>
                  <a:cubicBezTo>
                    <a:pt x="76051" y="203227"/>
                    <a:pt x="118174" y="121936"/>
                    <a:pt x="174338" y="96810"/>
                  </a:cubicBezTo>
                  <a:cubicBezTo>
                    <a:pt x="171383" y="67989"/>
                    <a:pt x="172861" y="41385"/>
                    <a:pt x="176556" y="7390"/>
                  </a:cubicBezTo>
                  <a:lnTo>
                    <a:pt x="265975" y="0"/>
                  </a:lnTo>
                  <a:cubicBezTo>
                    <a:pt x="268193" y="34733"/>
                    <a:pt x="254151" y="79074"/>
                    <a:pt x="255629" y="117503"/>
                  </a:cubicBezTo>
                  <a:cubicBezTo>
                    <a:pt x="192813" y="190664"/>
                    <a:pt x="88613" y="225398"/>
                    <a:pt x="39839" y="302994"/>
                  </a:cubicBezTo>
                  <a:close/>
                </a:path>
              </a:pathLst>
            </a:custGeom>
            <a:solidFill>
              <a:srgbClr val="FDDDB6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0F474806-B244-F0C3-3FE4-041287C1384C}"/>
                </a:ext>
              </a:extLst>
            </p:cNvPr>
            <p:cNvSpPr/>
            <p:nvPr/>
          </p:nvSpPr>
          <p:spPr>
            <a:xfrm>
              <a:off x="7464763" y="4542404"/>
              <a:ext cx="141306" cy="287599"/>
            </a:xfrm>
            <a:custGeom>
              <a:avLst/>
              <a:gdLst>
                <a:gd name="connsiteX0" fmla="*/ 50253 w 141306"/>
                <a:gd name="connsiteY0" fmla="*/ 287599 h 287599"/>
                <a:gd name="connsiteX1" fmla="*/ 0 w 141306"/>
                <a:gd name="connsiteY1" fmla="*/ 137580 h 287599"/>
                <a:gd name="connsiteX2" fmla="*/ 141150 w 141306"/>
                <a:gd name="connsiteY2" fmla="*/ 266168 h 287599"/>
                <a:gd name="connsiteX3" fmla="*/ 50253 w 141306"/>
                <a:gd name="connsiteY3" fmla="*/ 287599 h 28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306" h="287599">
                  <a:moveTo>
                    <a:pt x="50253" y="287599"/>
                  </a:moveTo>
                  <a:cubicBezTo>
                    <a:pt x="45818" y="224044"/>
                    <a:pt x="739" y="170836"/>
                    <a:pt x="0" y="137580"/>
                  </a:cubicBezTo>
                  <a:cubicBezTo>
                    <a:pt x="21431" y="-149894"/>
                    <a:pt x="146324" y="72548"/>
                    <a:pt x="141150" y="266168"/>
                  </a:cubicBezTo>
                  <a:cubicBezTo>
                    <a:pt x="96071" y="268385"/>
                    <a:pt x="75379" y="272080"/>
                    <a:pt x="50253" y="287599"/>
                  </a:cubicBezTo>
                  <a:close/>
                </a:path>
              </a:pathLst>
            </a:custGeom>
            <a:solidFill>
              <a:srgbClr val="FB394B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59AC5DFF-FD9D-613F-131D-3DC1857FBE2B}"/>
                </a:ext>
              </a:extLst>
            </p:cNvPr>
            <p:cNvSpPr/>
            <p:nvPr/>
          </p:nvSpPr>
          <p:spPr>
            <a:xfrm>
              <a:off x="6999187" y="5053184"/>
              <a:ext cx="464836" cy="52469"/>
            </a:xfrm>
            <a:custGeom>
              <a:avLst/>
              <a:gdLst>
                <a:gd name="connsiteX0" fmla="*/ 464837 w 464836"/>
                <a:gd name="connsiteY0" fmla="*/ 16997 h 52469"/>
                <a:gd name="connsiteX1" fmla="*/ 402021 w 464836"/>
                <a:gd name="connsiteY1" fmla="*/ 52469 h 52469"/>
                <a:gd name="connsiteX2" fmla="*/ 0 w 464836"/>
                <a:gd name="connsiteY2" fmla="*/ 31038 h 52469"/>
                <a:gd name="connsiteX3" fmla="*/ 61338 w 464836"/>
                <a:gd name="connsiteY3" fmla="*/ 0 h 52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4836" h="52469">
                  <a:moveTo>
                    <a:pt x="464837" y="16997"/>
                  </a:moveTo>
                  <a:lnTo>
                    <a:pt x="402021" y="52469"/>
                  </a:lnTo>
                  <a:lnTo>
                    <a:pt x="0" y="31038"/>
                  </a:lnTo>
                  <a:lnTo>
                    <a:pt x="61338" y="0"/>
                  </a:lnTo>
                  <a:close/>
                </a:path>
              </a:pathLst>
            </a:custGeom>
            <a:solidFill>
              <a:srgbClr val="A8D3F7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1FB285FE-AE90-23EA-16C4-130C8AFB9CB9}"/>
                </a:ext>
              </a:extLst>
            </p:cNvPr>
            <p:cNvSpPr/>
            <p:nvPr/>
          </p:nvSpPr>
          <p:spPr>
            <a:xfrm>
              <a:off x="7400469" y="5070181"/>
              <a:ext cx="63554" cy="55425"/>
            </a:xfrm>
            <a:custGeom>
              <a:avLst/>
              <a:gdLst>
                <a:gd name="connsiteX0" fmla="*/ 63555 w 63554"/>
                <a:gd name="connsiteY0" fmla="*/ 0 h 55425"/>
                <a:gd name="connsiteX1" fmla="*/ 739 w 63554"/>
                <a:gd name="connsiteY1" fmla="*/ 33255 h 55425"/>
                <a:gd name="connsiteX2" fmla="*/ 0 w 63554"/>
                <a:gd name="connsiteY2" fmla="*/ 55426 h 55425"/>
                <a:gd name="connsiteX3" fmla="*/ 58381 w 63554"/>
                <a:gd name="connsiteY3" fmla="*/ 16258 h 55425"/>
                <a:gd name="connsiteX4" fmla="*/ 63555 w 63554"/>
                <a:gd name="connsiteY4" fmla="*/ 6651 h 5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54" h="55425">
                  <a:moveTo>
                    <a:pt x="63555" y="0"/>
                  </a:moveTo>
                  <a:lnTo>
                    <a:pt x="739" y="33255"/>
                  </a:lnTo>
                  <a:lnTo>
                    <a:pt x="0" y="55426"/>
                  </a:lnTo>
                  <a:lnTo>
                    <a:pt x="58381" y="16258"/>
                  </a:lnTo>
                  <a:cubicBezTo>
                    <a:pt x="61337" y="14041"/>
                    <a:pt x="63555" y="10346"/>
                    <a:pt x="63555" y="6651"/>
                  </a:cubicBezTo>
                  <a:close/>
                </a:path>
              </a:pathLst>
            </a:custGeom>
            <a:solidFill>
              <a:srgbClr val="C5E0FB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19748B9B-33D1-9E35-EB59-D15FBF563A2C}"/>
                </a:ext>
              </a:extLst>
            </p:cNvPr>
            <p:cNvSpPr/>
            <p:nvPr/>
          </p:nvSpPr>
          <p:spPr>
            <a:xfrm>
              <a:off x="6998448" y="5082005"/>
              <a:ext cx="402759" cy="43601"/>
            </a:xfrm>
            <a:custGeom>
              <a:avLst/>
              <a:gdLst>
                <a:gd name="connsiteX0" fmla="*/ 739 w 402759"/>
                <a:gd name="connsiteY0" fmla="*/ 0 h 43601"/>
                <a:gd name="connsiteX1" fmla="*/ 402760 w 402759"/>
                <a:gd name="connsiteY1" fmla="*/ 21431 h 43601"/>
                <a:gd name="connsiteX2" fmla="*/ 402021 w 402759"/>
                <a:gd name="connsiteY2" fmla="*/ 43602 h 43601"/>
                <a:gd name="connsiteX3" fmla="*/ 11085 w 402759"/>
                <a:gd name="connsiteY3" fmla="*/ 22910 h 43601"/>
                <a:gd name="connsiteX4" fmla="*/ 0 w 402759"/>
                <a:gd name="connsiteY4" fmla="*/ 11085 h 4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2759" h="43601">
                  <a:moveTo>
                    <a:pt x="739" y="0"/>
                  </a:moveTo>
                  <a:lnTo>
                    <a:pt x="402760" y="21431"/>
                  </a:lnTo>
                  <a:lnTo>
                    <a:pt x="402021" y="43602"/>
                  </a:lnTo>
                  <a:lnTo>
                    <a:pt x="11085" y="22910"/>
                  </a:lnTo>
                  <a:cubicBezTo>
                    <a:pt x="4434" y="22910"/>
                    <a:pt x="0" y="16997"/>
                    <a:pt x="0" y="11085"/>
                  </a:cubicBezTo>
                  <a:close/>
                </a:path>
              </a:pathLst>
            </a:custGeom>
            <a:solidFill>
              <a:srgbClr val="EBF5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58FB1248-C0DF-921D-33F1-BCE818A2835A}"/>
                </a:ext>
              </a:extLst>
            </p:cNvPr>
            <p:cNvSpPr/>
            <p:nvPr/>
          </p:nvSpPr>
          <p:spPr>
            <a:xfrm>
              <a:off x="7294791" y="4810050"/>
              <a:ext cx="118980" cy="295603"/>
            </a:xfrm>
            <a:custGeom>
              <a:avLst/>
              <a:gdLst>
                <a:gd name="connsiteX0" fmla="*/ 28822 w 118980"/>
                <a:gd name="connsiteY0" fmla="*/ 15519 h 295603"/>
                <a:gd name="connsiteX1" fmla="*/ 118980 w 118980"/>
                <a:gd name="connsiteY1" fmla="*/ 288213 h 295603"/>
                <a:gd name="connsiteX2" fmla="*/ 106417 w 118980"/>
                <a:gd name="connsiteY2" fmla="*/ 295603 h 295603"/>
                <a:gd name="connsiteX3" fmla="*/ 0 w 118980"/>
                <a:gd name="connsiteY3" fmla="*/ 0 h 295603"/>
                <a:gd name="connsiteX4" fmla="*/ 8868 w 118980"/>
                <a:gd name="connsiteY4" fmla="*/ 0 h 295603"/>
                <a:gd name="connsiteX5" fmla="*/ 28822 w 118980"/>
                <a:gd name="connsiteY5" fmla="*/ 15519 h 295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980" h="295603">
                  <a:moveTo>
                    <a:pt x="28822" y="15519"/>
                  </a:moveTo>
                  <a:lnTo>
                    <a:pt x="118980" y="288213"/>
                  </a:lnTo>
                  <a:lnTo>
                    <a:pt x="106417" y="295603"/>
                  </a:lnTo>
                  <a:lnTo>
                    <a:pt x="0" y="0"/>
                  </a:lnTo>
                  <a:lnTo>
                    <a:pt x="8868" y="0"/>
                  </a:lnTo>
                  <a:cubicBezTo>
                    <a:pt x="18475" y="739"/>
                    <a:pt x="25865" y="7390"/>
                    <a:pt x="28822" y="15519"/>
                  </a:cubicBezTo>
                  <a:close/>
                </a:path>
              </a:pathLst>
            </a:custGeom>
            <a:solidFill>
              <a:srgbClr val="C5E0FB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34790AC6-744B-1621-F6FB-47CB628F3755}"/>
                </a:ext>
              </a:extLst>
            </p:cNvPr>
            <p:cNvSpPr/>
            <p:nvPr/>
          </p:nvSpPr>
          <p:spPr>
            <a:xfrm>
              <a:off x="6919107" y="4794531"/>
              <a:ext cx="485056" cy="311122"/>
            </a:xfrm>
            <a:custGeom>
              <a:avLst/>
              <a:gdLst>
                <a:gd name="connsiteX0" fmla="*/ 14308 w 485056"/>
                <a:gd name="connsiteY0" fmla="*/ 0 h 311122"/>
                <a:gd name="connsiteX1" fmla="*/ 379378 w 485056"/>
                <a:gd name="connsiteY1" fmla="*/ 15519 h 311122"/>
                <a:gd name="connsiteX2" fmla="*/ 391202 w 485056"/>
                <a:gd name="connsiteY2" fmla="*/ 24387 h 311122"/>
                <a:gd name="connsiteX3" fmla="*/ 485057 w 485056"/>
                <a:gd name="connsiteY3" fmla="*/ 311122 h 311122"/>
                <a:gd name="connsiteX4" fmla="*/ 78602 w 485056"/>
                <a:gd name="connsiteY4" fmla="*/ 289691 h 311122"/>
                <a:gd name="connsiteX5" fmla="*/ 266 w 485056"/>
                <a:gd name="connsiteY5" fmla="*/ 16997 h 311122"/>
                <a:gd name="connsiteX6" fmla="*/ 3223 w 485056"/>
                <a:gd name="connsiteY6" fmla="*/ 5173 h 311122"/>
                <a:gd name="connsiteX7" fmla="*/ 14308 w 485056"/>
                <a:gd name="connsiteY7" fmla="*/ 0 h 311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056" h="311122">
                  <a:moveTo>
                    <a:pt x="14308" y="0"/>
                  </a:moveTo>
                  <a:lnTo>
                    <a:pt x="379378" y="15519"/>
                  </a:lnTo>
                  <a:cubicBezTo>
                    <a:pt x="384551" y="15519"/>
                    <a:pt x="389725" y="19214"/>
                    <a:pt x="391202" y="24387"/>
                  </a:cubicBezTo>
                  <a:lnTo>
                    <a:pt x="485057" y="311122"/>
                  </a:lnTo>
                  <a:lnTo>
                    <a:pt x="78602" y="289691"/>
                  </a:lnTo>
                  <a:lnTo>
                    <a:pt x="266" y="16997"/>
                  </a:lnTo>
                  <a:cubicBezTo>
                    <a:pt x="-472" y="12563"/>
                    <a:pt x="266" y="8129"/>
                    <a:pt x="3223" y="5173"/>
                  </a:cubicBezTo>
                  <a:cubicBezTo>
                    <a:pt x="5440" y="1478"/>
                    <a:pt x="9874" y="0"/>
                    <a:pt x="14308" y="0"/>
                  </a:cubicBezTo>
                  <a:close/>
                </a:path>
              </a:pathLst>
            </a:custGeom>
            <a:solidFill>
              <a:srgbClr val="8AC6F4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308943DC-29D8-FA32-7530-D1070926B5B7}"/>
                </a:ext>
              </a:extLst>
            </p:cNvPr>
            <p:cNvSpPr/>
            <p:nvPr/>
          </p:nvSpPr>
          <p:spPr>
            <a:xfrm>
              <a:off x="6921314" y="4796559"/>
              <a:ext cx="479893" cy="306877"/>
            </a:xfrm>
            <a:custGeom>
              <a:avLst/>
              <a:gdLst>
                <a:gd name="connsiteX0" fmla="*/ 11362 w 479893"/>
                <a:gd name="connsiteY0" fmla="*/ 188 h 306877"/>
                <a:gd name="connsiteX1" fmla="*/ 377171 w 479893"/>
                <a:gd name="connsiteY1" fmla="*/ 15707 h 306877"/>
                <a:gd name="connsiteX2" fmla="*/ 386779 w 479893"/>
                <a:gd name="connsiteY2" fmla="*/ 23098 h 306877"/>
                <a:gd name="connsiteX3" fmla="*/ 479894 w 479893"/>
                <a:gd name="connsiteY3" fmla="*/ 306877 h 306877"/>
                <a:gd name="connsiteX4" fmla="*/ 77873 w 479893"/>
                <a:gd name="connsiteY4" fmla="*/ 285446 h 306877"/>
                <a:gd name="connsiteX5" fmla="*/ 277 w 479893"/>
                <a:gd name="connsiteY5" fmla="*/ 14229 h 306877"/>
                <a:gd name="connsiteX6" fmla="*/ 2494 w 479893"/>
                <a:gd name="connsiteY6" fmla="*/ 3883 h 306877"/>
                <a:gd name="connsiteX7" fmla="*/ 11362 w 479893"/>
                <a:gd name="connsiteY7" fmla="*/ 188 h 306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9893" h="306877">
                  <a:moveTo>
                    <a:pt x="11362" y="188"/>
                  </a:moveTo>
                  <a:lnTo>
                    <a:pt x="377171" y="15707"/>
                  </a:lnTo>
                  <a:cubicBezTo>
                    <a:pt x="381605" y="15707"/>
                    <a:pt x="385300" y="18664"/>
                    <a:pt x="386779" y="23098"/>
                  </a:cubicBezTo>
                  <a:lnTo>
                    <a:pt x="479894" y="306877"/>
                  </a:lnTo>
                  <a:lnTo>
                    <a:pt x="77873" y="285446"/>
                  </a:lnTo>
                  <a:lnTo>
                    <a:pt x="277" y="14229"/>
                  </a:lnTo>
                  <a:cubicBezTo>
                    <a:pt x="-462" y="10534"/>
                    <a:pt x="277" y="6839"/>
                    <a:pt x="2494" y="3883"/>
                  </a:cubicBezTo>
                  <a:cubicBezTo>
                    <a:pt x="4711" y="927"/>
                    <a:pt x="7667" y="-551"/>
                    <a:pt x="11362" y="188"/>
                  </a:cubicBezTo>
                  <a:close/>
                </a:path>
              </a:pathLst>
            </a:custGeom>
            <a:solidFill>
              <a:srgbClr val="EBF5FF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8FF38E92-999B-EB03-746E-582595BF8D50}"/>
                </a:ext>
              </a:extLst>
            </p:cNvPr>
            <p:cNvSpPr/>
            <p:nvPr/>
          </p:nvSpPr>
          <p:spPr>
            <a:xfrm>
              <a:off x="7237099" y="5051233"/>
              <a:ext cx="127647" cy="83989"/>
            </a:xfrm>
            <a:custGeom>
              <a:avLst/>
              <a:gdLst>
                <a:gd name="connsiteX0" fmla="*/ 49 w 127647"/>
                <a:gd name="connsiteY0" fmla="*/ 10080 h 83989"/>
                <a:gd name="connsiteX1" fmla="*/ 11874 w 127647"/>
                <a:gd name="connsiteY1" fmla="*/ 52942 h 83989"/>
                <a:gd name="connsiteX2" fmla="*/ 58431 w 127647"/>
                <a:gd name="connsiteY2" fmla="*/ 79547 h 83989"/>
                <a:gd name="connsiteX3" fmla="*/ 118290 w 127647"/>
                <a:gd name="connsiteY3" fmla="*/ 75852 h 83989"/>
                <a:gd name="connsiteX4" fmla="*/ 124203 w 127647"/>
                <a:gd name="connsiteY4" fmla="*/ 57377 h 83989"/>
                <a:gd name="connsiteX5" fmla="*/ 104989 w 127647"/>
                <a:gd name="connsiteY5" fmla="*/ 49987 h 83989"/>
                <a:gd name="connsiteX6" fmla="*/ 57692 w 127647"/>
                <a:gd name="connsiteY6" fmla="*/ 12297 h 83989"/>
                <a:gd name="connsiteX7" fmla="*/ 49 w 127647"/>
                <a:gd name="connsiteY7" fmla="*/ 10080 h 83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7647" h="83989">
                  <a:moveTo>
                    <a:pt x="49" y="10080"/>
                  </a:moveTo>
                  <a:cubicBezTo>
                    <a:pt x="49" y="10080"/>
                    <a:pt x="-1429" y="38901"/>
                    <a:pt x="11874" y="52942"/>
                  </a:cubicBezTo>
                  <a:cubicBezTo>
                    <a:pt x="11874" y="52942"/>
                    <a:pt x="44389" y="67722"/>
                    <a:pt x="58431" y="79547"/>
                  </a:cubicBezTo>
                  <a:cubicBezTo>
                    <a:pt x="71733" y="91371"/>
                    <a:pt x="118290" y="75852"/>
                    <a:pt x="118290" y="75852"/>
                  </a:cubicBezTo>
                  <a:cubicBezTo>
                    <a:pt x="118290" y="75852"/>
                    <a:pt x="134549" y="67722"/>
                    <a:pt x="124203" y="57377"/>
                  </a:cubicBezTo>
                  <a:cubicBezTo>
                    <a:pt x="119769" y="52203"/>
                    <a:pt x="110900" y="48508"/>
                    <a:pt x="104989" y="49987"/>
                  </a:cubicBezTo>
                  <a:cubicBezTo>
                    <a:pt x="58431" y="66984"/>
                    <a:pt x="68038" y="20426"/>
                    <a:pt x="57692" y="12297"/>
                  </a:cubicBezTo>
                  <a:cubicBezTo>
                    <a:pt x="46607" y="1212"/>
                    <a:pt x="11134" y="-7656"/>
                    <a:pt x="49" y="10080"/>
                  </a:cubicBezTo>
                  <a:close/>
                </a:path>
              </a:pathLst>
            </a:custGeom>
            <a:solidFill>
              <a:srgbClr val="FDDDB6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51469432-DC71-3612-960A-D0AC9D617B8A}"/>
                </a:ext>
              </a:extLst>
            </p:cNvPr>
            <p:cNvSpPr/>
            <p:nvPr/>
          </p:nvSpPr>
          <p:spPr>
            <a:xfrm>
              <a:off x="7260796" y="4409507"/>
              <a:ext cx="167602" cy="193477"/>
            </a:xfrm>
            <a:custGeom>
              <a:avLst/>
              <a:gdLst>
                <a:gd name="connsiteX0" fmla="*/ 0 w 167602"/>
                <a:gd name="connsiteY0" fmla="*/ 112329 h 193477"/>
                <a:gd name="connsiteX1" fmla="*/ 14041 w 167602"/>
                <a:gd name="connsiteY1" fmla="*/ 165538 h 193477"/>
                <a:gd name="connsiteX2" fmla="*/ 82030 w 167602"/>
                <a:gd name="connsiteY2" fmla="*/ 191403 h 193477"/>
                <a:gd name="connsiteX3" fmla="*/ 167016 w 167602"/>
                <a:gd name="connsiteY3" fmla="*/ 91637 h 193477"/>
                <a:gd name="connsiteX4" fmla="*/ 150018 w 167602"/>
                <a:gd name="connsiteY4" fmla="*/ 85725 h 193477"/>
                <a:gd name="connsiteX5" fmla="*/ 135978 w 167602"/>
                <a:gd name="connsiteY5" fmla="*/ 0 h 193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7602" h="193477">
                  <a:moveTo>
                    <a:pt x="0" y="112329"/>
                  </a:moveTo>
                  <a:cubicBezTo>
                    <a:pt x="0" y="112329"/>
                    <a:pt x="27343" y="135978"/>
                    <a:pt x="14041" y="165538"/>
                  </a:cubicBezTo>
                  <a:cubicBezTo>
                    <a:pt x="14041" y="165538"/>
                    <a:pt x="30299" y="202489"/>
                    <a:pt x="82030" y="191403"/>
                  </a:cubicBezTo>
                  <a:cubicBezTo>
                    <a:pt x="110112" y="184752"/>
                    <a:pt x="174406" y="127110"/>
                    <a:pt x="167016" y="91637"/>
                  </a:cubicBezTo>
                  <a:cubicBezTo>
                    <a:pt x="167016" y="91637"/>
                    <a:pt x="154453" y="92376"/>
                    <a:pt x="150018" y="85725"/>
                  </a:cubicBezTo>
                  <a:cubicBezTo>
                    <a:pt x="150018" y="85725"/>
                    <a:pt x="133022" y="45819"/>
                    <a:pt x="135978" y="0"/>
                  </a:cubicBezTo>
                  <a:close/>
                </a:path>
              </a:pathLst>
            </a:custGeom>
            <a:solidFill>
              <a:srgbClr val="FDCB90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513EC5AA-FAFE-B9D4-6102-6C41E5D17F50}"/>
                </a:ext>
              </a:extLst>
            </p:cNvPr>
            <p:cNvSpPr/>
            <p:nvPr/>
          </p:nvSpPr>
          <p:spPr>
            <a:xfrm>
              <a:off x="7186663" y="4252603"/>
              <a:ext cx="231644" cy="303239"/>
            </a:xfrm>
            <a:custGeom>
              <a:avLst/>
              <a:gdLst>
                <a:gd name="connsiteX0" fmla="*/ 25359 w 231644"/>
                <a:gd name="connsiteY0" fmla="*/ 173901 h 303239"/>
                <a:gd name="connsiteX1" fmla="*/ 49745 w 231644"/>
                <a:gd name="connsiteY1" fmla="*/ 250019 h 303239"/>
                <a:gd name="connsiteX2" fmla="*/ 116995 w 231644"/>
                <a:gd name="connsiteY2" fmla="*/ 303227 h 303239"/>
                <a:gd name="connsiteX3" fmla="*/ 196069 w 231644"/>
                <a:gd name="connsiteY3" fmla="*/ 241151 h 303239"/>
                <a:gd name="connsiteX4" fmla="*/ 216761 w 231644"/>
                <a:gd name="connsiteY4" fmla="*/ 193115 h 303239"/>
                <a:gd name="connsiteX5" fmla="*/ 221196 w 231644"/>
                <a:gd name="connsiteY5" fmla="*/ 54920 h 303239"/>
                <a:gd name="connsiteX6" fmla="*/ 95564 w 231644"/>
                <a:gd name="connsiteY6" fmla="*/ 4668 h 303239"/>
                <a:gd name="connsiteX7" fmla="*/ 5405 w 231644"/>
                <a:gd name="connsiteY7" fmla="*/ 65266 h 303239"/>
                <a:gd name="connsiteX8" fmla="*/ 25359 w 231644"/>
                <a:gd name="connsiteY8" fmla="*/ 173901 h 303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1644" h="303239">
                  <a:moveTo>
                    <a:pt x="25359" y="173901"/>
                  </a:moveTo>
                  <a:cubicBezTo>
                    <a:pt x="25359" y="173901"/>
                    <a:pt x="36444" y="224892"/>
                    <a:pt x="49745" y="250019"/>
                  </a:cubicBezTo>
                  <a:cubicBezTo>
                    <a:pt x="53440" y="270711"/>
                    <a:pt x="98520" y="303966"/>
                    <a:pt x="116995" y="303227"/>
                  </a:cubicBezTo>
                  <a:cubicBezTo>
                    <a:pt x="126602" y="303227"/>
                    <a:pt x="153207" y="295098"/>
                    <a:pt x="196069" y="241151"/>
                  </a:cubicBezTo>
                  <a:cubicBezTo>
                    <a:pt x="196069" y="241151"/>
                    <a:pt x="212327" y="216024"/>
                    <a:pt x="216761" y="193115"/>
                  </a:cubicBezTo>
                  <a:cubicBezTo>
                    <a:pt x="216761" y="193115"/>
                    <a:pt x="247061" y="84481"/>
                    <a:pt x="221196" y="54920"/>
                  </a:cubicBezTo>
                  <a:cubicBezTo>
                    <a:pt x="221196" y="54920"/>
                    <a:pt x="170204" y="-18981"/>
                    <a:pt x="95564" y="4668"/>
                  </a:cubicBezTo>
                  <a:cubicBezTo>
                    <a:pt x="95564" y="4668"/>
                    <a:pt x="5405" y="18709"/>
                    <a:pt x="5405" y="65266"/>
                  </a:cubicBezTo>
                  <a:cubicBezTo>
                    <a:pt x="-10114" y="113302"/>
                    <a:pt x="11317" y="142862"/>
                    <a:pt x="25359" y="173901"/>
                  </a:cubicBezTo>
                  <a:close/>
                </a:path>
              </a:pathLst>
            </a:custGeom>
            <a:solidFill>
              <a:srgbClr val="FDDDB6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1BAD80EB-EC8B-C309-53C5-03FEC6A9AD13}"/>
                </a:ext>
              </a:extLst>
            </p:cNvPr>
            <p:cNvSpPr/>
            <p:nvPr/>
          </p:nvSpPr>
          <p:spPr>
            <a:xfrm>
              <a:off x="7157522" y="4220064"/>
              <a:ext cx="316085" cy="361486"/>
            </a:xfrm>
            <a:custGeom>
              <a:avLst/>
              <a:gdLst>
                <a:gd name="connsiteX0" fmla="*/ 235557 w 316085"/>
                <a:gd name="connsiteY0" fmla="*/ 348330 h 361486"/>
                <a:gd name="connsiteX1" fmla="*/ 234078 w 316085"/>
                <a:gd name="connsiteY1" fmla="*/ 176880 h 361486"/>
                <a:gd name="connsiteX2" fmla="*/ 67062 w 316085"/>
                <a:gd name="connsiteY2" fmla="*/ 132539 h 361486"/>
                <a:gd name="connsiteX3" fmla="*/ 96623 w 316085"/>
                <a:gd name="connsiteY3" fmla="*/ 357198 h 361486"/>
                <a:gd name="connsiteX4" fmla="*/ 14593 w 316085"/>
                <a:gd name="connsiteY4" fmla="*/ 328377 h 361486"/>
                <a:gd name="connsiteX5" fmla="*/ 99579 w 316085"/>
                <a:gd name="connsiteY5" fmla="*/ 7647 h 361486"/>
                <a:gd name="connsiteX6" fmla="*/ 281375 w 316085"/>
                <a:gd name="connsiteY6" fmla="*/ 90416 h 361486"/>
                <a:gd name="connsiteX7" fmla="*/ 235557 w 316085"/>
                <a:gd name="connsiteY7" fmla="*/ 348330 h 361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6085" h="361486">
                  <a:moveTo>
                    <a:pt x="235557" y="348330"/>
                  </a:moveTo>
                  <a:cubicBezTo>
                    <a:pt x="235557" y="348330"/>
                    <a:pt x="253292" y="242651"/>
                    <a:pt x="234078" y="176880"/>
                  </a:cubicBezTo>
                  <a:cubicBezTo>
                    <a:pt x="204518" y="196833"/>
                    <a:pt x="86276" y="179836"/>
                    <a:pt x="67062" y="132539"/>
                  </a:cubicBezTo>
                  <a:cubicBezTo>
                    <a:pt x="67062" y="132539"/>
                    <a:pt x="34546" y="184270"/>
                    <a:pt x="96623" y="357198"/>
                  </a:cubicBezTo>
                  <a:cubicBezTo>
                    <a:pt x="96623" y="357198"/>
                    <a:pt x="40458" y="377890"/>
                    <a:pt x="14593" y="328377"/>
                  </a:cubicBezTo>
                  <a:cubicBezTo>
                    <a:pt x="-12011" y="237478"/>
                    <a:pt x="-12011" y="37207"/>
                    <a:pt x="99579" y="7647"/>
                  </a:cubicBezTo>
                  <a:cubicBezTo>
                    <a:pt x="193433" y="-17480"/>
                    <a:pt x="247381" y="21688"/>
                    <a:pt x="281375" y="90416"/>
                  </a:cubicBezTo>
                  <a:cubicBezTo>
                    <a:pt x="331628" y="192399"/>
                    <a:pt x="336062" y="352025"/>
                    <a:pt x="235557" y="348330"/>
                  </a:cubicBezTo>
                  <a:close/>
                </a:path>
              </a:pathLst>
            </a:custGeom>
            <a:solidFill>
              <a:srgbClr val="1A1840"/>
            </a:solidFill>
            <a:ln w="73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45087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0D18E0-6985-47E7-E521-4F725CCBB1F4}"/>
              </a:ext>
            </a:extLst>
          </p:cNvPr>
          <p:cNvSpPr txBox="1">
            <a:spLocks/>
          </p:cNvSpPr>
          <p:nvPr/>
        </p:nvSpPr>
        <p:spPr>
          <a:xfrm>
            <a:off x="827441" y="1133886"/>
            <a:ext cx="7837889" cy="2310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Get more free slide templates: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JustFreeSlide.com</a:t>
            </a:r>
            <a:endParaRPr lang="en-US" altLang="zh-TW" sz="16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C5772D-8446-653D-58FD-5840A926C1D1}"/>
              </a:ext>
            </a:extLst>
          </p:cNvPr>
          <p:cNvSpPr txBox="1">
            <a:spLocks/>
          </p:cNvSpPr>
          <p:nvPr/>
        </p:nvSpPr>
        <p:spPr>
          <a:xfrm>
            <a:off x="827441" y="355601"/>
            <a:ext cx="10838377" cy="66051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latin typeface="Agency FB" panose="020B0503020202020204" pitchFamily="34" charset="0"/>
                <a:ea typeface="+mn-ea"/>
                <a:cs typeface="+mn-cs"/>
              </a:rPr>
              <a:t>Date Security Lifecycle</a:t>
            </a:r>
          </a:p>
        </p:txBody>
      </p:sp>
      <p:sp>
        <p:nvSpPr>
          <p:cNvPr id="24" name="直角三角形 36">
            <a:extLst>
              <a:ext uri="{FF2B5EF4-FFF2-40B4-BE49-F238E27FC236}">
                <a16:creationId xmlns:a16="http://schemas.microsoft.com/office/drawing/2014/main" id="{4CCEB185-9173-14F3-5CF6-122638B85FD3}"/>
              </a:ext>
            </a:extLst>
          </p:cNvPr>
          <p:cNvSpPr/>
          <p:nvPr/>
        </p:nvSpPr>
        <p:spPr>
          <a:xfrm flipH="1">
            <a:off x="10643190" y="5954233"/>
            <a:ext cx="1548809" cy="904325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>
            <a:innerShdw blurRad="161994" dist="63500" dir="180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cs typeface="+mn-ea"/>
              <a:sym typeface="+mn-lt"/>
            </a:endParaRPr>
          </a:p>
        </p:txBody>
      </p:sp>
      <p:sp>
        <p:nvSpPr>
          <p:cNvPr id="25" name="文字方塊 37">
            <a:extLst>
              <a:ext uri="{FF2B5EF4-FFF2-40B4-BE49-F238E27FC236}">
                <a16:creationId xmlns:a16="http://schemas.microsoft.com/office/drawing/2014/main" id="{2BA91B9A-9950-45EE-4568-D221C8AE7782}"/>
              </a:ext>
            </a:extLst>
          </p:cNvPr>
          <p:cNvSpPr txBox="1"/>
          <p:nvPr/>
        </p:nvSpPr>
        <p:spPr>
          <a:xfrm rot="19843475">
            <a:off x="11233044" y="6327265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spc="300" dirty="0">
                <a:solidFill>
                  <a:schemeClr val="bg1"/>
                </a:solidFill>
                <a:cs typeface="+mn-ea"/>
                <a:sym typeface="+mn-lt"/>
              </a:rPr>
              <a:t>FREE!</a:t>
            </a:r>
            <a:endParaRPr kumimoji="1" lang="zh-TW" altLang="en-US" b="1" spc="3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26" name="圖片 72">
            <a:extLst>
              <a:ext uri="{FF2B5EF4-FFF2-40B4-BE49-F238E27FC236}">
                <a16:creationId xmlns:a16="http://schemas.microsoft.com/office/drawing/2014/main" id="{45B7A272-E3F8-1E5C-29BB-0E92ED19C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148" y="6121413"/>
            <a:ext cx="502074" cy="502074"/>
          </a:xfrm>
          <a:prstGeom prst="rect">
            <a:avLst/>
          </a:prstGeom>
        </p:spPr>
      </p:pic>
      <p:pic>
        <p:nvPicPr>
          <p:cNvPr id="27" name="圖片 74">
            <a:extLst>
              <a:ext uri="{FF2B5EF4-FFF2-40B4-BE49-F238E27FC236}">
                <a16:creationId xmlns:a16="http://schemas.microsoft.com/office/drawing/2014/main" id="{2ACD5B8E-8BC0-3544-F0D2-A8154F103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67" y="6121413"/>
            <a:ext cx="502074" cy="502074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A270338B-9BA3-416B-885D-D91A30FA6A71}"/>
              </a:ext>
            </a:extLst>
          </p:cNvPr>
          <p:cNvGrpSpPr/>
          <p:nvPr/>
        </p:nvGrpSpPr>
        <p:grpSpPr>
          <a:xfrm>
            <a:off x="876967" y="2816754"/>
            <a:ext cx="10438065" cy="1824944"/>
            <a:chOff x="914148" y="2441842"/>
            <a:chExt cx="9710743" cy="1697782"/>
          </a:xfrm>
          <a:gradFill>
            <a:gsLst>
              <a:gs pos="0">
                <a:srgbClr val="F7B2D8"/>
              </a:gs>
              <a:gs pos="100000">
                <a:srgbClr val="F9B233"/>
              </a:gs>
            </a:gsLst>
            <a:lin ang="7200000" scaled="0"/>
          </a:gradFill>
        </p:grpSpPr>
        <p:sp>
          <p:nvSpPr>
            <p:cNvPr id="6" name="Freeform 132">
              <a:extLst>
                <a:ext uri="{FF2B5EF4-FFF2-40B4-BE49-F238E27FC236}">
                  <a16:creationId xmlns:a16="http://schemas.microsoft.com/office/drawing/2014/main" id="{8D0C0E88-D5FE-30F9-1741-47A0359FE4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914148" y="2441842"/>
              <a:ext cx="1697782" cy="1697782"/>
            </a:xfrm>
            <a:custGeom>
              <a:avLst/>
              <a:gdLst>
                <a:gd name="T0" fmla="*/ 103 w 478"/>
                <a:gd name="T1" fmla="*/ 478 h 478"/>
                <a:gd name="T2" fmla="*/ 0 w 478"/>
                <a:gd name="T3" fmla="*/ 478 h 478"/>
                <a:gd name="T4" fmla="*/ 0 w 478"/>
                <a:gd name="T5" fmla="*/ 0 h 478"/>
                <a:gd name="T6" fmla="*/ 478 w 478"/>
                <a:gd name="T7" fmla="*/ 0 h 478"/>
                <a:gd name="T8" fmla="*/ 478 w 478"/>
                <a:gd name="T9" fmla="*/ 103 h 478"/>
                <a:gd name="T10" fmla="*/ 103 w 478"/>
                <a:gd name="T11" fmla="*/ 103 h 478"/>
                <a:gd name="T12" fmla="*/ 103 w 478"/>
                <a:gd name="T13" fmla="*/ 478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8" h="478">
                  <a:moveTo>
                    <a:pt x="103" y="478"/>
                  </a:moveTo>
                  <a:lnTo>
                    <a:pt x="0" y="478"/>
                  </a:lnTo>
                  <a:lnTo>
                    <a:pt x="0" y="0"/>
                  </a:lnTo>
                  <a:lnTo>
                    <a:pt x="478" y="0"/>
                  </a:lnTo>
                  <a:lnTo>
                    <a:pt x="478" y="103"/>
                  </a:lnTo>
                  <a:lnTo>
                    <a:pt x="103" y="103"/>
                  </a:lnTo>
                  <a:lnTo>
                    <a:pt x="103" y="4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000" dirty="0">
                <a:latin typeface="Agency FB" panose="020B0503020202020204" pitchFamily="34" charset="0"/>
              </a:endParaRPr>
            </a:p>
          </p:txBody>
        </p:sp>
        <p:sp>
          <p:nvSpPr>
            <p:cNvPr id="8" name="Freeform 133">
              <a:extLst>
                <a:ext uri="{FF2B5EF4-FFF2-40B4-BE49-F238E27FC236}">
                  <a16:creationId xmlns:a16="http://schemas.microsoft.com/office/drawing/2014/main" id="{E7EB3019-1961-533F-282D-B4FC36338C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914148" y="2441842"/>
              <a:ext cx="1697782" cy="1697782"/>
            </a:xfrm>
            <a:custGeom>
              <a:avLst/>
              <a:gdLst>
                <a:gd name="T0" fmla="*/ 103 w 478"/>
                <a:gd name="T1" fmla="*/ 478 h 478"/>
                <a:gd name="T2" fmla="*/ 0 w 478"/>
                <a:gd name="T3" fmla="*/ 478 h 478"/>
                <a:gd name="T4" fmla="*/ 0 w 478"/>
                <a:gd name="T5" fmla="*/ 0 h 478"/>
                <a:gd name="T6" fmla="*/ 478 w 478"/>
                <a:gd name="T7" fmla="*/ 0 h 478"/>
                <a:gd name="T8" fmla="*/ 478 w 478"/>
                <a:gd name="T9" fmla="*/ 103 h 478"/>
                <a:gd name="T10" fmla="*/ 103 w 478"/>
                <a:gd name="T11" fmla="*/ 103 h 478"/>
                <a:gd name="T12" fmla="*/ 103 w 478"/>
                <a:gd name="T13" fmla="*/ 478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8" h="478">
                  <a:moveTo>
                    <a:pt x="103" y="478"/>
                  </a:moveTo>
                  <a:lnTo>
                    <a:pt x="0" y="478"/>
                  </a:lnTo>
                  <a:lnTo>
                    <a:pt x="0" y="0"/>
                  </a:lnTo>
                  <a:lnTo>
                    <a:pt x="478" y="0"/>
                  </a:lnTo>
                  <a:lnTo>
                    <a:pt x="478" y="103"/>
                  </a:lnTo>
                  <a:lnTo>
                    <a:pt x="103" y="103"/>
                  </a:lnTo>
                  <a:lnTo>
                    <a:pt x="103" y="478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000" dirty="0">
                <a:latin typeface="Agency FB" panose="020B0503020202020204" pitchFamily="34" charset="0"/>
              </a:endParaRPr>
            </a:p>
          </p:txBody>
        </p:sp>
        <p:sp>
          <p:nvSpPr>
            <p:cNvPr id="9" name="Freeform 134">
              <a:extLst>
                <a:ext uri="{FF2B5EF4-FFF2-40B4-BE49-F238E27FC236}">
                  <a16:creationId xmlns:a16="http://schemas.microsoft.com/office/drawing/2014/main" id="{07DB8C96-4743-EAEC-2836-6436B68B02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2246091" y="2441842"/>
              <a:ext cx="1704885" cy="1697782"/>
            </a:xfrm>
            <a:custGeom>
              <a:avLst/>
              <a:gdLst>
                <a:gd name="T0" fmla="*/ 480 w 480"/>
                <a:gd name="T1" fmla="*/ 478 h 478"/>
                <a:gd name="T2" fmla="*/ 0 w 480"/>
                <a:gd name="T3" fmla="*/ 478 h 478"/>
                <a:gd name="T4" fmla="*/ 0 w 480"/>
                <a:gd name="T5" fmla="*/ 0 h 478"/>
                <a:gd name="T6" fmla="*/ 103 w 480"/>
                <a:gd name="T7" fmla="*/ 0 h 478"/>
                <a:gd name="T8" fmla="*/ 103 w 480"/>
                <a:gd name="T9" fmla="*/ 375 h 478"/>
                <a:gd name="T10" fmla="*/ 480 w 480"/>
                <a:gd name="T11" fmla="*/ 375 h 478"/>
                <a:gd name="T12" fmla="*/ 480 w 480"/>
                <a:gd name="T13" fmla="*/ 478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0" h="478">
                  <a:moveTo>
                    <a:pt x="480" y="478"/>
                  </a:moveTo>
                  <a:lnTo>
                    <a:pt x="0" y="478"/>
                  </a:lnTo>
                  <a:lnTo>
                    <a:pt x="0" y="0"/>
                  </a:lnTo>
                  <a:lnTo>
                    <a:pt x="103" y="0"/>
                  </a:lnTo>
                  <a:lnTo>
                    <a:pt x="103" y="375"/>
                  </a:lnTo>
                  <a:lnTo>
                    <a:pt x="480" y="375"/>
                  </a:lnTo>
                  <a:lnTo>
                    <a:pt x="480" y="4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000" dirty="0">
                <a:latin typeface="Agency FB" panose="020B0503020202020204" pitchFamily="34" charset="0"/>
              </a:endParaRPr>
            </a:p>
          </p:txBody>
        </p:sp>
        <p:sp>
          <p:nvSpPr>
            <p:cNvPr id="14" name="Freeform 135">
              <a:extLst>
                <a:ext uri="{FF2B5EF4-FFF2-40B4-BE49-F238E27FC236}">
                  <a16:creationId xmlns:a16="http://schemas.microsoft.com/office/drawing/2014/main" id="{9268AA14-C4F2-F9B1-69E3-DDDF803000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2246091" y="2441842"/>
              <a:ext cx="1704885" cy="1697782"/>
            </a:xfrm>
            <a:custGeom>
              <a:avLst/>
              <a:gdLst>
                <a:gd name="T0" fmla="*/ 480 w 480"/>
                <a:gd name="T1" fmla="*/ 478 h 478"/>
                <a:gd name="T2" fmla="*/ 0 w 480"/>
                <a:gd name="T3" fmla="*/ 478 h 478"/>
                <a:gd name="T4" fmla="*/ 0 w 480"/>
                <a:gd name="T5" fmla="*/ 0 h 478"/>
                <a:gd name="T6" fmla="*/ 103 w 480"/>
                <a:gd name="T7" fmla="*/ 0 h 478"/>
                <a:gd name="T8" fmla="*/ 103 w 480"/>
                <a:gd name="T9" fmla="*/ 375 h 478"/>
                <a:gd name="T10" fmla="*/ 480 w 480"/>
                <a:gd name="T11" fmla="*/ 375 h 478"/>
                <a:gd name="T12" fmla="*/ 480 w 480"/>
                <a:gd name="T13" fmla="*/ 478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0" h="478">
                  <a:moveTo>
                    <a:pt x="480" y="478"/>
                  </a:moveTo>
                  <a:lnTo>
                    <a:pt x="0" y="478"/>
                  </a:lnTo>
                  <a:lnTo>
                    <a:pt x="0" y="0"/>
                  </a:lnTo>
                  <a:lnTo>
                    <a:pt x="103" y="0"/>
                  </a:lnTo>
                  <a:lnTo>
                    <a:pt x="103" y="375"/>
                  </a:lnTo>
                  <a:lnTo>
                    <a:pt x="480" y="375"/>
                  </a:lnTo>
                  <a:lnTo>
                    <a:pt x="480" y="478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000" dirty="0">
                <a:latin typeface="Agency FB" panose="020B0503020202020204" pitchFamily="34" charset="0"/>
              </a:endParaRPr>
            </a:p>
          </p:txBody>
        </p:sp>
        <p:sp>
          <p:nvSpPr>
            <p:cNvPr id="15" name="Freeform 136">
              <a:extLst>
                <a:ext uri="{FF2B5EF4-FFF2-40B4-BE49-F238E27FC236}">
                  <a16:creationId xmlns:a16="http://schemas.microsoft.com/office/drawing/2014/main" id="{CBAE40D3-422C-0EE5-FAD7-A057C7EC46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3585135" y="2441842"/>
              <a:ext cx="1697782" cy="1697782"/>
            </a:xfrm>
            <a:custGeom>
              <a:avLst/>
              <a:gdLst>
                <a:gd name="T0" fmla="*/ 103 w 478"/>
                <a:gd name="T1" fmla="*/ 478 h 478"/>
                <a:gd name="T2" fmla="*/ 0 w 478"/>
                <a:gd name="T3" fmla="*/ 478 h 478"/>
                <a:gd name="T4" fmla="*/ 0 w 478"/>
                <a:gd name="T5" fmla="*/ 0 h 478"/>
                <a:gd name="T6" fmla="*/ 478 w 478"/>
                <a:gd name="T7" fmla="*/ 0 h 478"/>
                <a:gd name="T8" fmla="*/ 478 w 478"/>
                <a:gd name="T9" fmla="*/ 103 h 478"/>
                <a:gd name="T10" fmla="*/ 103 w 478"/>
                <a:gd name="T11" fmla="*/ 103 h 478"/>
                <a:gd name="T12" fmla="*/ 103 w 478"/>
                <a:gd name="T13" fmla="*/ 478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8" h="478">
                  <a:moveTo>
                    <a:pt x="103" y="478"/>
                  </a:moveTo>
                  <a:lnTo>
                    <a:pt x="0" y="478"/>
                  </a:lnTo>
                  <a:lnTo>
                    <a:pt x="0" y="0"/>
                  </a:lnTo>
                  <a:lnTo>
                    <a:pt x="478" y="0"/>
                  </a:lnTo>
                  <a:lnTo>
                    <a:pt x="478" y="103"/>
                  </a:lnTo>
                  <a:lnTo>
                    <a:pt x="103" y="103"/>
                  </a:lnTo>
                  <a:lnTo>
                    <a:pt x="103" y="4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000" dirty="0">
                <a:latin typeface="Agency FB" panose="020B0503020202020204" pitchFamily="34" charset="0"/>
              </a:endParaRPr>
            </a:p>
          </p:txBody>
        </p:sp>
        <p:sp>
          <p:nvSpPr>
            <p:cNvPr id="16" name="Freeform 137">
              <a:extLst>
                <a:ext uri="{FF2B5EF4-FFF2-40B4-BE49-F238E27FC236}">
                  <a16:creationId xmlns:a16="http://schemas.microsoft.com/office/drawing/2014/main" id="{4AB717D3-D1BF-1CE2-CBAD-6469C7B83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3585135" y="2441842"/>
              <a:ext cx="1697782" cy="1697782"/>
            </a:xfrm>
            <a:custGeom>
              <a:avLst/>
              <a:gdLst>
                <a:gd name="T0" fmla="*/ 103 w 478"/>
                <a:gd name="T1" fmla="*/ 478 h 478"/>
                <a:gd name="T2" fmla="*/ 0 w 478"/>
                <a:gd name="T3" fmla="*/ 478 h 478"/>
                <a:gd name="T4" fmla="*/ 0 w 478"/>
                <a:gd name="T5" fmla="*/ 0 h 478"/>
                <a:gd name="T6" fmla="*/ 478 w 478"/>
                <a:gd name="T7" fmla="*/ 0 h 478"/>
                <a:gd name="T8" fmla="*/ 478 w 478"/>
                <a:gd name="T9" fmla="*/ 103 h 478"/>
                <a:gd name="T10" fmla="*/ 103 w 478"/>
                <a:gd name="T11" fmla="*/ 103 h 478"/>
                <a:gd name="T12" fmla="*/ 103 w 478"/>
                <a:gd name="T13" fmla="*/ 478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8" h="478">
                  <a:moveTo>
                    <a:pt x="103" y="478"/>
                  </a:moveTo>
                  <a:lnTo>
                    <a:pt x="0" y="478"/>
                  </a:lnTo>
                  <a:lnTo>
                    <a:pt x="0" y="0"/>
                  </a:lnTo>
                  <a:lnTo>
                    <a:pt x="478" y="0"/>
                  </a:lnTo>
                  <a:lnTo>
                    <a:pt x="478" y="103"/>
                  </a:lnTo>
                  <a:lnTo>
                    <a:pt x="103" y="103"/>
                  </a:lnTo>
                  <a:lnTo>
                    <a:pt x="103" y="478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000" dirty="0">
                <a:latin typeface="Agency FB" panose="020B0503020202020204" pitchFamily="34" charset="0"/>
              </a:endParaRPr>
            </a:p>
          </p:txBody>
        </p:sp>
        <p:sp>
          <p:nvSpPr>
            <p:cNvPr id="17" name="Freeform 138">
              <a:extLst>
                <a:ext uri="{FF2B5EF4-FFF2-40B4-BE49-F238E27FC236}">
                  <a16:creationId xmlns:a16="http://schemas.microsoft.com/office/drawing/2014/main" id="{D4DEF45E-6AD5-7D62-6366-F8E29ECD0F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4917078" y="2441842"/>
              <a:ext cx="1697782" cy="1697782"/>
            </a:xfrm>
            <a:custGeom>
              <a:avLst/>
              <a:gdLst>
                <a:gd name="T0" fmla="*/ 478 w 478"/>
                <a:gd name="T1" fmla="*/ 478 h 478"/>
                <a:gd name="T2" fmla="*/ 0 w 478"/>
                <a:gd name="T3" fmla="*/ 478 h 478"/>
                <a:gd name="T4" fmla="*/ 0 w 478"/>
                <a:gd name="T5" fmla="*/ 0 h 478"/>
                <a:gd name="T6" fmla="*/ 103 w 478"/>
                <a:gd name="T7" fmla="*/ 0 h 478"/>
                <a:gd name="T8" fmla="*/ 103 w 478"/>
                <a:gd name="T9" fmla="*/ 375 h 478"/>
                <a:gd name="T10" fmla="*/ 478 w 478"/>
                <a:gd name="T11" fmla="*/ 375 h 478"/>
                <a:gd name="T12" fmla="*/ 478 w 478"/>
                <a:gd name="T13" fmla="*/ 478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8" h="478">
                  <a:moveTo>
                    <a:pt x="478" y="478"/>
                  </a:moveTo>
                  <a:lnTo>
                    <a:pt x="0" y="478"/>
                  </a:lnTo>
                  <a:lnTo>
                    <a:pt x="0" y="0"/>
                  </a:lnTo>
                  <a:lnTo>
                    <a:pt x="103" y="0"/>
                  </a:lnTo>
                  <a:lnTo>
                    <a:pt x="103" y="375"/>
                  </a:lnTo>
                  <a:lnTo>
                    <a:pt x="478" y="375"/>
                  </a:lnTo>
                  <a:lnTo>
                    <a:pt x="478" y="4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000" dirty="0">
                <a:latin typeface="Agency FB" panose="020B0503020202020204" pitchFamily="34" charset="0"/>
              </a:endParaRPr>
            </a:p>
          </p:txBody>
        </p:sp>
        <p:sp>
          <p:nvSpPr>
            <p:cNvPr id="18" name="Freeform 139">
              <a:extLst>
                <a:ext uri="{FF2B5EF4-FFF2-40B4-BE49-F238E27FC236}">
                  <a16:creationId xmlns:a16="http://schemas.microsoft.com/office/drawing/2014/main" id="{D386D8DE-D2DD-F3F3-D9D0-BE248FAE04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4917078" y="2441842"/>
              <a:ext cx="1697782" cy="1697782"/>
            </a:xfrm>
            <a:custGeom>
              <a:avLst/>
              <a:gdLst>
                <a:gd name="T0" fmla="*/ 478 w 478"/>
                <a:gd name="T1" fmla="*/ 478 h 478"/>
                <a:gd name="T2" fmla="*/ 0 w 478"/>
                <a:gd name="T3" fmla="*/ 478 h 478"/>
                <a:gd name="T4" fmla="*/ 0 w 478"/>
                <a:gd name="T5" fmla="*/ 0 h 478"/>
                <a:gd name="T6" fmla="*/ 103 w 478"/>
                <a:gd name="T7" fmla="*/ 0 h 478"/>
                <a:gd name="T8" fmla="*/ 103 w 478"/>
                <a:gd name="T9" fmla="*/ 375 h 478"/>
                <a:gd name="T10" fmla="*/ 478 w 478"/>
                <a:gd name="T11" fmla="*/ 375 h 478"/>
                <a:gd name="T12" fmla="*/ 478 w 478"/>
                <a:gd name="T13" fmla="*/ 478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8" h="478">
                  <a:moveTo>
                    <a:pt x="478" y="478"/>
                  </a:moveTo>
                  <a:lnTo>
                    <a:pt x="0" y="478"/>
                  </a:lnTo>
                  <a:lnTo>
                    <a:pt x="0" y="0"/>
                  </a:lnTo>
                  <a:lnTo>
                    <a:pt x="103" y="0"/>
                  </a:lnTo>
                  <a:lnTo>
                    <a:pt x="103" y="375"/>
                  </a:lnTo>
                  <a:lnTo>
                    <a:pt x="478" y="375"/>
                  </a:lnTo>
                  <a:lnTo>
                    <a:pt x="478" y="478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000" dirty="0">
                <a:latin typeface="Agency FB" panose="020B0503020202020204" pitchFamily="34" charset="0"/>
              </a:endParaRPr>
            </a:p>
          </p:txBody>
        </p:sp>
        <p:sp>
          <p:nvSpPr>
            <p:cNvPr id="19" name="Rectangle 140">
              <a:extLst>
                <a:ext uri="{FF2B5EF4-FFF2-40B4-BE49-F238E27FC236}">
                  <a16:creationId xmlns:a16="http://schemas.microsoft.com/office/drawing/2014/main" id="{21B42AAF-50AD-6E61-D91D-417963E91A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4017" y="2441842"/>
              <a:ext cx="142074" cy="365841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000" dirty="0">
                <a:latin typeface="Agency FB" panose="020B0503020202020204" pitchFamily="34" charset="0"/>
              </a:endParaRPr>
            </a:p>
          </p:txBody>
        </p:sp>
        <p:sp>
          <p:nvSpPr>
            <p:cNvPr id="20" name="Rectangle 141">
              <a:extLst>
                <a:ext uri="{FF2B5EF4-FFF2-40B4-BE49-F238E27FC236}">
                  <a16:creationId xmlns:a16="http://schemas.microsoft.com/office/drawing/2014/main" id="{78DF0B80-5B74-D5F4-A0E2-D0DA12D2CF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4017" y="2441842"/>
              <a:ext cx="142074" cy="36584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000" dirty="0">
                <a:latin typeface="Agency FB" panose="020B0503020202020204" pitchFamily="34" charset="0"/>
              </a:endParaRPr>
            </a:p>
          </p:txBody>
        </p:sp>
        <p:sp>
          <p:nvSpPr>
            <p:cNvPr id="22" name="Rectangle 143">
              <a:extLst>
                <a:ext uri="{FF2B5EF4-FFF2-40B4-BE49-F238E27FC236}">
                  <a16:creationId xmlns:a16="http://schemas.microsoft.com/office/drawing/2014/main" id="{6248E0B9-22A0-4177-0793-1A8A21800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0797" y="2441842"/>
              <a:ext cx="142074" cy="36584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000" dirty="0">
                <a:latin typeface="Agency FB" panose="020B0503020202020204" pitchFamily="34" charset="0"/>
              </a:endParaRPr>
            </a:p>
          </p:txBody>
        </p:sp>
        <p:sp>
          <p:nvSpPr>
            <p:cNvPr id="30" name="Freeform 132">
              <a:extLst>
                <a:ext uri="{FF2B5EF4-FFF2-40B4-BE49-F238E27FC236}">
                  <a16:creationId xmlns:a16="http://schemas.microsoft.com/office/drawing/2014/main" id="{2D243781-5C94-BB93-D7AB-B6E7F8936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6256122" y="2441842"/>
              <a:ext cx="1697782" cy="1697782"/>
            </a:xfrm>
            <a:custGeom>
              <a:avLst/>
              <a:gdLst>
                <a:gd name="T0" fmla="*/ 103 w 478"/>
                <a:gd name="T1" fmla="*/ 478 h 478"/>
                <a:gd name="T2" fmla="*/ 0 w 478"/>
                <a:gd name="T3" fmla="*/ 478 h 478"/>
                <a:gd name="T4" fmla="*/ 0 w 478"/>
                <a:gd name="T5" fmla="*/ 0 h 478"/>
                <a:gd name="T6" fmla="*/ 478 w 478"/>
                <a:gd name="T7" fmla="*/ 0 h 478"/>
                <a:gd name="T8" fmla="*/ 478 w 478"/>
                <a:gd name="T9" fmla="*/ 103 h 478"/>
                <a:gd name="T10" fmla="*/ 103 w 478"/>
                <a:gd name="T11" fmla="*/ 103 h 478"/>
                <a:gd name="T12" fmla="*/ 103 w 478"/>
                <a:gd name="T13" fmla="*/ 478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8" h="478">
                  <a:moveTo>
                    <a:pt x="103" y="478"/>
                  </a:moveTo>
                  <a:lnTo>
                    <a:pt x="0" y="478"/>
                  </a:lnTo>
                  <a:lnTo>
                    <a:pt x="0" y="0"/>
                  </a:lnTo>
                  <a:lnTo>
                    <a:pt x="478" y="0"/>
                  </a:lnTo>
                  <a:lnTo>
                    <a:pt x="478" y="103"/>
                  </a:lnTo>
                  <a:lnTo>
                    <a:pt x="103" y="103"/>
                  </a:lnTo>
                  <a:lnTo>
                    <a:pt x="103" y="4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000" dirty="0">
                <a:latin typeface="Agency FB" panose="020B0503020202020204" pitchFamily="34" charset="0"/>
              </a:endParaRPr>
            </a:p>
          </p:txBody>
        </p:sp>
        <p:sp>
          <p:nvSpPr>
            <p:cNvPr id="31" name="Freeform 133">
              <a:extLst>
                <a:ext uri="{FF2B5EF4-FFF2-40B4-BE49-F238E27FC236}">
                  <a16:creationId xmlns:a16="http://schemas.microsoft.com/office/drawing/2014/main" id="{67F1A707-D560-C39A-33F5-643584E86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6256122" y="2441842"/>
              <a:ext cx="1697782" cy="1697782"/>
            </a:xfrm>
            <a:custGeom>
              <a:avLst/>
              <a:gdLst>
                <a:gd name="T0" fmla="*/ 103 w 478"/>
                <a:gd name="T1" fmla="*/ 478 h 478"/>
                <a:gd name="T2" fmla="*/ 0 w 478"/>
                <a:gd name="T3" fmla="*/ 478 h 478"/>
                <a:gd name="T4" fmla="*/ 0 w 478"/>
                <a:gd name="T5" fmla="*/ 0 h 478"/>
                <a:gd name="T6" fmla="*/ 478 w 478"/>
                <a:gd name="T7" fmla="*/ 0 h 478"/>
                <a:gd name="T8" fmla="*/ 478 w 478"/>
                <a:gd name="T9" fmla="*/ 103 h 478"/>
                <a:gd name="T10" fmla="*/ 103 w 478"/>
                <a:gd name="T11" fmla="*/ 103 h 478"/>
                <a:gd name="T12" fmla="*/ 103 w 478"/>
                <a:gd name="T13" fmla="*/ 478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8" h="478">
                  <a:moveTo>
                    <a:pt x="103" y="478"/>
                  </a:moveTo>
                  <a:lnTo>
                    <a:pt x="0" y="478"/>
                  </a:lnTo>
                  <a:lnTo>
                    <a:pt x="0" y="0"/>
                  </a:lnTo>
                  <a:lnTo>
                    <a:pt x="478" y="0"/>
                  </a:lnTo>
                  <a:lnTo>
                    <a:pt x="478" y="103"/>
                  </a:lnTo>
                  <a:lnTo>
                    <a:pt x="103" y="103"/>
                  </a:lnTo>
                  <a:lnTo>
                    <a:pt x="103" y="478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000" dirty="0">
                <a:latin typeface="Agency FB" panose="020B0503020202020204" pitchFamily="34" charset="0"/>
              </a:endParaRPr>
            </a:p>
          </p:txBody>
        </p:sp>
        <p:sp>
          <p:nvSpPr>
            <p:cNvPr id="32" name="Freeform 134">
              <a:extLst>
                <a:ext uri="{FF2B5EF4-FFF2-40B4-BE49-F238E27FC236}">
                  <a16:creationId xmlns:a16="http://schemas.microsoft.com/office/drawing/2014/main" id="{ABEB55D8-3FF4-C4F2-154D-EDF608D43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7588065" y="2441842"/>
              <a:ext cx="1704885" cy="1697782"/>
            </a:xfrm>
            <a:custGeom>
              <a:avLst/>
              <a:gdLst>
                <a:gd name="T0" fmla="*/ 480 w 480"/>
                <a:gd name="T1" fmla="*/ 478 h 478"/>
                <a:gd name="T2" fmla="*/ 0 w 480"/>
                <a:gd name="T3" fmla="*/ 478 h 478"/>
                <a:gd name="T4" fmla="*/ 0 w 480"/>
                <a:gd name="T5" fmla="*/ 0 h 478"/>
                <a:gd name="T6" fmla="*/ 103 w 480"/>
                <a:gd name="T7" fmla="*/ 0 h 478"/>
                <a:gd name="T8" fmla="*/ 103 w 480"/>
                <a:gd name="T9" fmla="*/ 375 h 478"/>
                <a:gd name="T10" fmla="*/ 480 w 480"/>
                <a:gd name="T11" fmla="*/ 375 h 478"/>
                <a:gd name="T12" fmla="*/ 480 w 480"/>
                <a:gd name="T13" fmla="*/ 478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0" h="478">
                  <a:moveTo>
                    <a:pt x="480" y="478"/>
                  </a:moveTo>
                  <a:lnTo>
                    <a:pt x="0" y="478"/>
                  </a:lnTo>
                  <a:lnTo>
                    <a:pt x="0" y="0"/>
                  </a:lnTo>
                  <a:lnTo>
                    <a:pt x="103" y="0"/>
                  </a:lnTo>
                  <a:lnTo>
                    <a:pt x="103" y="375"/>
                  </a:lnTo>
                  <a:lnTo>
                    <a:pt x="480" y="375"/>
                  </a:lnTo>
                  <a:lnTo>
                    <a:pt x="480" y="4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000" dirty="0">
                <a:latin typeface="Agency FB" panose="020B0503020202020204" pitchFamily="34" charset="0"/>
              </a:endParaRPr>
            </a:p>
          </p:txBody>
        </p:sp>
        <p:sp>
          <p:nvSpPr>
            <p:cNvPr id="33" name="Freeform 135">
              <a:extLst>
                <a:ext uri="{FF2B5EF4-FFF2-40B4-BE49-F238E27FC236}">
                  <a16:creationId xmlns:a16="http://schemas.microsoft.com/office/drawing/2014/main" id="{D3867CA1-6DA6-337B-0C0D-5F50E3C0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7588065" y="2441842"/>
              <a:ext cx="1704885" cy="1697782"/>
            </a:xfrm>
            <a:custGeom>
              <a:avLst/>
              <a:gdLst>
                <a:gd name="T0" fmla="*/ 480 w 480"/>
                <a:gd name="T1" fmla="*/ 478 h 478"/>
                <a:gd name="T2" fmla="*/ 0 w 480"/>
                <a:gd name="T3" fmla="*/ 478 h 478"/>
                <a:gd name="T4" fmla="*/ 0 w 480"/>
                <a:gd name="T5" fmla="*/ 0 h 478"/>
                <a:gd name="T6" fmla="*/ 103 w 480"/>
                <a:gd name="T7" fmla="*/ 0 h 478"/>
                <a:gd name="T8" fmla="*/ 103 w 480"/>
                <a:gd name="T9" fmla="*/ 375 h 478"/>
                <a:gd name="T10" fmla="*/ 480 w 480"/>
                <a:gd name="T11" fmla="*/ 375 h 478"/>
                <a:gd name="T12" fmla="*/ 480 w 480"/>
                <a:gd name="T13" fmla="*/ 478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0" h="478">
                  <a:moveTo>
                    <a:pt x="480" y="478"/>
                  </a:moveTo>
                  <a:lnTo>
                    <a:pt x="0" y="478"/>
                  </a:lnTo>
                  <a:lnTo>
                    <a:pt x="0" y="0"/>
                  </a:lnTo>
                  <a:lnTo>
                    <a:pt x="103" y="0"/>
                  </a:lnTo>
                  <a:lnTo>
                    <a:pt x="103" y="375"/>
                  </a:lnTo>
                  <a:lnTo>
                    <a:pt x="480" y="375"/>
                  </a:lnTo>
                  <a:lnTo>
                    <a:pt x="480" y="478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000" dirty="0">
                <a:latin typeface="Agency FB" panose="020B0503020202020204" pitchFamily="34" charset="0"/>
              </a:endParaRPr>
            </a:p>
          </p:txBody>
        </p:sp>
        <p:sp>
          <p:nvSpPr>
            <p:cNvPr id="34" name="Freeform 136">
              <a:extLst>
                <a:ext uri="{FF2B5EF4-FFF2-40B4-BE49-F238E27FC236}">
                  <a16:creationId xmlns:a16="http://schemas.microsoft.com/office/drawing/2014/main" id="{8CEDFD57-E9B0-B421-CDE9-AD8A163A8E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8927109" y="2441842"/>
              <a:ext cx="1697782" cy="1697782"/>
            </a:xfrm>
            <a:custGeom>
              <a:avLst/>
              <a:gdLst>
                <a:gd name="T0" fmla="*/ 103 w 478"/>
                <a:gd name="T1" fmla="*/ 478 h 478"/>
                <a:gd name="T2" fmla="*/ 0 w 478"/>
                <a:gd name="T3" fmla="*/ 478 h 478"/>
                <a:gd name="T4" fmla="*/ 0 w 478"/>
                <a:gd name="T5" fmla="*/ 0 h 478"/>
                <a:gd name="T6" fmla="*/ 478 w 478"/>
                <a:gd name="T7" fmla="*/ 0 h 478"/>
                <a:gd name="T8" fmla="*/ 478 w 478"/>
                <a:gd name="T9" fmla="*/ 103 h 478"/>
                <a:gd name="T10" fmla="*/ 103 w 478"/>
                <a:gd name="T11" fmla="*/ 103 h 478"/>
                <a:gd name="T12" fmla="*/ 103 w 478"/>
                <a:gd name="T13" fmla="*/ 478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8" h="478">
                  <a:moveTo>
                    <a:pt x="103" y="478"/>
                  </a:moveTo>
                  <a:lnTo>
                    <a:pt x="0" y="478"/>
                  </a:lnTo>
                  <a:lnTo>
                    <a:pt x="0" y="0"/>
                  </a:lnTo>
                  <a:lnTo>
                    <a:pt x="478" y="0"/>
                  </a:lnTo>
                  <a:lnTo>
                    <a:pt x="478" y="103"/>
                  </a:lnTo>
                  <a:lnTo>
                    <a:pt x="103" y="103"/>
                  </a:lnTo>
                  <a:lnTo>
                    <a:pt x="103" y="4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000" dirty="0">
                <a:latin typeface="Agency FB" panose="020B0503020202020204" pitchFamily="34" charset="0"/>
              </a:endParaRPr>
            </a:p>
          </p:txBody>
        </p:sp>
        <p:sp>
          <p:nvSpPr>
            <p:cNvPr id="35" name="Freeform 137">
              <a:extLst>
                <a:ext uri="{FF2B5EF4-FFF2-40B4-BE49-F238E27FC236}">
                  <a16:creationId xmlns:a16="http://schemas.microsoft.com/office/drawing/2014/main" id="{D257F732-BAF9-C221-9016-C309A6E54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8927109" y="2441842"/>
              <a:ext cx="1697782" cy="1697782"/>
            </a:xfrm>
            <a:custGeom>
              <a:avLst/>
              <a:gdLst>
                <a:gd name="T0" fmla="*/ 103 w 478"/>
                <a:gd name="T1" fmla="*/ 478 h 478"/>
                <a:gd name="T2" fmla="*/ 0 w 478"/>
                <a:gd name="T3" fmla="*/ 478 h 478"/>
                <a:gd name="T4" fmla="*/ 0 w 478"/>
                <a:gd name="T5" fmla="*/ 0 h 478"/>
                <a:gd name="T6" fmla="*/ 478 w 478"/>
                <a:gd name="T7" fmla="*/ 0 h 478"/>
                <a:gd name="T8" fmla="*/ 478 w 478"/>
                <a:gd name="T9" fmla="*/ 103 h 478"/>
                <a:gd name="T10" fmla="*/ 103 w 478"/>
                <a:gd name="T11" fmla="*/ 103 h 478"/>
                <a:gd name="T12" fmla="*/ 103 w 478"/>
                <a:gd name="T13" fmla="*/ 478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8" h="478">
                  <a:moveTo>
                    <a:pt x="103" y="478"/>
                  </a:moveTo>
                  <a:lnTo>
                    <a:pt x="0" y="478"/>
                  </a:lnTo>
                  <a:lnTo>
                    <a:pt x="0" y="0"/>
                  </a:lnTo>
                  <a:lnTo>
                    <a:pt x="478" y="0"/>
                  </a:lnTo>
                  <a:lnTo>
                    <a:pt x="478" y="103"/>
                  </a:lnTo>
                  <a:lnTo>
                    <a:pt x="103" y="103"/>
                  </a:lnTo>
                  <a:lnTo>
                    <a:pt x="103" y="478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000" dirty="0">
                <a:latin typeface="Agency FB" panose="020B0503020202020204" pitchFamily="34" charset="0"/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0C3D401E-728D-15E1-468E-8F9EFF5CC33E}"/>
              </a:ext>
            </a:extLst>
          </p:cNvPr>
          <p:cNvSpPr txBox="1"/>
          <p:nvPr/>
        </p:nvSpPr>
        <p:spPr>
          <a:xfrm>
            <a:off x="1155051" y="2844804"/>
            <a:ext cx="1269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gency FB" panose="020B0503020202020204" pitchFamily="34" charset="0"/>
              </a:rPr>
              <a:t>01 C</a:t>
            </a:r>
            <a:r>
              <a:rPr lang="en-US" altLang="zh-CN" b="1" dirty="0">
                <a:latin typeface="Agency FB" panose="020B0503020202020204" pitchFamily="34" charset="0"/>
              </a:rPr>
              <a:t>apture</a:t>
            </a:r>
            <a:endParaRPr lang="en-US" b="1" dirty="0">
              <a:latin typeface="Agency FB" panose="020B0503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085F3A7-F84A-DB00-9236-E64A424879CD}"/>
              </a:ext>
            </a:extLst>
          </p:cNvPr>
          <p:cNvSpPr txBox="1"/>
          <p:nvPr/>
        </p:nvSpPr>
        <p:spPr>
          <a:xfrm>
            <a:off x="2568809" y="4262812"/>
            <a:ext cx="1269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gency FB" panose="020B0503020202020204" pitchFamily="34" charset="0"/>
              </a:rPr>
              <a:t>02 S</a:t>
            </a:r>
            <a:r>
              <a:rPr lang="en-US" altLang="zh-CN" b="1" dirty="0">
                <a:latin typeface="Agency FB" panose="020B0503020202020204" pitchFamily="34" charset="0"/>
              </a:rPr>
              <a:t>tore</a:t>
            </a:r>
            <a:endParaRPr lang="en-US" b="1" dirty="0">
              <a:latin typeface="Agency FB" panose="020B0503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4480649-895D-65C2-6856-8A9FAB49BCF3}"/>
              </a:ext>
            </a:extLst>
          </p:cNvPr>
          <p:cNvSpPr txBox="1"/>
          <p:nvPr/>
        </p:nvSpPr>
        <p:spPr>
          <a:xfrm>
            <a:off x="4029399" y="2844804"/>
            <a:ext cx="1269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gency FB" panose="020B0503020202020204" pitchFamily="34" charset="0"/>
              </a:rPr>
              <a:t>03 A</a:t>
            </a:r>
            <a:r>
              <a:rPr lang="en-US" altLang="zh-CN" b="1" dirty="0">
                <a:latin typeface="Agency FB" panose="020B0503020202020204" pitchFamily="34" charset="0"/>
              </a:rPr>
              <a:t>nalyze</a:t>
            </a:r>
            <a:endParaRPr lang="en-US" b="1" dirty="0">
              <a:latin typeface="Agency FB" panose="020B0503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8AB0A8A-D4ED-ECD3-36AF-1053AC7FEAFF}"/>
              </a:ext>
            </a:extLst>
          </p:cNvPr>
          <p:cNvSpPr txBox="1"/>
          <p:nvPr/>
        </p:nvSpPr>
        <p:spPr>
          <a:xfrm>
            <a:off x="5457284" y="4262812"/>
            <a:ext cx="1269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gency FB" panose="020B0503020202020204" pitchFamily="34" charset="0"/>
              </a:rPr>
              <a:t>04 U</a:t>
            </a:r>
            <a:r>
              <a:rPr lang="en-US" altLang="zh-CN" b="1" dirty="0">
                <a:latin typeface="Agency FB" panose="020B0503020202020204" pitchFamily="34" charset="0"/>
              </a:rPr>
              <a:t>se</a:t>
            </a:r>
            <a:endParaRPr lang="en-US" b="1" dirty="0">
              <a:latin typeface="Agency FB" panose="020B0503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140F58B-6CE5-ABEE-7CF3-214F2F33884D}"/>
              </a:ext>
            </a:extLst>
          </p:cNvPr>
          <p:cNvSpPr txBox="1"/>
          <p:nvPr/>
        </p:nvSpPr>
        <p:spPr>
          <a:xfrm>
            <a:off x="6896621" y="2844804"/>
            <a:ext cx="1269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gency FB" panose="020B0503020202020204" pitchFamily="34" charset="0"/>
              </a:rPr>
              <a:t>05 Publish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1FA41C3-FC4A-0F51-3A2A-F1330D4409EC}"/>
              </a:ext>
            </a:extLst>
          </p:cNvPr>
          <p:cNvSpPr txBox="1"/>
          <p:nvPr/>
        </p:nvSpPr>
        <p:spPr>
          <a:xfrm>
            <a:off x="8350588" y="4262812"/>
            <a:ext cx="1269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gency FB" panose="020B0503020202020204" pitchFamily="34" charset="0"/>
              </a:rPr>
              <a:t>06 Archive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F958C96-AB2E-C431-1B7F-2CE73CFCA1DF}"/>
              </a:ext>
            </a:extLst>
          </p:cNvPr>
          <p:cNvSpPr txBox="1"/>
          <p:nvPr/>
        </p:nvSpPr>
        <p:spPr>
          <a:xfrm>
            <a:off x="9951389" y="2844804"/>
            <a:ext cx="1269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gency FB" panose="020B0503020202020204" pitchFamily="34" charset="0"/>
              </a:rPr>
              <a:t>07 Purge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B35E377-472D-77E7-98FD-38FA115D812A}"/>
              </a:ext>
            </a:extLst>
          </p:cNvPr>
          <p:cNvSpPr txBox="1"/>
          <p:nvPr/>
        </p:nvSpPr>
        <p:spPr>
          <a:xfrm>
            <a:off x="596219" y="1824686"/>
            <a:ext cx="2386440" cy="825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Lorem ipsum dolor sit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amet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, cons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ectetur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adipis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cing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elit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, sed do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eiusmod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tempor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incididunt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labore et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2F829A4-509B-311F-D586-D1AE053FFBBA}"/>
              </a:ext>
            </a:extLst>
          </p:cNvPr>
          <p:cNvSpPr txBox="1"/>
          <p:nvPr/>
        </p:nvSpPr>
        <p:spPr>
          <a:xfrm>
            <a:off x="2010488" y="4839345"/>
            <a:ext cx="2386440" cy="825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Lorem ipsum dolor sit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amet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, cons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ectetur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adipis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cing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elit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, sed do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eiusmod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tempor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incididunt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labore et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0F9453C-44D9-F098-A135-4FB88629A22D}"/>
              </a:ext>
            </a:extLst>
          </p:cNvPr>
          <p:cNvSpPr txBox="1"/>
          <p:nvPr/>
        </p:nvSpPr>
        <p:spPr>
          <a:xfrm>
            <a:off x="4898963" y="4839345"/>
            <a:ext cx="2386440" cy="825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Lorem ipsum dolor sit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amet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, cons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ectetur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adipis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cing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elit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, sed do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eiusmod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tempor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incididunt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labore et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817C5FE-113F-949F-7569-A4AACF779EA8}"/>
              </a:ext>
            </a:extLst>
          </p:cNvPr>
          <p:cNvSpPr txBox="1"/>
          <p:nvPr/>
        </p:nvSpPr>
        <p:spPr>
          <a:xfrm>
            <a:off x="9393068" y="1824686"/>
            <a:ext cx="2386440" cy="825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Lorem ipsum dolor sit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amet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, cons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ectetur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adipis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cing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elit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, sed do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eiusmod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tempor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incididunt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labore et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C450487-40C3-7704-3798-84B95DC67750}"/>
              </a:ext>
            </a:extLst>
          </p:cNvPr>
          <p:cNvSpPr txBox="1"/>
          <p:nvPr/>
        </p:nvSpPr>
        <p:spPr>
          <a:xfrm>
            <a:off x="6338300" y="1824686"/>
            <a:ext cx="2386440" cy="825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Lorem ipsum dolor sit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amet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, cons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ectetur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adipis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cing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elit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, sed do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eiusmod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tempor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incididunt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labore et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B9685F4-46C8-561F-A26E-091B769A4A00}"/>
              </a:ext>
            </a:extLst>
          </p:cNvPr>
          <p:cNvSpPr txBox="1"/>
          <p:nvPr/>
        </p:nvSpPr>
        <p:spPr>
          <a:xfrm>
            <a:off x="3467259" y="1824686"/>
            <a:ext cx="2386440" cy="825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Lorem ipsum dolor sit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amet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, cons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ectetur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adipis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cing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elit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, sed do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eiusmod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tempor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incididunt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labore et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FC90B8B-5A9D-F007-13EA-AAFA032503F5}"/>
              </a:ext>
            </a:extLst>
          </p:cNvPr>
          <p:cNvSpPr txBox="1"/>
          <p:nvPr/>
        </p:nvSpPr>
        <p:spPr>
          <a:xfrm>
            <a:off x="7773821" y="4839345"/>
            <a:ext cx="2386440" cy="825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Lorem ipsum dolor sit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amet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, cons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ectetur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adipis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cing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elit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, sed do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eiusmod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tempor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incididunt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ut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(Body)"/>
              </a:rPr>
              <a:t> labore et</a:t>
            </a:r>
          </a:p>
        </p:txBody>
      </p:sp>
      <p:pic>
        <p:nvPicPr>
          <p:cNvPr id="61" name="Graphic 60" descr="Garbage with solid fill">
            <a:extLst>
              <a:ext uri="{FF2B5EF4-FFF2-40B4-BE49-F238E27FC236}">
                <a16:creationId xmlns:a16="http://schemas.microsoft.com/office/drawing/2014/main" id="{567E5304-6AEB-61BE-62A5-F7D3D48C5B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66248" y="3409186"/>
            <a:ext cx="640080" cy="640080"/>
          </a:xfrm>
          <a:prstGeom prst="rect">
            <a:avLst/>
          </a:prstGeom>
        </p:spPr>
      </p:pic>
      <p:pic>
        <p:nvPicPr>
          <p:cNvPr id="63" name="Graphic 62" descr="Blog with solid fill">
            <a:extLst>
              <a:ext uri="{FF2B5EF4-FFF2-40B4-BE49-F238E27FC236}">
                <a16:creationId xmlns:a16="http://schemas.microsoft.com/office/drawing/2014/main" id="{8FE66D99-F0B3-6AAD-F8DF-10FFB28BA1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11480" y="3409186"/>
            <a:ext cx="640080" cy="640080"/>
          </a:xfrm>
          <a:prstGeom prst="rect">
            <a:avLst/>
          </a:prstGeom>
        </p:spPr>
      </p:pic>
      <p:pic>
        <p:nvPicPr>
          <p:cNvPr id="65" name="Graphic 64" descr="Bar chart with solid fill">
            <a:extLst>
              <a:ext uri="{FF2B5EF4-FFF2-40B4-BE49-F238E27FC236}">
                <a16:creationId xmlns:a16="http://schemas.microsoft.com/office/drawing/2014/main" id="{F18B66E1-136D-FAE9-5FDD-5B6B723E44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34503" y="3409186"/>
            <a:ext cx="640080" cy="640080"/>
          </a:xfrm>
          <a:prstGeom prst="rect">
            <a:avLst/>
          </a:prstGeom>
        </p:spPr>
      </p:pic>
      <p:pic>
        <p:nvPicPr>
          <p:cNvPr id="67" name="Graphic 66" descr="Pie chart with solid fill">
            <a:extLst>
              <a:ext uri="{FF2B5EF4-FFF2-40B4-BE49-F238E27FC236}">
                <a16:creationId xmlns:a16="http://schemas.microsoft.com/office/drawing/2014/main" id="{33DECD9B-45E8-8B27-165C-B8CDAC8D12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72143" y="3409186"/>
            <a:ext cx="640080" cy="640080"/>
          </a:xfrm>
          <a:prstGeom prst="rect">
            <a:avLst/>
          </a:prstGeom>
        </p:spPr>
      </p:pic>
      <p:pic>
        <p:nvPicPr>
          <p:cNvPr id="69" name="Graphic 68" descr="Filing Box Archive with solid fill">
            <a:extLst>
              <a:ext uri="{FF2B5EF4-FFF2-40B4-BE49-F238E27FC236}">
                <a16:creationId xmlns:a16="http://schemas.microsoft.com/office/drawing/2014/main" id="{48E649BF-146E-FD6B-DC96-5AF6AE0075B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904920" y="3409186"/>
            <a:ext cx="640080" cy="640080"/>
          </a:xfrm>
          <a:prstGeom prst="rect">
            <a:avLst/>
          </a:prstGeom>
        </p:spPr>
      </p:pic>
      <p:pic>
        <p:nvPicPr>
          <p:cNvPr id="71" name="Graphic 70" descr="Eye Scan with solid fill">
            <a:extLst>
              <a:ext uri="{FF2B5EF4-FFF2-40B4-BE49-F238E27FC236}">
                <a16:creationId xmlns:a16="http://schemas.microsoft.com/office/drawing/2014/main" id="{7B1A2084-BFAC-2E0A-FC37-5536B4A2A7D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465583" y="3409186"/>
            <a:ext cx="640080" cy="640080"/>
          </a:xfrm>
          <a:prstGeom prst="rect">
            <a:avLst/>
          </a:prstGeom>
        </p:spPr>
      </p:pic>
      <p:pic>
        <p:nvPicPr>
          <p:cNvPr id="73" name="Graphic 72" descr="Database with solid fill">
            <a:extLst>
              <a:ext uri="{FF2B5EF4-FFF2-40B4-BE49-F238E27FC236}">
                <a16:creationId xmlns:a16="http://schemas.microsoft.com/office/drawing/2014/main" id="{C053C6A0-CD81-D142-0F41-22091959515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643184" y="3409186"/>
            <a:ext cx="640080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462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C5772D-8446-653D-58FD-5840A926C1D1}"/>
              </a:ext>
            </a:extLst>
          </p:cNvPr>
          <p:cNvSpPr txBox="1">
            <a:spLocks/>
          </p:cNvSpPr>
          <p:nvPr/>
        </p:nvSpPr>
        <p:spPr>
          <a:xfrm>
            <a:off x="839788" y="1459885"/>
            <a:ext cx="4836902" cy="145157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latin typeface="Agency FB" panose="020B0503020202020204" pitchFamily="34" charset="0"/>
                <a:ea typeface="+mn-ea"/>
                <a:cs typeface="+mn-cs"/>
              </a:rPr>
              <a:t>Protect Your File on PC and Cloud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4FD08C-621A-F982-8212-22DD7A601047}"/>
              </a:ext>
            </a:extLst>
          </p:cNvPr>
          <p:cNvSpPr txBox="1"/>
          <p:nvPr/>
        </p:nvSpPr>
        <p:spPr>
          <a:xfrm>
            <a:off x="845805" y="2933435"/>
            <a:ext cx="4301636" cy="589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Follow these tips to ensure that your files are safe and readily accessible whenever you need them.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9" name="Graphic 4">
            <a:extLst>
              <a:ext uri="{FF2B5EF4-FFF2-40B4-BE49-F238E27FC236}">
                <a16:creationId xmlns:a16="http://schemas.microsoft.com/office/drawing/2014/main" id="{7DA3CAAD-C9E3-9009-F813-737BAA6C84CF}"/>
              </a:ext>
            </a:extLst>
          </p:cNvPr>
          <p:cNvGrpSpPr/>
          <p:nvPr/>
        </p:nvGrpSpPr>
        <p:grpSpPr>
          <a:xfrm>
            <a:off x="6320119" y="1449388"/>
            <a:ext cx="5444502" cy="4402807"/>
            <a:chOff x="6690987" y="1595512"/>
            <a:chExt cx="4680164" cy="3784709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AD7BE0E-DDC5-AB26-756C-57AD32077988}"/>
                </a:ext>
              </a:extLst>
            </p:cNvPr>
            <p:cNvSpPr/>
            <p:nvPr/>
          </p:nvSpPr>
          <p:spPr>
            <a:xfrm>
              <a:off x="9624954" y="3056556"/>
              <a:ext cx="1746197" cy="1986103"/>
            </a:xfrm>
            <a:custGeom>
              <a:avLst/>
              <a:gdLst>
                <a:gd name="connsiteX0" fmla="*/ 141820 w 1746197"/>
                <a:gd name="connsiteY0" fmla="*/ 1935382 h 1986103"/>
                <a:gd name="connsiteX1" fmla="*/ 665771 w 1746197"/>
                <a:gd name="connsiteY1" fmla="*/ 1777648 h 1986103"/>
                <a:gd name="connsiteX2" fmla="*/ 1111541 w 1746197"/>
                <a:gd name="connsiteY2" fmla="*/ 1374397 h 1986103"/>
                <a:gd name="connsiteX3" fmla="*/ 1325511 w 1746197"/>
                <a:gd name="connsiteY3" fmla="*/ 1006808 h 1986103"/>
                <a:gd name="connsiteX4" fmla="*/ 1573084 w 1746197"/>
                <a:gd name="connsiteY4" fmla="*/ 716029 h 1986103"/>
                <a:gd name="connsiteX5" fmla="*/ 1573084 w 1746197"/>
                <a:gd name="connsiteY5" fmla="*/ 97437 h 1986103"/>
                <a:gd name="connsiteX6" fmla="*/ 944206 w 1746197"/>
                <a:gd name="connsiteY6" fmla="*/ 242141 h 1986103"/>
                <a:gd name="connsiteX7" fmla="*/ 323557 w 1746197"/>
                <a:gd name="connsiteY7" fmla="*/ 540464 h 1986103"/>
                <a:gd name="connsiteX8" fmla="*/ 134962 w 1746197"/>
                <a:gd name="connsiteY8" fmla="*/ 1339421 h 1986103"/>
                <a:gd name="connsiteX9" fmla="*/ 141820 w 1746197"/>
                <a:gd name="connsiteY9" fmla="*/ 1935382 h 1986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46197" h="1986103">
                  <a:moveTo>
                    <a:pt x="141820" y="1935382"/>
                  </a:moveTo>
                  <a:cubicBezTo>
                    <a:pt x="141820" y="1935382"/>
                    <a:pt x="539584" y="2122605"/>
                    <a:pt x="665771" y="1777648"/>
                  </a:cubicBezTo>
                  <a:cubicBezTo>
                    <a:pt x="792644" y="1432690"/>
                    <a:pt x="871511" y="1424461"/>
                    <a:pt x="1111541" y="1374397"/>
                  </a:cubicBezTo>
                  <a:cubicBezTo>
                    <a:pt x="1352257" y="1325020"/>
                    <a:pt x="1346770" y="1178258"/>
                    <a:pt x="1325511" y="1006808"/>
                  </a:cubicBezTo>
                  <a:cubicBezTo>
                    <a:pt x="1304251" y="834673"/>
                    <a:pt x="1384489" y="759920"/>
                    <a:pt x="1573084" y="716029"/>
                  </a:cubicBezTo>
                  <a:cubicBezTo>
                    <a:pt x="1761679" y="672824"/>
                    <a:pt x="1842604" y="280546"/>
                    <a:pt x="1573084" y="97437"/>
                  </a:cubicBezTo>
                  <a:cubicBezTo>
                    <a:pt x="1303565" y="-86357"/>
                    <a:pt x="1069021" y="5540"/>
                    <a:pt x="944206" y="242141"/>
                  </a:cubicBezTo>
                  <a:cubicBezTo>
                    <a:pt x="819390" y="478742"/>
                    <a:pt x="549871" y="176990"/>
                    <a:pt x="323557" y="540464"/>
                  </a:cubicBezTo>
                  <a:cubicBezTo>
                    <a:pt x="97243" y="904624"/>
                    <a:pt x="307783" y="1159742"/>
                    <a:pt x="134962" y="1339421"/>
                  </a:cubicBezTo>
                  <a:cubicBezTo>
                    <a:pt x="-37174" y="1519101"/>
                    <a:pt x="-55005" y="1792049"/>
                    <a:pt x="141820" y="1935382"/>
                  </a:cubicBezTo>
                  <a:close/>
                </a:path>
              </a:pathLst>
            </a:custGeom>
            <a:solidFill>
              <a:srgbClr val="13A173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21D44BA-6502-C800-A72D-CFBB9ED10F53}"/>
                </a:ext>
              </a:extLst>
            </p:cNvPr>
            <p:cNvSpPr/>
            <p:nvPr/>
          </p:nvSpPr>
          <p:spPr>
            <a:xfrm>
              <a:off x="9854556" y="3341903"/>
              <a:ext cx="1171346" cy="1573225"/>
            </a:xfrm>
            <a:custGeom>
              <a:avLst/>
              <a:gdLst>
                <a:gd name="connsiteX0" fmla="*/ 1171346 w 1171346"/>
                <a:gd name="connsiteY0" fmla="*/ 0 h 1573225"/>
                <a:gd name="connsiteX1" fmla="*/ 0 w 1171346"/>
                <a:gd name="connsiteY1" fmla="*/ 1573225 h 157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71346" h="1573225">
                  <a:moveTo>
                    <a:pt x="1171346" y="0"/>
                  </a:moveTo>
                  <a:cubicBezTo>
                    <a:pt x="1171346" y="0"/>
                    <a:pt x="336728" y="619963"/>
                    <a:pt x="0" y="1573225"/>
                  </a:cubicBezTo>
                </a:path>
              </a:pathLst>
            </a:custGeom>
            <a:noFill/>
            <a:ln w="24003" cap="flat">
              <a:solidFill>
                <a:srgbClr val="FFFFFF">
                  <a:alpha val="6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E4ECE05-5E9A-E146-84AD-37117225BC7E}"/>
                </a:ext>
              </a:extLst>
            </p:cNvPr>
            <p:cNvSpPr/>
            <p:nvPr/>
          </p:nvSpPr>
          <p:spPr>
            <a:xfrm>
              <a:off x="10782444" y="3298698"/>
              <a:ext cx="76809" cy="252374"/>
            </a:xfrm>
            <a:custGeom>
              <a:avLst/>
              <a:gdLst>
                <a:gd name="connsiteX0" fmla="*/ 76810 w 76809"/>
                <a:gd name="connsiteY0" fmla="*/ 0 h 252374"/>
                <a:gd name="connsiteX1" fmla="*/ 0 w 76809"/>
                <a:gd name="connsiteY1" fmla="*/ 252374 h 252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6809" h="252374">
                  <a:moveTo>
                    <a:pt x="76810" y="0"/>
                  </a:moveTo>
                  <a:lnTo>
                    <a:pt x="0" y="252374"/>
                  </a:lnTo>
                </a:path>
              </a:pathLst>
            </a:custGeom>
            <a:noFill/>
            <a:ln w="24003" cap="flat">
              <a:solidFill>
                <a:srgbClr val="FFFFFF">
                  <a:alpha val="6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1D432A5-C6FC-0106-B380-C1B9D8BD521B}"/>
                </a:ext>
              </a:extLst>
            </p:cNvPr>
            <p:cNvSpPr/>
            <p:nvPr/>
          </p:nvSpPr>
          <p:spPr>
            <a:xfrm>
              <a:off x="10497837" y="3730066"/>
              <a:ext cx="498576" cy="117271"/>
            </a:xfrm>
            <a:custGeom>
              <a:avLst/>
              <a:gdLst>
                <a:gd name="connsiteX0" fmla="*/ 498577 w 498576"/>
                <a:gd name="connsiteY0" fmla="*/ 0 h 117271"/>
                <a:gd name="connsiteX1" fmla="*/ 0 w 498576"/>
                <a:gd name="connsiteY1" fmla="*/ 117272 h 117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576" h="117271">
                  <a:moveTo>
                    <a:pt x="498577" y="0"/>
                  </a:moveTo>
                  <a:lnTo>
                    <a:pt x="0" y="117272"/>
                  </a:lnTo>
                </a:path>
              </a:pathLst>
            </a:custGeom>
            <a:noFill/>
            <a:ln w="24003" cap="flat">
              <a:solidFill>
                <a:srgbClr val="FFFFFF">
                  <a:alpha val="6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80CCE23-467C-26D2-194F-B17C1DCDC87B}"/>
                </a:ext>
              </a:extLst>
            </p:cNvPr>
            <p:cNvSpPr/>
            <p:nvPr/>
          </p:nvSpPr>
          <p:spPr>
            <a:xfrm>
              <a:off x="10311299" y="3573703"/>
              <a:ext cx="57607" cy="504749"/>
            </a:xfrm>
            <a:custGeom>
              <a:avLst/>
              <a:gdLst>
                <a:gd name="connsiteX0" fmla="*/ 57607 w 57607"/>
                <a:gd name="connsiteY0" fmla="*/ 0 h 504749"/>
                <a:gd name="connsiteX1" fmla="*/ 0 w 57607"/>
                <a:gd name="connsiteY1" fmla="*/ 504749 h 504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607" h="504749">
                  <a:moveTo>
                    <a:pt x="57607" y="0"/>
                  </a:moveTo>
                  <a:lnTo>
                    <a:pt x="0" y="504749"/>
                  </a:lnTo>
                </a:path>
              </a:pathLst>
            </a:custGeom>
            <a:noFill/>
            <a:ln w="24003" cap="flat">
              <a:solidFill>
                <a:srgbClr val="FFFFFF">
                  <a:alpha val="6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1B1AD32-8787-1299-6767-4D13580DEDCC}"/>
                </a:ext>
              </a:extLst>
            </p:cNvPr>
            <p:cNvSpPr/>
            <p:nvPr/>
          </p:nvSpPr>
          <p:spPr>
            <a:xfrm>
              <a:off x="10154937" y="4211130"/>
              <a:ext cx="545211" cy="94321"/>
            </a:xfrm>
            <a:custGeom>
              <a:avLst/>
              <a:gdLst>
                <a:gd name="connsiteX0" fmla="*/ 545211 w 545211"/>
                <a:gd name="connsiteY0" fmla="*/ 1053 h 94321"/>
                <a:gd name="connsiteX1" fmla="*/ 0 w 545211"/>
                <a:gd name="connsiteY1" fmla="*/ 94321 h 94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5211" h="94321">
                  <a:moveTo>
                    <a:pt x="545211" y="1053"/>
                  </a:moveTo>
                  <a:cubicBezTo>
                    <a:pt x="545211" y="1053"/>
                    <a:pt x="111785" y="-16778"/>
                    <a:pt x="0" y="94321"/>
                  </a:cubicBezTo>
                </a:path>
              </a:pathLst>
            </a:custGeom>
            <a:noFill/>
            <a:ln w="24003" cap="flat">
              <a:solidFill>
                <a:srgbClr val="FFFFFF">
                  <a:alpha val="6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082C546-8136-2E4D-2CC4-8C9B54CD3B41}"/>
                </a:ext>
              </a:extLst>
            </p:cNvPr>
            <p:cNvSpPr/>
            <p:nvPr/>
          </p:nvSpPr>
          <p:spPr>
            <a:xfrm>
              <a:off x="6768521" y="2721518"/>
              <a:ext cx="3695028" cy="2160921"/>
            </a:xfrm>
            <a:custGeom>
              <a:avLst/>
              <a:gdLst>
                <a:gd name="connsiteX0" fmla="*/ 1813190 w 3695028"/>
                <a:gd name="connsiteY0" fmla="*/ 2129145 h 2160921"/>
                <a:gd name="connsiteX1" fmla="*/ 458735 w 3695028"/>
                <a:gd name="connsiteY1" fmla="*/ 1729324 h 2160921"/>
                <a:gd name="connsiteX2" fmla="*/ 211847 w 3695028"/>
                <a:gd name="connsiteY2" fmla="*/ 533974 h 2160921"/>
                <a:gd name="connsiteX3" fmla="*/ 1579332 w 3695028"/>
                <a:gd name="connsiteY3" fmla="*/ 619699 h 2160921"/>
                <a:gd name="connsiteX4" fmla="*/ 3363784 w 3695028"/>
                <a:gd name="connsiteY4" fmla="*/ 173929 h 2160921"/>
                <a:gd name="connsiteX5" fmla="*/ 1813190 w 3695028"/>
                <a:gd name="connsiteY5" fmla="*/ 2129145 h 2160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95028" h="2160921">
                  <a:moveTo>
                    <a:pt x="1813190" y="2129145"/>
                  </a:moveTo>
                  <a:cubicBezTo>
                    <a:pt x="1813190" y="2129145"/>
                    <a:pt x="1078012" y="2186753"/>
                    <a:pt x="458735" y="1729324"/>
                  </a:cubicBezTo>
                  <a:cubicBezTo>
                    <a:pt x="-159857" y="1271895"/>
                    <a:pt x="-57673" y="894019"/>
                    <a:pt x="211847" y="533974"/>
                  </a:cubicBezTo>
                  <a:cubicBezTo>
                    <a:pt x="481366" y="173929"/>
                    <a:pt x="1023148" y="974944"/>
                    <a:pt x="1579332" y="619699"/>
                  </a:cubicBezTo>
                  <a:cubicBezTo>
                    <a:pt x="2134830" y="264455"/>
                    <a:pt x="2867951" y="-282813"/>
                    <a:pt x="3363784" y="173929"/>
                  </a:cubicBezTo>
                  <a:cubicBezTo>
                    <a:pt x="3858932" y="631358"/>
                    <a:pt x="4104448" y="2419925"/>
                    <a:pt x="1813190" y="2129145"/>
                  </a:cubicBezTo>
                  <a:close/>
                </a:path>
              </a:pathLst>
            </a:custGeom>
            <a:solidFill>
              <a:srgbClr val="E9EFFF">
                <a:alpha val="30000"/>
              </a:srgbClr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F05AA7E-9B48-6455-BE40-89649299690E}"/>
                </a:ext>
              </a:extLst>
            </p:cNvPr>
            <p:cNvSpPr/>
            <p:nvPr/>
          </p:nvSpPr>
          <p:spPr>
            <a:xfrm>
              <a:off x="7638504" y="1725472"/>
              <a:ext cx="738153" cy="1692554"/>
            </a:xfrm>
            <a:custGeom>
              <a:avLst/>
              <a:gdLst>
                <a:gd name="connsiteX0" fmla="*/ 9834 w 738153"/>
                <a:gd name="connsiteY0" fmla="*/ 1692554 h 1692554"/>
                <a:gd name="connsiteX1" fmla="*/ 262894 w 738153"/>
                <a:gd name="connsiteY1" fmla="*/ 840791 h 1692554"/>
                <a:gd name="connsiteX2" fmla="*/ 738154 w 738153"/>
                <a:gd name="connsiteY2" fmla="*/ 0 h 1692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38153" h="1692554">
                  <a:moveTo>
                    <a:pt x="9834" y="1692554"/>
                  </a:moveTo>
                  <a:cubicBezTo>
                    <a:pt x="9834" y="1692554"/>
                    <a:pt x="-76577" y="1142543"/>
                    <a:pt x="262894" y="840791"/>
                  </a:cubicBezTo>
                  <a:cubicBezTo>
                    <a:pt x="602365" y="539039"/>
                    <a:pt x="722380" y="469087"/>
                    <a:pt x="738154" y="0"/>
                  </a:cubicBezTo>
                </a:path>
              </a:pathLst>
            </a:custGeom>
            <a:noFill/>
            <a:ln w="16459" cap="flat">
              <a:solidFill>
                <a:srgbClr val="13A17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3C1E4B4-256F-B050-4B6F-2169328A6598}"/>
                </a:ext>
              </a:extLst>
            </p:cNvPr>
            <p:cNvSpPr/>
            <p:nvPr/>
          </p:nvSpPr>
          <p:spPr>
            <a:xfrm>
              <a:off x="7649709" y="2852219"/>
              <a:ext cx="173848" cy="236624"/>
            </a:xfrm>
            <a:custGeom>
              <a:avLst/>
              <a:gdLst>
                <a:gd name="connsiteX0" fmla="*/ 0 w 173848"/>
                <a:gd name="connsiteY0" fmla="*/ 236624 h 236624"/>
                <a:gd name="connsiteX1" fmla="*/ 168021 w 173848"/>
                <a:gd name="connsiteY1" fmla="*/ 21283 h 236624"/>
                <a:gd name="connsiteX2" fmla="*/ 0 w 173848"/>
                <a:gd name="connsiteY2" fmla="*/ 236624 h 236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3848" h="236624">
                  <a:moveTo>
                    <a:pt x="0" y="236624"/>
                  </a:moveTo>
                  <a:cubicBezTo>
                    <a:pt x="0" y="236624"/>
                    <a:pt x="211226" y="91235"/>
                    <a:pt x="168021" y="21283"/>
                  </a:cubicBezTo>
                  <a:cubicBezTo>
                    <a:pt x="124815" y="-48669"/>
                    <a:pt x="10973" y="61745"/>
                    <a:pt x="0" y="236624"/>
                  </a:cubicBezTo>
                  <a:close/>
                </a:path>
              </a:pathLst>
            </a:custGeom>
            <a:solidFill>
              <a:srgbClr val="2EC68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377B9CC-F79E-8669-3373-927B45522403}"/>
                </a:ext>
              </a:extLst>
            </p:cNvPr>
            <p:cNvSpPr/>
            <p:nvPr/>
          </p:nvSpPr>
          <p:spPr>
            <a:xfrm>
              <a:off x="7627620" y="2566903"/>
              <a:ext cx="110405" cy="329230"/>
            </a:xfrm>
            <a:custGeom>
              <a:avLst/>
              <a:gdLst>
                <a:gd name="connsiteX0" fmla="*/ 65295 w 110405"/>
                <a:gd name="connsiteY0" fmla="*/ 329230 h 329230"/>
                <a:gd name="connsiteX1" fmla="*/ 65295 w 110405"/>
                <a:gd name="connsiteY1" fmla="*/ 4847 h 329230"/>
                <a:gd name="connsiteX2" fmla="*/ 65295 w 110405"/>
                <a:gd name="connsiteY2" fmla="*/ 328545 h 329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0405" h="329230">
                  <a:moveTo>
                    <a:pt x="65295" y="329230"/>
                  </a:moveTo>
                  <a:cubicBezTo>
                    <a:pt x="65295" y="328545"/>
                    <a:pt x="166793" y="54225"/>
                    <a:pt x="65295" y="4847"/>
                  </a:cubicBezTo>
                  <a:cubicBezTo>
                    <a:pt x="-36204" y="-43845"/>
                    <a:pt x="-6028" y="289454"/>
                    <a:pt x="65295" y="328545"/>
                  </a:cubicBezTo>
                  <a:close/>
                </a:path>
              </a:pathLst>
            </a:custGeom>
            <a:solidFill>
              <a:srgbClr val="13A173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24646D4-B0F5-726B-98D3-9513D1751600}"/>
                </a:ext>
              </a:extLst>
            </p:cNvPr>
            <p:cNvSpPr/>
            <p:nvPr/>
          </p:nvSpPr>
          <p:spPr>
            <a:xfrm>
              <a:off x="7776582" y="2602523"/>
              <a:ext cx="253419" cy="119178"/>
            </a:xfrm>
            <a:custGeom>
              <a:avLst/>
              <a:gdLst>
                <a:gd name="connsiteX0" fmla="*/ 0 w 253419"/>
                <a:gd name="connsiteY0" fmla="*/ 107072 h 119178"/>
                <a:gd name="connsiteX1" fmla="*/ 248945 w 253419"/>
                <a:gd name="connsiteY1" fmla="*/ 19976 h 119178"/>
                <a:gd name="connsiteX2" fmla="*/ 0 w 253419"/>
                <a:gd name="connsiteY2" fmla="*/ 107072 h 119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3419" h="119178">
                  <a:moveTo>
                    <a:pt x="0" y="107072"/>
                  </a:moveTo>
                  <a:cubicBezTo>
                    <a:pt x="0" y="107072"/>
                    <a:pt x="213969" y="-55462"/>
                    <a:pt x="248945" y="19976"/>
                  </a:cubicBezTo>
                  <a:cubicBezTo>
                    <a:pt x="283921" y="95414"/>
                    <a:pt x="105613" y="142734"/>
                    <a:pt x="0" y="107072"/>
                  </a:cubicBezTo>
                  <a:close/>
                </a:path>
              </a:pathLst>
            </a:custGeom>
            <a:solidFill>
              <a:srgbClr val="13A173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FFA54E3-8F68-4476-E16B-AAF1242C9689}"/>
                </a:ext>
              </a:extLst>
            </p:cNvPr>
            <p:cNvSpPr/>
            <p:nvPr/>
          </p:nvSpPr>
          <p:spPr>
            <a:xfrm>
              <a:off x="7883138" y="2309131"/>
              <a:ext cx="112164" cy="257132"/>
            </a:xfrm>
            <a:custGeom>
              <a:avLst/>
              <a:gdLst>
                <a:gd name="connsiteX0" fmla="*/ 18260 w 112164"/>
                <a:gd name="connsiteY0" fmla="*/ 257132 h 257132"/>
                <a:gd name="connsiteX1" fmla="*/ 96441 w 112164"/>
                <a:gd name="connsiteY1" fmla="*/ 14359 h 257132"/>
                <a:gd name="connsiteX2" fmla="*/ 18260 w 112164"/>
                <a:gd name="connsiteY2" fmla="*/ 257132 h 257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164" h="257132">
                  <a:moveTo>
                    <a:pt x="18260" y="257132"/>
                  </a:moveTo>
                  <a:cubicBezTo>
                    <a:pt x="18260" y="257132"/>
                    <a:pt x="158163" y="92540"/>
                    <a:pt x="96441" y="14359"/>
                  </a:cubicBezTo>
                  <a:cubicBezTo>
                    <a:pt x="34033" y="-63137"/>
                    <a:pt x="-33175" y="195410"/>
                    <a:pt x="18260" y="257132"/>
                  </a:cubicBezTo>
                  <a:close/>
                </a:path>
              </a:pathLst>
            </a:custGeom>
            <a:solidFill>
              <a:srgbClr val="2EC68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175C19B-6F10-B410-CA34-6EE5B0AB4CD7}"/>
                </a:ext>
              </a:extLst>
            </p:cNvPr>
            <p:cNvSpPr/>
            <p:nvPr/>
          </p:nvSpPr>
          <p:spPr>
            <a:xfrm>
              <a:off x="8046787" y="2324764"/>
              <a:ext cx="247627" cy="119307"/>
            </a:xfrm>
            <a:custGeom>
              <a:avLst/>
              <a:gdLst>
                <a:gd name="connsiteX0" fmla="*/ 0 w 247627"/>
                <a:gd name="connsiteY0" fmla="*/ 113254 h 119307"/>
                <a:gd name="connsiteX1" fmla="*/ 240030 w 247627"/>
                <a:gd name="connsiteY1" fmla="*/ 52904 h 119307"/>
                <a:gd name="connsiteX2" fmla="*/ 0 w 247627"/>
                <a:gd name="connsiteY2" fmla="*/ 113254 h 119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7627" h="119307">
                  <a:moveTo>
                    <a:pt x="0" y="113254"/>
                  </a:moveTo>
                  <a:cubicBezTo>
                    <a:pt x="0" y="113254"/>
                    <a:pt x="194081" y="147544"/>
                    <a:pt x="240030" y="52904"/>
                  </a:cubicBezTo>
                  <a:cubicBezTo>
                    <a:pt x="285978" y="-41737"/>
                    <a:pt x="113157" y="-1960"/>
                    <a:pt x="0" y="113254"/>
                  </a:cubicBezTo>
                  <a:close/>
                </a:path>
              </a:pathLst>
            </a:custGeom>
            <a:solidFill>
              <a:srgbClr val="13A173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F926D87-A429-4A13-C7B2-C25AC7A46274}"/>
                </a:ext>
              </a:extLst>
            </p:cNvPr>
            <p:cNvSpPr/>
            <p:nvPr/>
          </p:nvSpPr>
          <p:spPr>
            <a:xfrm>
              <a:off x="8137340" y="2042491"/>
              <a:ext cx="95600" cy="266597"/>
            </a:xfrm>
            <a:custGeom>
              <a:avLst/>
              <a:gdLst>
                <a:gd name="connsiteX0" fmla="*/ 43178 w 95600"/>
                <a:gd name="connsiteY0" fmla="*/ 266597 h 266597"/>
                <a:gd name="connsiteX1" fmla="*/ 70610 w 95600"/>
                <a:gd name="connsiteY1" fmla="*/ 14223 h 266597"/>
                <a:gd name="connsiteX2" fmla="*/ 43178 w 95600"/>
                <a:gd name="connsiteY2" fmla="*/ 266597 h 266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600" h="266597">
                  <a:moveTo>
                    <a:pt x="43178" y="266597"/>
                  </a:moveTo>
                  <a:cubicBezTo>
                    <a:pt x="43178" y="266597"/>
                    <a:pt x="139876" y="95147"/>
                    <a:pt x="70610" y="14223"/>
                  </a:cubicBezTo>
                  <a:cubicBezTo>
                    <a:pt x="1344" y="-66016"/>
                    <a:pt x="-32946" y="217219"/>
                    <a:pt x="43178" y="266597"/>
                  </a:cubicBezTo>
                  <a:close/>
                </a:path>
              </a:pathLst>
            </a:custGeom>
            <a:solidFill>
              <a:srgbClr val="13A173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91F3B4D-BE77-56B1-B555-B420597C6FC2}"/>
                </a:ext>
              </a:extLst>
            </p:cNvPr>
            <p:cNvSpPr/>
            <p:nvPr/>
          </p:nvSpPr>
          <p:spPr>
            <a:xfrm>
              <a:off x="8280645" y="1978322"/>
              <a:ext cx="205755" cy="197720"/>
            </a:xfrm>
            <a:custGeom>
              <a:avLst/>
              <a:gdLst>
                <a:gd name="connsiteX0" fmla="*/ 0 w 205755"/>
                <a:gd name="connsiteY0" fmla="*/ 197721 h 197720"/>
                <a:gd name="connsiteX1" fmla="*/ 205740 w 205755"/>
                <a:gd name="connsiteY1" fmla="*/ 33129 h 197720"/>
                <a:gd name="connsiteX2" fmla="*/ 0 w 205755"/>
                <a:gd name="connsiteY2" fmla="*/ 197721 h 19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5755" h="197720">
                  <a:moveTo>
                    <a:pt x="0" y="197721"/>
                  </a:moveTo>
                  <a:cubicBezTo>
                    <a:pt x="0" y="197721"/>
                    <a:pt x="207797" y="127083"/>
                    <a:pt x="205740" y="33129"/>
                  </a:cubicBezTo>
                  <a:cubicBezTo>
                    <a:pt x="202997" y="-61512"/>
                    <a:pt x="50063" y="63304"/>
                    <a:pt x="0" y="197721"/>
                  </a:cubicBezTo>
                  <a:close/>
                </a:path>
              </a:pathLst>
            </a:custGeom>
            <a:solidFill>
              <a:srgbClr val="2EC68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A04B1AE-7AFB-54D9-E0A6-561C54792C4D}"/>
                </a:ext>
              </a:extLst>
            </p:cNvPr>
            <p:cNvSpPr/>
            <p:nvPr/>
          </p:nvSpPr>
          <p:spPr>
            <a:xfrm>
              <a:off x="8260534" y="1797578"/>
              <a:ext cx="91784" cy="229646"/>
            </a:xfrm>
            <a:custGeom>
              <a:avLst/>
              <a:gdLst>
                <a:gd name="connsiteX0" fmla="*/ 79089 w 91784"/>
                <a:gd name="connsiteY0" fmla="*/ 229646 h 229646"/>
                <a:gd name="connsiteX1" fmla="*/ 47543 w 91784"/>
                <a:gd name="connsiteY1" fmla="*/ 589 h 229646"/>
                <a:gd name="connsiteX2" fmla="*/ 79089 w 91784"/>
                <a:gd name="connsiteY2" fmla="*/ 229646 h 229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1784" h="229646">
                  <a:moveTo>
                    <a:pt x="79089" y="229646"/>
                  </a:moveTo>
                  <a:cubicBezTo>
                    <a:pt x="79089" y="229646"/>
                    <a:pt x="122981" y="14305"/>
                    <a:pt x="47543" y="589"/>
                  </a:cubicBezTo>
                  <a:cubicBezTo>
                    <a:pt x="-27895" y="-12441"/>
                    <a:pt x="-10750" y="194670"/>
                    <a:pt x="79089" y="229646"/>
                  </a:cubicBezTo>
                  <a:close/>
                </a:path>
              </a:pathLst>
            </a:custGeom>
            <a:solidFill>
              <a:srgbClr val="2EC68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845CB39-82EC-96AF-9446-5C9BE7CD993A}"/>
                </a:ext>
              </a:extLst>
            </p:cNvPr>
            <p:cNvSpPr/>
            <p:nvPr/>
          </p:nvSpPr>
          <p:spPr>
            <a:xfrm>
              <a:off x="8371019" y="1595512"/>
              <a:ext cx="101430" cy="259576"/>
            </a:xfrm>
            <a:custGeom>
              <a:avLst/>
              <a:gdLst>
                <a:gd name="connsiteX0" fmla="*/ 151 w 101430"/>
                <a:gd name="connsiteY0" fmla="*/ 259577 h 259576"/>
                <a:gd name="connsiteX1" fmla="*/ 98907 w 101430"/>
                <a:gd name="connsiteY1" fmla="*/ 46979 h 259576"/>
                <a:gd name="connsiteX2" fmla="*/ 151 w 101430"/>
                <a:gd name="connsiteY2" fmla="*/ 259577 h 259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430" h="259576">
                  <a:moveTo>
                    <a:pt x="151" y="259577"/>
                  </a:moveTo>
                  <a:cubicBezTo>
                    <a:pt x="151" y="259577"/>
                    <a:pt x="120166" y="149163"/>
                    <a:pt x="98907" y="46979"/>
                  </a:cubicBezTo>
                  <a:cubicBezTo>
                    <a:pt x="76961" y="-55206"/>
                    <a:pt x="-3963" y="6516"/>
                    <a:pt x="151" y="259577"/>
                  </a:cubicBezTo>
                  <a:close/>
                </a:path>
              </a:pathLst>
            </a:custGeom>
            <a:solidFill>
              <a:srgbClr val="13A173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975A760-B8C8-3DFD-D31A-D9639022AD22}"/>
                </a:ext>
              </a:extLst>
            </p:cNvPr>
            <p:cNvSpPr/>
            <p:nvPr/>
          </p:nvSpPr>
          <p:spPr>
            <a:xfrm>
              <a:off x="8363627" y="4359630"/>
              <a:ext cx="1580769" cy="947089"/>
            </a:xfrm>
            <a:custGeom>
              <a:avLst/>
              <a:gdLst>
                <a:gd name="connsiteX0" fmla="*/ 1580769 w 1580769"/>
                <a:gd name="connsiteY0" fmla="*/ 0 h 947089"/>
                <a:gd name="connsiteX1" fmla="*/ 877138 w 1580769"/>
                <a:gd name="connsiteY1" fmla="*/ 543154 h 947089"/>
                <a:gd name="connsiteX2" fmla="*/ 0 w 1580769"/>
                <a:gd name="connsiteY2" fmla="*/ 947090 h 947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80769" h="947089">
                  <a:moveTo>
                    <a:pt x="1580769" y="0"/>
                  </a:moveTo>
                  <a:cubicBezTo>
                    <a:pt x="1580769" y="0"/>
                    <a:pt x="1328395" y="496519"/>
                    <a:pt x="877138" y="543154"/>
                  </a:cubicBezTo>
                  <a:cubicBezTo>
                    <a:pt x="425196" y="589102"/>
                    <a:pt x="286665" y="575386"/>
                    <a:pt x="0" y="947090"/>
                  </a:cubicBezTo>
                </a:path>
              </a:pathLst>
            </a:custGeom>
            <a:noFill/>
            <a:ln w="16459" cap="flat">
              <a:solidFill>
                <a:srgbClr val="13A17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9D4B13E-2982-6AD5-8E0F-532E6F17F0C2}"/>
                </a:ext>
              </a:extLst>
            </p:cNvPr>
            <p:cNvSpPr/>
            <p:nvPr/>
          </p:nvSpPr>
          <p:spPr>
            <a:xfrm>
              <a:off x="9487477" y="4625645"/>
              <a:ext cx="262837" cy="124582"/>
            </a:xfrm>
            <a:custGeom>
              <a:avLst/>
              <a:gdLst>
                <a:gd name="connsiteX0" fmla="*/ 262837 w 262837"/>
                <a:gd name="connsiteY0" fmla="*/ 76 h 124582"/>
                <a:gd name="connsiteX1" fmla="*/ 176 w 262837"/>
                <a:gd name="connsiteY1" fmla="*/ 76886 h 124582"/>
                <a:gd name="connsiteX2" fmla="*/ 262837 w 262837"/>
                <a:gd name="connsiteY2" fmla="*/ 76 h 12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2837" h="124582">
                  <a:moveTo>
                    <a:pt x="262837" y="76"/>
                  </a:moveTo>
                  <a:cubicBezTo>
                    <a:pt x="262837" y="76"/>
                    <a:pt x="6348" y="-5410"/>
                    <a:pt x="176" y="76886"/>
                  </a:cubicBezTo>
                  <a:cubicBezTo>
                    <a:pt x="-5997" y="159182"/>
                    <a:pt x="151737" y="135864"/>
                    <a:pt x="262837" y="76"/>
                  </a:cubicBezTo>
                  <a:close/>
                </a:path>
              </a:pathLst>
            </a:custGeom>
            <a:solidFill>
              <a:srgbClr val="2EC68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9C8AAC7-81B6-6DA0-D3DE-138F8B4920B6}"/>
                </a:ext>
              </a:extLst>
            </p:cNvPr>
            <p:cNvSpPr/>
            <p:nvPr/>
          </p:nvSpPr>
          <p:spPr>
            <a:xfrm>
              <a:off x="9405202" y="4757394"/>
              <a:ext cx="201660" cy="283058"/>
            </a:xfrm>
            <a:custGeom>
              <a:avLst/>
              <a:gdLst>
                <a:gd name="connsiteX0" fmla="*/ 196980 w 201660"/>
                <a:gd name="connsiteY0" fmla="*/ 0 h 283058"/>
                <a:gd name="connsiteX1" fmla="*/ 7699 w 201660"/>
                <a:gd name="connsiteY1" fmla="*/ 262661 h 283058"/>
                <a:gd name="connsiteX2" fmla="*/ 196980 w 201660"/>
                <a:gd name="connsiteY2" fmla="*/ 0 h 283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1660" h="283058">
                  <a:moveTo>
                    <a:pt x="196980" y="0"/>
                  </a:moveTo>
                  <a:cubicBezTo>
                    <a:pt x="196980" y="0"/>
                    <a:pt x="-45793" y="163906"/>
                    <a:pt x="7699" y="262661"/>
                  </a:cubicBezTo>
                  <a:cubicBezTo>
                    <a:pt x="61192" y="361417"/>
                    <a:pt x="231956" y="73381"/>
                    <a:pt x="196980" y="0"/>
                  </a:cubicBezTo>
                  <a:close/>
                </a:path>
              </a:pathLst>
            </a:custGeom>
            <a:solidFill>
              <a:srgbClr val="13A173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3AB230D-F0B0-1307-E542-C80C3C48A0AD}"/>
                </a:ext>
              </a:extLst>
            </p:cNvPr>
            <p:cNvSpPr/>
            <p:nvPr/>
          </p:nvSpPr>
          <p:spPr>
            <a:xfrm>
              <a:off x="9172203" y="4747232"/>
              <a:ext cx="253728" cy="112486"/>
            </a:xfrm>
            <a:custGeom>
              <a:avLst/>
              <a:gdLst>
                <a:gd name="connsiteX0" fmla="*/ 253728 w 253728"/>
                <a:gd name="connsiteY0" fmla="*/ 112346 h 112486"/>
                <a:gd name="connsiteX1" fmla="*/ 668 w 253728"/>
                <a:gd name="connsiteY1" fmla="*/ 36908 h 112486"/>
                <a:gd name="connsiteX2" fmla="*/ 253728 w 253728"/>
                <a:gd name="connsiteY2" fmla="*/ 112346 h 112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3728" h="112486">
                  <a:moveTo>
                    <a:pt x="253728" y="112346"/>
                  </a:moveTo>
                  <a:cubicBezTo>
                    <a:pt x="253728" y="112346"/>
                    <a:pt x="-15105" y="119204"/>
                    <a:pt x="668" y="36908"/>
                  </a:cubicBezTo>
                  <a:cubicBezTo>
                    <a:pt x="16441" y="-44702"/>
                    <a:pt x="188577" y="21821"/>
                    <a:pt x="253728" y="112346"/>
                  </a:cubicBezTo>
                  <a:close/>
                </a:path>
              </a:pathLst>
            </a:custGeom>
            <a:solidFill>
              <a:srgbClr val="13A173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6BAD29A-78B9-88DF-508D-2BB6F908215A}"/>
                </a:ext>
              </a:extLst>
            </p:cNvPr>
            <p:cNvSpPr/>
            <p:nvPr/>
          </p:nvSpPr>
          <p:spPr>
            <a:xfrm>
              <a:off x="9035630" y="4902784"/>
              <a:ext cx="205218" cy="181211"/>
            </a:xfrm>
            <a:custGeom>
              <a:avLst/>
              <a:gdLst>
                <a:gd name="connsiteX0" fmla="*/ 205135 w 205218"/>
                <a:gd name="connsiteY0" fmla="*/ 0 h 181211"/>
                <a:gd name="connsiteX1" fmla="*/ 81 w 205218"/>
                <a:gd name="connsiteY1" fmla="*/ 150876 h 181211"/>
                <a:gd name="connsiteX2" fmla="*/ 205135 w 205218"/>
                <a:gd name="connsiteY2" fmla="*/ 0 h 181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5218" h="181211">
                  <a:moveTo>
                    <a:pt x="205135" y="0"/>
                  </a:moveTo>
                  <a:cubicBezTo>
                    <a:pt x="205135" y="0"/>
                    <a:pt x="-4719" y="51435"/>
                    <a:pt x="81" y="150876"/>
                  </a:cubicBezTo>
                  <a:cubicBezTo>
                    <a:pt x="4196" y="250317"/>
                    <a:pt x="209936" y="80238"/>
                    <a:pt x="205135" y="0"/>
                  </a:cubicBezTo>
                  <a:close/>
                </a:path>
              </a:pathLst>
            </a:custGeom>
            <a:solidFill>
              <a:srgbClr val="2EC68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07736EA-E3DD-53EF-28A2-AF2FC3F6E5F6}"/>
                </a:ext>
              </a:extLst>
            </p:cNvPr>
            <p:cNvSpPr/>
            <p:nvPr/>
          </p:nvSpPr>
          <p:spPr>
            <a:xfrm>
              <a:off x="8790692" y="4820039"/>
              <a:ext cx="256677" cy="108168"/>
            </a:xfrm>
            <a:custGeom>
              <a:avLst/>
              <a:gdLst>
                <a:gd name="connsiteX0" fmla="*/ 256677 w 256677"/>
                <a:gd name="connsiteY0" fmla="*/ 101947 h 108168"/>
                <a:gd name="connsiteX1" fmla="*/ 26934 w 256677"/>
                <a:gd name="connsiteY1" fmla="*/ 10736 h 108168"/>
                <a:gd name="connsiteX2" fmla="*/ 256677 w 256677"/>
                <a:gd name="connsiteY2" fmla="*/ 101947 h 108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6677" h="108168">
                  <a:moveTo>
                    <a:pt x="256677" y="101947"/>
                  </a:moveTo>
                  <a:cubicBezTo>
                    <a:pt x="256677" y="101947"/>
                    <a:pt x="119517" y="-39328"/>
                    <a:pt x="26934" y="10736"/>
                  </a:cubicBezTo>
                  <a:cubicBezTo>
                    <a:pt x="-65649" y="60113"/>
                    <a:pt x="97572" y="129379"/>
                    <a:pt x="256677" y="101947"/>
                  </a:cubicBezTo>
                  <a:close/>
                </a:path>
              </a:pathLst>
            </a:custGeom>
            <a:solidFill>
              <a:srgbClr val="13A173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6E62657-A720-A5C9-0EF7-C20B8ED0D6AB}"/>
                </a:ext>
              </a:extLst>
            </p:cNvPr>
            <p:cNvSpPr/>
            <p:nvPr/>
          </p:nvSpPr>
          <p:spPr>
            <a:xfrm>
              <a:off x="8693859" y="4948047"/>
              <a:ext cx="173483" cy="217921"/>
            </a:xfrm>
            <a:custGeom>
              <a:avLst/>
              <a:gdLst>
                <a:gd name="connsiteX0" fmla="*/ 169716 w 173483"/>
                <a:gd name="connsiteY0" fmla="*/ 0 h 217921"/>
                <a:gd name="connsiteX1" fmla="*/ 324 w 173483"/>
                <a:gd name="connsiteY1" fmla="*/ 188595 h 217921"/>
                <a:gd name="connsiteX2" fmla="*/ 169716 w 173483"/>
                <a:gd name="connsiteY2" fmla="*/ 0 h 217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3483" h="217921">
                  <a:moveTo>
                    <a:pt x="169716" y="0"/>
                  </a:moveTo>
                  <a:cubicBezTo>
                    <a:pt x="169716" y="0"/>
                    <a:pt x="-8592" y="82296"/>
                    <a:pt x="324" y="188595"/>
                  </a:cubicBezTo>
                  <a:cubicBezTo>
                    <a:pt x="9239" y="294894"/>
                    <a:pt x="202635" y="84353"/>
                    <a:pt x="169716" y="0"/>
                  </a:cubicBezTo>
                  <a:close/>
                </a:path>
              </a:pathLst>
            </a:custGeom>
            <a:solidFill>
              <a:srgbClr val="13A173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B6D185E-CBFF-9DB7-E68B-4FA45FED1D30}"/>
                </a:ext>
              </a:extLst>
            </p:cNvPr>
            <p:cNvSpPr/>
            <p:nvPr/>
          </p:nvSpPr>
          <p:spPr>
            <a:xfrm>
              <a:off x="8432971" y="4972442"/>
              <a:ext cx="271498" cy="91392"/>
            </a:xfrm>
            <a:custGeom>
              <a:avLst/>
              <a:gdLst>
                <a:gd name="connsiteX0" fmla="*/ 271498 w 271498"/>
                <a:gd name="connsiteY0" fmla="*/ 24982 h 91392"/>
                <a:gd name="connsiteX1" fmla="*/ 8837 w 271498"/>
                <a:gd name="connsiteY1" fmla="*/ 38698 h 91392"/>
                <a:gd name="connsiteX2" fmla="*/ 271498 w 271498"/>
                <a:gd name="connsiteY2" fmla="*/ 24982 h 91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1498" h="91392">
                  <a:moveTo>
                    <a:pt x="271498" y="24982"/>
                  </a:moveTo>
                  <a:cubicBezTo>
                    <a:pt x="271498" y="24982"/>
                    <a:pt x="61643" y="-39483"/>
                    <a:pt x="8837" y="38698"/>
                  </a:cubicBezTo>
                  <a:cubicBezTo>
                    <a:pt x="-43970" y="116879"/>
                    <a:pt x="152169" y="104535"/>
                    <a:pt x="271498" y="24982"/>
                  </a:cubicBezTo>
                  <a:close/>
                </a:path>
              </a:pathLst>
            </a:custGeom>
            <a:solidFill>
              <a:srgbClr val="2EC68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B96C7DD-3285-DEEA-81A9-04A56A18A53B}"/>
                </a:ext>
              </a:extLst>
            </p:cNvPr>
            <p:cNvSpPr/>
            <p:nvPr/>
          </p:nvSpPr>
          <p:spPr>
            <a:xfrm>
              <a:off x="8450855" y="5083835"/>
              <a:ext cx="133078" cy="214015"/>
            </a:xfrm>
            <a:custGeom>
              <a:avLst/>
              <a:gdLst>
                <a:gd name="connsiteX0" fmla="*/ 119198 w 133078"/>
                <a:gd name="connsiteY0" fmla="*/ 0 h 214015"/>
                <a:gd name="connsiteX1" fmla="*/ 10841 w 133078"/>
                <a:gd name="connsiteY1" fmla="*/ 203683 h 214015"/>
                <a:gd name="connsiteX2" fmla="*/ 119198 w 133078"/>
                <a:gd name="connsiteY2" fmla="*/ 0 h 214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3078" h="214015">
                  <a:moveTo>
                    <a:pt x="119198" y="0"/>
                  </a:moveTo>
                  <a:cubicBezTo>
                    <a:pt x="119198" y="0"/>
                    <a:pt x="-42651" y="148819"/>
                    <a:pt x="10841" y="203683"/>
                  </a:cubicBezTo>
                  <a:cubicBezTo>
                    <a:pt x="63648" y="258547"/>
                    <a:pt x="171319" y="80924"/>
                    <a:pt x="119198" y="0"/>
                  </a:cubicBezTo>
                  <a:close/>
                </a:path>
              </a:pathLst>
            </a:custGeom>
            <a:solidFill>
              <a:srgbClr val="2EC68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C698A60-E2B2-5653-5520-A4AE95D3D8B4}"/>
                </a:ext>
              </a:extLst>
            </p:cNvPr>
            <p:cNvSpPr/>
            <p:nvPr/>
          </p:nvSpPr>
          <p:spPr>
            <a:xfrm>
              <a:off x="8229316" y="5204536"/>
              <a:ext cx="213863" cy="175685"/>
            </a:xfrm>
            <a:custGeom>
              <a:avLst/>
              <a:gdLst>
                <a:gd name="connsiteX0" fmla="*/ 213863 w 213863"/>
                <a:gd name="connsiteY0" fmla="*/ 0 h 175685"/>
                <a:gd name="connsiteX1" fmla="*/ 9495 w 213863"/>
                <a:gd name="connsiteY1" fmla="*/ 115214 h 175685"/>
                <a:gd name="connsiteX2" fmla="*/ 213863 w 213863"/>
                <a:gd name="connsiteY2" fmla="*/ 0 h 175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3863" h="175685">
                  <a:moveTo>
                    <a:pt x="213863" y="0"/>
                  </a:moveTo>
                  <a:cubicBezTo>
                    <a:pt x="213863" y="0"/>
                    <a:pt x="52015" y="19888"/>
                    <a:pt x="9495" y="115214"/>
                  </a:cubicBezTo>
                  <a:cubicBezTo>
                    <a:pt x="-32339" y="210540"/>
                    <a:pt x="69160" y="207797"/>
                    <a:pt x="213863" y="0"/>
                  </a:cubicBezTo>
                  <a:close/>
                </a:path>
              </a:pathLst>
            </a:custGeom>
            <a:solidFill>
              <a:srgbClr val="13A173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070717C-1D50-A7EA-F329-7026DD61EBE4}"/>
                </a:ext>
              </a:extLst>
            </p:cNvPr>
            <p:cNvSpPr/>
            <p:nvPr/>
          </p:nvSpPr>
          <p:spPr>
            <a:xfrm>
              <a:off x="6690987" y="2895857"/>
              <a:ext cx="1535924" cy="2100347"/>
            </a:xfrm>
            <a:custGeom>
              <a:avLst/>
              <a:gdLst>
                <a:gd name="connsiteX0" fmla="*/ 1231671 w 1535924"/>
                <a:gd name="connsiteY0" fmla="*/ 2035730 h 2100347"/>
                <a:gd name="connsiteX1" fmla="*/ 840765 w 1535924"/>
                <a:gd name="connsiteY1" fmla="*/ 2035730 h 2100347"/>
                <a:gd name="connsiteX2" fmla="*/ 536270 w 1535924"/>
                <a:gd name="connsiteY2" fmla="*/ 1650996 h 2100347"/>
                <a:gd name="connsiteX3" fmla="*/ 337387 w 1535924"/>
                <a:gd name="connsiteY3" fmla="*/ 1078353 h 2100347"/>
                <a:gd name="connsiteX4" fmla="*/ 35635 w 1535924"/>
                <a:gd name="connsiteY4" fmla="*/ 358949 h 2100347"/>
                <a:gd name="connsiteX5" fmla="*/ 724865 w 1535924"/>
                <a:gd name="connsiteY5" fmla="*/ 35251 h 2100347"/>
                <a:gd name="connsiteX6" fmla="*/ 1069822 w 1535924"/>
                <a:gd name="connsiteY6" fmla="*/ 574290 h 2100347"/>
                <a:gd name="connsiteX7" fmla="*/ 1339341 w 1535924"/>
                <a:gd name="connsiteY7" fmla="*/ 980284 h 2100347"/>
                <a:gd name="connsiteX8" fmla="*/ 1523136 w 1535924"/>
                <a:gd name="connsiteY8" fmla="*/ 1568700 h 2100347"/>
                <a:gd name="connsiteX9" fmla="*/ 1231671 w 1535924"/>
                <a:gd name="connsiteY9" fmla="*/ 2035730 h 2100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5924" h="2100347">
                  <a:moveTo>
                    <a:pt x="1231671" y="2035730"/>
                  </a:moveTo>
                  <a:cubicBezTo>
                    <a:pt x="1231671" y="2035730"/>
                    <a:pt x="1020444" y="2181120"/>
                    <a:pt x="840765" y="2035730"/>
                  </a:cubicBezTo>
                  <a:cubicBezTo>
                    <a:pt x="661085" y="1889654"/>
                    <a:pt x="934034" y="1713404"/>
                    <a:pt x="536270" y="1650996"/>
                  </a:cubicBezTo>
                  <a:cubicBezTo>
                    <a:pt x="138505" y="1588589"/>
                    <a:pt x="445058" y="1242260"/>
                    <a:pt x="337387" y="1078353"/>
                  </a:cubicBezTo>
                  <a:cubicBezTo>
                    <a:pt x="229717" y="915133"/>
                    <a:pt x="-109754" y="719680"/>
                    <a:pt x="35635" y="358949"/>
                  </a:cubicBezTo>
                  <a:cubicBezTo>
                    <a:pt x="181025" y="-1096"/>
                    <a:pt x="573303" y="-47731"/>
                    <a:pt x="724865" y="35251"/>
                  </a:cubicBezTo>
                  <a:cubicBezTo>
                    <a:pt x="875741" y="117547"/>
                    <a:pt x="1080795" y="303399"/>
                    <a:pt x="1069822" y="574290"/>
                  </a:cubicBezTo>
                  <a:cubicBezTo>
                    <a:pt x="1058849" y="844496"/>
                    <a:pt x="1349628" y="733396"/>
                    <a:pt x="1339341" y="980284"/>
                  </a:cubicBezTo>
                  <a:cubicBezTo>
                    <a:pt x="1329740" y="1227172"/>
                    <a:pt x="1596516" y="1166822"/>
                    <a:pt x="1523136" y="1568700"/>
                  </a:cubicBezTo>
                  <a:cubicBezTo>
                    <a:pt x="1449755" y="1970579"/>
                    <a:pt x="1420266" y="1906114"/>
                    <a:pt x="1231671" y="2035730"/>
                  </a:cubicBezTo>
                  <a:close/>
                </a:path>
              </a:pathLst>
            </a:custGeom>
            <a:solidFill>
              <a:srgbClr val="2EC68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2F3A80B-F6FF-781B-3907-C4682CE84CA5}"/>
                </a:ext>
              </a:extLst>
            </p:cNvPr>
            <p:cNvSpPr/>
            <p:nvPr/>
          </p:nvSpPr>
          <p:spPr>
            <a:xfrm>
              <a:off x="7007115" y="3212973"/>
              <a:ext cx="835304" cy="1484071"/>
            </a:xfrm>
            <a:custGeom>
              <a:avLst/>
              <a:gdLst>
                <a:gd name="connsiteX0" fmla="*/ 0 w 835304"/>
                <a:gd name="connsiteY0" fmla="*/ 0 h 1484071"/>
                <a:gd name="connsiteX1" fmla="*/ 835304 w 835304"/>
                <a:gd name="connsiteY1" fmla="*/ 1484071 h 1484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5304" h="1484071">
                  <a:moveTo>
                    <a:pt x="0" y="0"/>
                  </a:moveTo>
                  <a:cubicBezTo>
                    <a:pt x="0" y="0"/>
                    <a:pt x="684428" y="797585"/>
                    <a:pt x="835304" y="1484071"/>
                  </a:cubicBezTo>
                </a:path>
              </a:pathLst>
            </a:custGeom>
            <a:noFill/>
            <a:ln w="24003" cap="flat">
              <a:solidFill>
                <a:srgbClr val="FFFFFF">
                  <a:alpha val="6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BD6E608-410A-B5A0-0B46-955AF154C2FE}"/>
                </a:ext>
              </a:extLst>
            </p:cNvPr>
            <p:cNvSpPr/>
            <p:nvPr/>
          </p:nvSpPr>
          <p:spPr>
            <a:xfrm>
              <a:off x="7343157" y="3212973"/>
              <a:ext cx="29612" cy="467715"/>
            </a:xfrm>
            <a:custGeom>
              <a:avLst/>
              <a:gdLst>
                <a:gd name="connsiteX0" fmla="*/ 0 w 29612"/>
                <a:gd name="connsiteY0" fmla="*/ 0 h 467715"/>
                <a:gd name="connsiteX1" fmla="*/ 13716 w 29612"/>
                <a:gd name="connsiteY1" fmla="*/ 467716 h 46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612" h="467715">
                  <a:moveTo>
                    <a:pt x="0" y="0"/>
                  </a:moveTo>
                  <a:cubicBezTo>
                    <a:pt x="0" y="0"/>
                    <a:pt x="56236" y="235229"/>
                    <a:pt x="13716" y="467716"/>
                  </a:cubicBezTo>
                </a:path>
              </a:pathLst>
            </a:custGeom>
            <a:noFill/>
            <a:ln w="24003" cap="flat">
              <a:solidFill>
                <a:srgbClr val="FFFFFF">
                  <a:alpha val="6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02BE5F4-6913-769E-C2D3-AA7619B03623}"/>
                </a:ext>
              </a:extLst>
            </p:cNvPr>
            <p:cNvSpPr/>
            <p:nvPr/>
          </p:nvSpPr>
          <p:spPr>
            <a:xfrm>
              <a:off x="7074323" y="3876141"/>
              <a:ext cx="447827" cy="70880"/>
            </a:xfrm>
            <a:custGeom>
              <a:avLst/>
              <a:gdLst>
                <a:gd name="connsiteX0" fmla="*/ 447827 w 447827"/>
                <a:gd name="connsiteY0" fmla="*/ 67894 h 70880"/>
                <a:gd name="connsiteX1" fmla="*/ 0 w 447827"/>
                <a:gd name="connsiteY1" fmla="*/ 0 h 7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7827" h="70880">
                  <a:moveTo>
                    <a:pt x="447827" y="67894"/>
                  </a:moveTo>
                  <a:cubicBezTo>
                    <a:pt x="447827" y="67894"/>
                    <a:pt x="153619" y="92583"/>
                    <a:pt x="0" y="0"/>
                  </a:cubicBezTo>
                </a:path>
              </a:pathLst>
            </a:custGeom>
            <a:noFill/>
            <a:ln w="24003" cap="flat">
              <a:solidFill>
                <a:srgbClr val="FFFFFF">
                  <a:alpha val="6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ABA0784-A86C-DA70-B152-E9402AD46BF1}"/>
                </a:ext>
              </a:extLst>
            </p:cNvPr>
            <p:cNvSpPr/>
            <p:nvPr/>
          </p:nvSpPr>
          <p:spPr>
            <a:xfrm>
              <a:off x="7298580" y="4375404"/>
              <a:ext cx="483489" cy="113157"/>
            </a:xfrm>
            <a:custGeom>
              <a:avLst/>
              <a:gdLst>
                <a:gd name="connsiteX0" fmla="*/ 483489 w 483489"/>
                <a:gd name="connsiteY0" fmla="*/ 113157 h 113157"/>
                <a:gd name="connsiteX1" fmla="*/ 0 w 483489"/>
                <a:gd name="connsiteY1" fmla="*/ 0 h 113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3489" h="113157">
                  <a:moveTo>
                    <a:pt x="483489" y="113157"/>
                  </a:moveTo>
                  <a:cubicBezTo>
                    <a:pt x="483489" y="113157"/>
                    <a:pt x="66523" y="78867"/>
                    <a:pt x="0" y="0"/>
                  </a:cubicBezTo>
                </a:path>
              </a:pathLst>
            </a:custGeom>
            <a:noFill/>
            <a:ln w="24003" cap="flat">
              <a:solidFill>
                <a:srgbClr val="FFFFFF">
                  <a:alpha val="6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695D81C-7D2B-7FA4-893D-404A9A508AEC}"/>
                </a:ext>
              </a:extLst>
            </p:cNvPr>
            <p:cNvSpPr/>
            <p:nvPr/>
          </p:nvSpPr>
          <p:spPr>
            <a:xfrm>
              <a:off x="9383412" y="2243937"/>
              <a:ext cx="524637" cy="335356"/>
            </a:xfrm>
            <a:custGeom>
              <a:avLst/>
              <a:gdLst>
                <a:gd name="connsiteX0" fmla="*/ 524637 w 524637"/>
                <a:gd name="connsiteY0" fmla="*/ 335356 h 335356"/>
                <a:gd name="connsiteX1" fmla="*/ 0 w 524637"/>
                <a:gd name="connsiteY1" fmla="*/ 335356 h 335356"/>
                <a:gd name="connsiteX2" fmla="*/ 0 w 524637"/>
                <a:gd name="connsiteY2" fmla="*/ 0 h 335356"/>
                <a:gd name="connsiteX3" fmla="*/ 261976 w 524637"/>
                <a:gd name="connsiteY3" fmla="*/ 0 h 335356"/>
                <a:gd name="connsiteX4" fmla="*/ 524637 w 524637"/>
                <a:gd name="connsiteY4" fmla="*/ 262661 h 33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637" h="335356">
                  <a:moveTo>
                    <a:pt x="524637" y="335356"/>
                  </a:moveTo>
                  <a:lnTo>
                    <a:pt x="0" y="335356"/>
                  </a:lnTo>
                  <a:lnTo>
                    <a:pt x="0" y="0"/>
                  </a:lnTo>
                  <a:lnTo>
                    <a:pt x="261976" y="0"/>
                  </a:lnTo>
                  <a:cubicBezTo>
                    <a:pt x="406679" y="0"/>
                    <a:pt x="524637" y="117272"/>
                    <a:pt x="524637" y="262661"/>
                  </a:cubicBezTo>
                  <a:close/>
                </a:path>
              </a:pathLst>
            </a:custGeom>
            <a:solidFill>
              <a:srgbClr val="323296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F54656B-C287-D24A-973B-D090E6F5760D}"/>
                </a:ext>
              </a:extLst>
            </p:cNvPr>
            <p:cNvSpPr/>
            <p:nvPr/>
          </p:nvSpPr>
          <p:spPr>
            <a:xfrm>
              <a:off x="8563881" y="2243937"/>
              <a:ext cx="1127455" cy="1410004"/>
            </a:xfrm>
            <a:custGeom>
              <a:avLst/>
              <a:gdLst>
                <a:gd name="connsiteX0" fmla="*/ 262661 w 1127455"/>
                <a:gd name="connsiteY0" fmla="*/ 0 h 1410004"/>
                <a:gd name="connsiteX1" fmla="*/ 1127455 w 1127455"/>
                <a:gd name="connsiteY1" fmla="*/ 0 h 1410004"/>
                <a:gd name="connsiteX2" fmla="*/ 1127455 w 1127455"/>
                <a:gd name="connsiteY2" fmla="*/ 1410005 h 1410004"/>
                <a:gd name="connsiteX3" fmla="*/ 0 w 1127455"/>
                <a:gd name="connsiteY3" fmla="*/ 1410005 h 1410004"/>
                <a:gd name="connsiteX4" fmla="*/ 0 w 1127455"/>
                <a:gd name="connsiteY4" fmla="*/ 262661 h 1410004"/>
                <a:gd name="connsiteX5" fmla="*/ 262661 w 1127455"/>
                <a:gd name="connsiteY5" fmla="*/ 0 h 1410004"/>
                <a:gd name="connsiteX6" fmla="*/ 262661 w 1127455"/>
                <a:gd name="connsiteY6" fmla="*/ 0 h 141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455" h="1410004">
                  <a:moveTo>
                    <a:pt x="262661" y="0"/>
                  </a:moveTo>
                  <a:lnTo>
                    <a:pt x="1127455" y="0"/>
                  </a:lnTo>
                  <a:lnTo>
                    <a:pt x="1127455" y="1410005"/>
                  </a:lnTo>
                  <a:lnTo>
                    <a:pt x="0" y="1410005"/>
                  </a:lnTo>
                  <a:lnTo>
                    <a:pt x="0" y="262661"/>
                  </a:lnTo>
                  <a:cubicBezTo>
                    <a:pt x="0" y="117272"/>
                    <a:pt x="117272" y="0"/>
                    <a:pt x="262661" y="0"/>
                  </a:cubicBezTo>
                  <a:cubicBezTo>
                    <a:pt x="262661" y="0"/>
                    <a:pt x="262661" y="0"/>
                    <a:pt x="262661" y="0"/>
                  </a:cubicBezTo>
                  <a:close/>
                </a:path>
              </a:pathLst>
            </a:custGeom>
            <a:solidFill>
              <a:srgbClr val="4741B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07719F03-7D36-8FDB-EF88-083C47541205}"/>
                </a:ext>
              </a:extLst>
            </p:cNvPr>
            <p:cNvSpPr/>
            <p:nvPr/>
          </p:nvSpPr>
          <p:spPr>
            <a:xfrm>
              <a:off x="8666751" y="2558034"/>
              <a:ext cx="922401" cy="85725"/>
            </a:xfrm>
            <a:custGeom>
              <a:avLst/>
              <a:gdLst>
                <a:gd name="connsiteX0" fmla="*/ 0 w 922401"/>
                <a:gd name="connsiteY0" fmla="*/ 0 h 85725"/>
                <a:gd name="connsiteX1" fmla="*/ 922401 w 922401"/>
                <a:gd name="connsiteY1" fmla="*/ 0 h 85725"/>
                <a:gd name="connsiteX2" fmla="*/ 922401 w 922401"/>
                <a:gd name="connsiteY2" fmla="*/ 85725 h 85725"/>
                <a:gd name="connsiteX3" fmla="*/ 0 w 922401"/>
                <a:gd name="connsiteY3" fmla="*/ 857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2401" h="85725">
                  <a:moveTo>
                    <a:pt x="0" y="0"/>
                  </a:moveTo>
                  <a:lnTo>
                    <a:pt x="922401" y="0"/>
                  </a:lnTo>
                  <a:lnTo>
                    <a:pt x="922401" y="85725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D5E0F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CCFEB0D3-EFF1-B2A0-340B-3AA203BBA454}"/>
                </a:ext>
              </a:extLst>
            </p:cNvPr>
            <p:cNvSpPr/>
            <p:nvPr/>
          </p:nvSpPr>
          <p:spPr>
            <a:xfrm>
              <a:off x="8666751" y="2738399"/>
              <a:ext cx="922401" cy="86410"/>
            </a:xfrm>
            <a:custGeom>
              <a:avLst/>
              <a:gdLst>
                <a:gd name="connsiteX0" fmla="*/ 0 w 922401"/>
                <a:gd name="connsiteY0" fmla="*/ 0 h 86410"/>
                <a:gd name="connsiteX1" fmla="*/ 922401 w 922401"/>
                <a:gd name="connsiteY1" fmla="*/ 0 h 86410"/>
                <a:gd name="connsiteX2" fmla="*/ 922401 w 922401"/>
                <a:gd name="connsiteY2" fmla="*/ 86411 h 86410"/>
                <a:gd name="connsiteX3" fmla="*/ 0 w 922401"/>
                <a:gd name="connsiteY3" fmla="*/ 86411 h 86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2401" h="86410">
                  <a:moveTo>
                    <a:pt x="0" y="0"/>
                  </a:moveTo>
                  <a:lnTo>
                    <a:pt x="922401" y="0"/>
                  </a:lnTo>
                  <a:lnTo>
                    <a:pt x="922401" y="86411"/>
                  </a:lnTo>
                  <a:lnTo>
                    <a:pt x="0" y="86411"/>
                  </a:lnTo>
                  <a:close/>
                </a:path>
              </a:pathLst>
            </a:custGeom>
            <a:solidFill>
              <a:srgbClr val="D5E0F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E5CCA53-2E01-D940-EB68-365C0B07DDC9}"/>
                </a:ext>
              </a:extLst>
            </p:cNvPr>
            <p:cNvSpPr/>
            <p:nvPr/>
          </p:nvSpPr>
          <p:spPr>
            <a:xfrm>
              <a:off x="8666751" y="2918764"/>
              <a:ext cx="922401" cy="86410"/>
            </a:xfrm>
            <a:custGeom>
              <a:avLst/>
              <a:gdLst>
                <a:gd name="connsiteX0" fmla="*/ 0 w 922401"/>
                <a:gd name="connsiteY0" fmla="*/ 0 h 86410"/>
                <a:gd name="connsiteX1" fmla="*/ 922401 w 922401"/>
                <a:gd name="connsiteY1" fmla="*/ 0 h 86410"/>
                <a:gd name="connsiteX2" fmla="*/ 922401 w 922401"/>
                <a:gd name="connsiteY2" fmla="*/ 86411 h 86410"/>
                <a:gd name="connsiteX3" fmla="*/ 0 w 922401"/>
                <a:gd name="connsiteY3" fmla="*/ 86411 h 86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2401" h="86410">
                  <a:moveTo>
                    <a:pt x="0" y="0"/>
                  </a:moveTo>
                  <a:lnTo>
                    <a:pt x="922401" y="0"/>
                  </a:lnTo>
                  <a:lnTo>
                    <a:pt x="922401" y="86411"/>
                  </a:lnTo>
                  <a:lnTo>
                    <a:pt x="0" y="86411"/>
                  </a:lnTo>
                  <a:close/>
                </a:path>
              </a:pathLst>
            </a:custGeom>
            <a:solidFill>
              <a:srgbClr val="D5E0F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3844A85-92B1-1D24-784B-153FF5C36532}"/>
                </a:ext>
              </a:extLst>
            </p:cNvPr>
            <p:cNvSpPr/>
            <p:nvPr/>
          </p:nvSpPr>
          <p:spPr>
            <a:xfrm>
              <a:off x="8666751" y="3099130"/>
              <a:ext cx="922401" cy="86410"/>
            </a:xfrm>
            <a:custGeom>
              <a:avLst/>
              <a:gdLst>
                <a:gd name="connsiteX0" fmla="*/ 0 w 922401"/>
                <a:gd name="connsiteY0" fmla="*/ 0 h 86410"/>
                <a:gd name="connsiteX1" fmla="*/ 922401 w 922401"/>
                <a:gd name="connsiteY1" fmla="*/ 0 h 86410"/>
                <a:gd name="connsiteX2" fmla="*/ 922401 w 922401"/>
                <a:gd name="connsiteY2" fmla="*/ 86411 h 86410"/>
                <a:gd name="connsiteX3" fmla="*/ 0 w 922401"/>
                <a:gd name="connsiteY3" fmla="*/ 86411 h 86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2401" h="86410">
                  <a:moveTo>
                    <a:pt x="0" y="0"/>
                  </a:moveTo>
                  <a:lnTo>
                    <a:pt x="922401" y="0"/>
                  </a:lnTo>
                  <a:lnTo>
                    <a:pt x="922401" y="86411"/>
                  </a:lnTo>
                  <a:lnTo>
                    <a:pt x="0" y="86411"/>
                  </a:lnTo>
                  <a:close/>
                </a:path>
              </a:pathLst>
            </a:custGeom>
            <a:solidFill>
              <a:srgbClr val="D5E0F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3035E2A-A496-489B-E9C9-C4195BDCE389}"/>
                </a:ext>
              </a:extLst>
            </p:cNvPr>
            <p:cNvSpPr/>
            <p:nvPr/>
          </p:nvSpPr>
          <p:spPr>
            <a:xfrm>
              <a:off x="7101755" y="2593695"/>
              <a:ext cx="1602714" cy="1837257"/>
            </a:xfrm>
            <a:custGeom>
              <a:avLst/>
              <a:gdLst>
                <a:gd name="connsiteX0" fmla="*/ 177622 w 1602714"/>
                <a:gd name="connsiteY0" fmla="*/ 0 h 1837257"/>
                <a:gd name="connsiteX1" fmla="*/ 1425092 w 1602714"/>
                <a:gd name="connsiteY1" fmla="*/ 0 h 1837257"/>
                <a:gd name="connsiteX2" fmla="*/ 1602715 w 1602714"/>
                <a:gd name="connsiteY2" fmla="*/ 177622 h 1837257"/>
                <a:gd name="connsiteX3" fmla="*/ 1602715 w 1602714"/>
                <a:gd name="connsiteY3" fmla="*/ 1658950 h 1837257"/>
                <a:gd name="connsiteX4" fmla="*/ 1425092 w 1602714"/>
                <a:gd name="connsiteY4" fmla="*/ 1837258 h 1837257"/>
                <a:gd name="connsiteX5" fmla="*/ 177622 w 1602714"/>
                <a:gd name="connsiteY5" fmla="*/ 1837258 h 1837257"/>
                <a:gd name="connsiteX6" fmla="*/ 0 w 1602714"/>
                <a:gd name="connsiteY6" fmla="*/ 1658950 h 1837257"/>
                <a:gd name="connsiteX7" fmla="*/ 0 w 1602714"/>
                <a:gd name="connsiteY7" fmla="*/ 177622 h 1837257"/>
                <a:gd name="connsiteX8" fmla="*/ 177622 w 1602714"/>
                <a:gd name="connsiteY8" fmla="*/ 0 h 1837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2714" h="1837257">
                  <a:moveTo>
                    <a:pt x="177622" y="0"/>
                  </a:moveTo>
                  <a:lnTo>
                    <a:pt x="1425092" y="0"/>
                  </a:lnTo>
                  <a:cubicBezTo>
                    <a:pt x="1523162" y="0"/>
                    <a:pt x="1602715" y="79553"/>
                    <a:pt x="1602715" y="177622"/>
                  </a:cubicBezTo>
                  <a:lnTo>
                    <a:pt x="1602715" y="1658950"/>
                  </a:lnTo>
                  <a:cubicBezTo>
                    <a:pt x="1602715" y="1757020"/>
                    <a:pt x="1523162" y="1837258"/>
                    <a:pt x="1425092" y="1837258"/>
                  </a:cubicBezTo>
                  <a:lnTo>
                    <a:pt x="177622" y="1837258"/>
                  </a:lnTo>
                  <a:cubicBezTo>
                    <a:pt x="79553" y="1837258"/>
                    <a:pt x="0" y="1757020"/>
                    <a:pt x="0" y="1658950"/>
                  </a:cubicBezTo>
                  <a:lnTo>
                    <a:pt x="0" y="177622"/>
                  </a:lnTo>
                  <a:cubicBezTo>
                    <a:pt x="0" y="79553"/>
                    <a:pt x="79553" y="0"/>
                    <a:pt x="177622" y="0"/>
                  </a:cubicBezTo>
                  <a:close/>
                </a:path>
              </a:pathLst>
            </a:custGeom>
            <a:solidFill>
              <a:srgbClr val="E9E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927080-8767-110B-D155-A8E4D901AEEA}"/>
                </a:ext>
              </a:extLst>
            </p:cNvPr>
            <p:cNvSpPr/>
            <p:nvPr/>
          </p:nvSpPr>
          <p:spPr>
            <a:xfrm>
              <a:off x="7101755" y="2593695"/>
              <a:ext cx="1602714" cy="355244"/>
            </a:xfrm>
            <a:custGeom>
              <a:avLst/>
              <a:gdLst>
                <a:gd name="connsiteX0" fmla="*/ 1602715 w 1602714"/>
                <a:gd name="connsiteY0" fmla="*/ 177622 h 355244"/>
                <a:gd name="connsiteX1" fmla="*/ 1602715 w 1602714"/>
                <a:gd name="connsiteY1" fmla="*/ 355244 h 355244"/>
                <a:gd name="connsiteX2" fmla="*/ 0 w 1602714"/>
                <a:gd name="connsiteY2" fmla="*/ 355244 h 355244"/>
                <a:gd name="connsiteX3" fmla="*/ 0 w 1602714"/>
                <a:gd name="connsiteY3" fmla="*/ 177622 h 355244"/>
                <a:gd name="connsiteX4" fmla="*/ 177622 w 1602714"/>
                <a:gd name="connsiteY4" fmla="*/ 0 h 355244"/>
                <a:gd name="connsiteX5" fmla="*/ 1425092 w 1602714"/>
                <a:gd name="connsiteY5" fmla="*/ 0 h 355244"/>
                <a:gd name="connsiteX6" fmla="*/ 1602715 w 1602714"/>
                <a:gd name="connsiteY6" fmla="*/ 177622 h 355244"/>
                <a:gd name="connsiteX7" fmla="*/ 1602715 w 1602714"/>
                <a:gd name="connsiteY7" fmla="*/ 177622 h 355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02714" h="355244">
                  <a:moveTo>
                    <a:pt x="1602715" y="177622"/>
                  </a:moveTo>
                  <a:lnTo>
                    <a:pt x="1602715" y="355244"/>
                  </a:lnTo>
                  <a:lnTo>
                    <a:pt x="0" y="355244"/>
                  </a:lnTo>
                  <a:lnTo>
                    <a:pt x="0" y="177622"/>
                  </a:lnTo>
                  <a:cubicBezTo>
                    <a:pt x="0" y="79553"/>
                    <a:pt x="79553" y="0"/>
                    <a:pt x="177622" y="0"/>
                  </a:cubicBezTo>
                  <a:lnTo>
                    <a:pt x="1425092" y="0"/>
                  </a:lnTo>
                  <a:cubicBezTo>
                    <a:pt x="1523162" y="0"/>
                    <a:pt x="1602715" y="79553"/>
                    <a:pt x="1602715" y="177622"/>
                  </a:cubicBezTo>
                  <a:cubicBezTo>
                    <a:pt x="1602715" y="177622"/>
                    <a:pt x="1602715" y="177622"/>
                    <a:pt x="1602715" y="177622"/>
                  </a:cubicBezTo>
                  <a:close/>
                </a:path>
              </a:pathLst>
            </a:custGeom>
            <a:solidFill>
              <a:srgbClr val="D5E0F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8ED0E8A-617E-316D-6DF7-7A4E443A1192}"/>
                </a:ext>
              </a:extLst>
            </p:cNvPr>
            <p:cNvSpPr/>
            <p:nvPr/>
          </p:nvSpPr>
          <p:spPr>
            <a:xfrm>
              <a:off x="7203253" y="2734970"/>
              <a:ext cx="72694" cy="72694"/>
            </a:xfrm>
            <a:custGeom>
              <a:avLst/>
              <a:gdLst>
                <a:gd name="connsiteX0" fmla="*/ 36347 w 72694"/>
                <a:gd name="connsiteY0" fmla="*/ 0 h 72694"/>
                <a:gd name="connsiteX1" fmla="*/ 72695 w 72694"/>
                <a:gd name="connsiteY1" fmla="*/ 36348 h 72694"/>
                <a:gd name="connsiteX2" fmla="*/ 36347 w 72694"/>
                <a:gd name="connsiteY2" fmla="*/ 72695 h 72694"/>
                <a:gd name="connsiteX3" fmla="*/ 0 w 72694"/>
                <a:gd name="connsiteY3" fmla="*/ 36348 h 72694"/>
                <a:gd name="connsiteX4" fmla="*/ 36347 w 72694"/>
                <a:gd name="connsiteY4" fmla="*/ 0 h 72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694" h="72694">
                  <a:moveTo>
                    <a:pt x="36347" y="0"/>
                  </a:moveTo>
                  <a:cubicBezTo>
                    <a:pt x="56236" y="0"/>
                    <a:pt x="72695" y="16459"/>
                    <a:pt x="72695" y="36348"/>
                  </a:cubicBezTo>
                  <a:cubicBezTo>
                    <a:pt x="72695" y="56236"/>
                    <a:pt x="56236" y="72695"/>
                    <a:pt x="36347" y="72695"/>
                  </a:cubicBezTo>
                  <a:cubicBezTo>
                    <a:pt x="15773" y="72695"/>
                    <a:pt x="0" y="56236"/>
                    <a:pt x="0" y="36348"/>
                  </a:cubicBezTo>
                  <a:cubicBezTo>
                    <a:pt x="0" y="16459"/>
                    <a:pt x="15773" y="0"/>
                    <a:pt x="36347" y="0"/>
                  </a:cubicBezTo>
                  <a:close/>
                </a:path>
              </a:pathLst>
            </a:custGeom>
            <a:solidFill>
              <a:srgbClr val="2B1A8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39D7C49-C126-F88F-B09B-C8CC8D5A250A}"/>
                </a:ext>
              </a:extLst>
            </p:cNvPr>
            <p:cNvSpPr/>
            <p:nvPr/>
          </p:nvSpPr>
          <p:spPr>
            <a:xfrm>
              <a:off x="7336299" y="2734970"/>
              <a:ext cx="72694" cy="72694"/>
            </a:xfrm>
            <a:custGeom>
              <a:avLst/>
              <a:gdLst>
                <a:gd name="connsiteX0" fmla="*/ 36347 w 72694"/>
                <a:gd name="connsiteY0" fmla="*/ 0 h 72694"/>
                <a:gd name="connsiteX1" fmla="*/ 72695 w 72694"/>
                <a:gd name="connsiteY1" fmla="*/ 36348 h 72694"/>
                <a:gd name="connsiteX2" fmla="*/ 36347 w 72694"/>
                <a:gd name="connsiteY2" fmla="*/ 72695 h 72694"/>
                <a:gd name="connsiteX3" fmla="*/ 0 w 72694"/>
                <a:gd name="connsiteY3" fmla="*/ 36348 h 72694"/>
                <a:gd name="connsiteX4" fmla="*/ 36347 w 72694"/>
                <a:gd name="connsiteY4" fmla="*/ 0 h 72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694" h="72694">
                  <a:moveTo>
                    <a:pt x="36347" y="0"/>
                  </a:moveTo>
                  <a:cubicBezTo>
                    <a:pt x="56236" y="0"/>
                    <a:pt x="72695" y="16459"/>
                    <a:pt x="72695" y="36348"/>
                  </a:cubicBezTo>
                  <a:cubicBezTo>
                    <a:pt x="72695" y="56236"/>
                    <a:pt x="56236" y="72695"/>
                    <a:pt x="36347" y="72695"/>
                  </a:cubicBezTo>
                  <a:cubicBezTo>
                    <a:pt x="16459" y="72695"/>
                    <a:pt x="0" y="56236"/>
                    <a:pt x="0" y="36348"/>
                  </a:cubicBezTo>
                  <a:cubicBezTo>
                    <a:pt x="0" y="16459"/>
                    <a:pt x="16459" y="0"/>
                    <a:pt x="36347" y="0"/>
                  </a:cubicBezTo>
                  <a:close/>
                </a:path>
              </a:pathLst>
            </a:custGeom>
            <a:solidFill>
              <a:srgbClr val="2B1A8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7C3193CA-E771-6186-6B45-836F8EE94A2D}"/>
                </a:ext>
              </a:extLst>
            </p:cNvPr>
            <p:cNvSpPr/>
            <p:nvPr/>
          </p:nvSpPr>
          <p:spPr>
            <a:xfrm>
              <a:off x="7469344" y="2734970"/>
              <a:ext cx="72694" cy="72694"/>
            </a:xfrm>
            <a:custGeom>
              <a:avLst/>
              <a:gdLst>
                <a:gd name="connsiteX0" fmla="*/ 36347 w 72694"/>
                <a:gd name="connsiteY0" fmla="*/ 0 h 72694"/>
                <a:gd name="connsiteX1" fmla="*/ 72695 w 72694"/>
                <a:gd name="connsiteY1" fmla="*/ 36348 h 72694"/>
                <a:gd name="connsiteX2" fmla="*/ 36347 w 72694"/>
                <a:gd name="connsiteY2" fmla="*/ 72695 h 72694"/>
                <a:gd name="connsiteX3" fmla="*/ 0 w 72694"/>
                <a:gd name="connsiteY3" fmla="*/ 36348 h 72694"/>
                <a:gd name="connsiteX4" fmla="*/ 36347 w 72694"/>
                <a:gd name="connsiteY4" fmla="*/ 0 h 72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694" h="72694">
                  <a:moveTo>
                    <a:pt x="36347" y="0"/>
                  </a:moveTo>
                  <a:cubicBezTo>
                    <a:pt x="56921" y="0"/>
                    <a:pt x="72695" y="16459"/>
                    <a:pt x="72695" y="36348"/>
                  </a:cubicBezTo>
                  <a:cubicBezTo>
                    <a:pt x="72695" y="56236"/>
                    <a:pt x="56921" y="72695"/>
                    <a:pt x="36347" y="72695"/>
                  </a:cubicBezTo>
                  <a:cubicBezTo>
                    <a:pt x="16459" y="72695"/>
                    <a:pt x="0" y="56236"/>
                    <a:pt x="0" y="36348"/>
                  </a:cubicBezTo>
                  <a:cubicBezTo>
                    <a:pt x="0" y="16459"/>
                    <a:pt x="16459" y="0"/>
                    <a:pt x="36347" y="0"/>
                  </a:cubicBezTo>
                  <a:close/>
                </a:path>
              </a:pathLst>
            </a:custGeom>
            <a:solidFill>
              <a:srgbClr val="2B1A82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5DB92523-8227-3478-743C-1966F7CF5894}"/>
                </a:ext>
              </a:extLst>
            </p:cNvPr>
            <p:cNvSpPr/>
            <p:nvPr/>
          </p:nvSpPr>
          <p:spPr>
            <a:xfrm>
              <a:off x="7223142" y="3102559"/>
              <a:ext cx="581558" cy="464972"/>
            </a:xfrm>
            <a:custGeom>
              <a:avLst/>
              <a:gdLst>
                <a:gd name="connsiteX0" fmla="*/ 581558 w 581558"/>
                <a:gd name="connsiteY0" fmla="*/ 464973 h 464972"/>
                <a:gd name="connsiteX1" fmla="*/ 0 w 581558"/>
                <a:gd name="connsiteY1" fmla="*/ 464973 h 464972"/>
                <a:gd name="connsiteX2" fmla="*/ 0 w 581558"/>
                <a:gd name="connsiteY2" fmla="*/ 0 h 464972"/>
                <a:gd name="connsiteX3" fmla="*/ 235915 w 581558"/>
                <a:gd name="connsiteY3" fmla="*/ 0 h 464972"/>
                <a:gd name="connsiteX4" fmla="*/ 346329 w 581558"/>
                <a:gd name="connsiteY4" fmla="*/ 84354 h 464972"/>
                <a:gd name="connsiteX5" fmla="*/ 581558 w 581558"/>
                <a:gd name="connsiteY5" fmla="*/ 84354 h 46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81558" h="464972">
                  <a:moveTo>
                    <a:pt x="581558" y="464973"/>
                  </a:moveTo>
                  <a:lnTo>
                    <a:pt x="0" y="464973"/>
                  </a:lnTo>
                  <a:lnTo>
                    <a:pt x="0" y="0"/>
                  </a:lnTo>
                  <a:lnTo>
                    <a:pt x="235915" y="0"/>
                  </a:lnTo>
                  <a:lnTo>
                    <a:pt x="346329" y="84354"/>
                  </a:lnTo>
                  <a:lnTo>
                    <a:pt x="581558" y="84354"/>
                  </a:lnTo>
                  <a:close/>
                </a:path>
              </a:pathLst>
            </a:custGeom>
            <a:solidFill>
              <a:srgbClr val="FDBD28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724F248-E7D4-ED64-905F-958E5416E12E}"/>
                </a:ext>
              </a:extLst>
            </p:cNvPr>
            <p:cNvSpPr/>
            <p:nvPr/>
          </p:nvSpPr>
          <p:spPr>
            <a:xfrm>
              <a:off x="7252631" y="3186912"/>
              <a:ext cx="235915" cy="6858"/>
            </a:xfrm>
            <a:custGeom>
              <a:avLst/>
              <a:gdLst>
                <a:gd name="connsiteX0" fmla="*/ 235915 w 235915"/>
                <a:gd name="connsiteY0" fmla="*/ 0 h 6858"/>
                <a:gd name="connsiteX1" fmla="*/ 0 w 235915"/>
                <a:gd name="connsiteY1" fmla="*/ 0 h 6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5915" h="6858">
                  <a:moveTo>
                    <a:pt x="235915" y="0"/>
                  </a:moveTo>
                  <a:lnTo>
                    <a:pt x="0" y="0"/>
                  </a:lnTo>
                </a:path>
              </a:pathLst>
            </a:custGeom>
            <a:noFill/>
            <a:ln w="32233" cap="flat">
              <a:solidFill>
                <a:srgbClr val="E29D1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2FE8CD5-1EC8-7B18-AD40-42969BADF5A3}"/>
                </a:ext>
              </a:extLst>
            </p:cNvPr>
            <p:cNvSpPr/>
            <p:nvPr/>
          </p:nvSpPr>
          <p:spPr>
            <a:xfrm>
              <a:off x="8065304" y="3240405"/>
              <a:ext cx="238658" cy="238658"/>
            </a:xfrm>
            <a:custGeom>
              <a:avLst/>
              <a:gdLst>
                <a:gd name="connsiteX0" fmla="*/ 119329 w 238658"/>
                <a:gd name="connsiteY0" fmla="*/ 0 h 238658"/>
                <a:gd name="connsiteX1" fmla="*/ 238659 w 238658"/>
                <a:gd name="connsiteY1" fmla="*/ 119329 h 238658"/>
                <a:gd name="connsiteX2" fmla="*/ 119329 w 238658"/>
                <a:gd name="connsiteY2" fmla="*/ 238658 h 238658"/>
                <a:gd name="connsiteX3" fmla="*/ 0 w 238658"/>
                <a:gd name="connsiteY3" fmla="*/ 119329 h 238658"/>
                <a:gd name="connsiteX4" fmla="*/ 119329 w 238658"/>
                <a:gd name="connsiteY4" fmla="*/ 0 h 238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8658" h="238658">
                  <a:moveTo>
                    <a:pt x="119329" y="0"/>
                  </a:moveTo>
                  <a:cubicBezTo>
                    <a:pt x="185166" y="0"/>
                    <a:pt x="238659" y="53492"/>
                    <a:pt x="238659" y="119329"/>
                  </a:cubicBezTo>
                  <a:cubicBezTo>
                    <a:pt x="238659" y="185166"/>
                    <a:pt x="185166" y="238658"/>
                    <a:pt x="119329" y="238658"/>
                  </a:cubicBezTo>
                  <a:cubicBezTo>
                    <a:pt x="53493" y="238658"/>
                    <a:pt x="0" y="185166"/>
                    <a:pt x="0" y="119329"/>
                  </a:cubicBezTo>
                  <a:cubicBezTo>
                    <a:pt x="0" y="53492"/>
                    <a:pt x="53493" y="0"/>
                    <a:pt x="119329" y="0"/>
                  </a:cubicBezTo>
                  <a:close/>
                </a:path>
              </a:pathLst>
            </a:custGeom>
            <a:solidFill>
              <a:srgbClr val="D5E0F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0A797FB-5A3E-7B52-3BE7-57FD8F1B0ECC}"/>
                </a:ext>
              </a:extLst>
            </p:cNvPr>
            <p:cNvSpPr/>
            <p:nvPr/>
          </p:nvSpPr>
          <p:spPr>
            <a:xfrm>
              <a:off x="8065304" y="3094329"/>
              <a:ext cx="334670" cy="296265"/>
            </a:xfrm>
            <a:custGeom>
              <a:avLst/>
              <a:gdLst>
                <a:gd name="connsiteX0" fmla="*/ 0 w 334670"/>
                <a:gd name="connsiteY0" fmla="*/ 146075 h 296265"/>
                <a:gd name="connsiteX1" fmla="*/ 119329 w 334670"/>
                <a:gd name="connsiteY1" fmla="*/ 296265 h 296265"/>
                <a:gd name="connsiteX2" fmla="*/ 334671 w 334670"/>
                <a:gd name="connsiteY2" fmla="*/ 0 h 29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4670" h="296265">
                  <a:moveTo>
                    <a:pt x="0" y="146075"/>
                  </a:moveTo>
                  <a:lnTo>
                    <a:pt x="119329" y="296265"/>
                  </a:lnTo>
                  <a:lnTo>
                    <a:pt x="334671" y="0"/>
                  </a:lnTo>
                </a:path>
              </a:pathLst>
            </a:custGeom>
            <a:noFill/>
            <a:ln w="64465" cap="flat">
              <a:solidFill>
                <a:srgbClr val="FA770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417A25F-48C7-403F-2AF6-7987198F7E4E}"/>
                </a:ext>
              </a:extLst>
            </p:cNvPr>
            <p:cNvSpPr/>
            <p:nvPr/>
          </p:nvSpPr>
          <p:spPr>
            <a:xfrm>
              <a:off x="7223142" y="3689604"/>
              <a:ext cx="1370914" cy="65151"/>
            </a:xfrm>
            <a:custGeom>
              <a:avLst/>
              <a:gdLst>
                <a:gd name="connsiteX0" fmla="*/ 0 w 1370914"/>
                <a:gd name="connsiteY0" fmla="*/ 0 h 65151"/>
                <a:gd name="connsiteX1" fmla="*/ 1370914 w 1370914"/>
                <a:gd name="connsiteY1" fmla="*/ 0 h 65151"/>
                <a:gd name="connsiteX2" fmla="*/ 1370914 w 1370914"/>
                <a:gd name="connsiteY2" fmla="*/ 65151 h 65151"/>
                <a:gd name="connsiteX3" fmla="*/ 0 w 1370914"/>
                <a:gd name="connsiteY3" fmla="*/ 65151 h 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0914" h="65151">
                  <a:moveTo>
                    <a:pt x="0" y="0"/>
                  </a:moveTo>
                  <a:lnTo>
                    <a:pt x="1370914" y="0"/>
                  </a:lnTo>
                  <a:lnTo>
                    <a:pt x="1370914" y="65151"/>
                  </a:lnTo>
                  <a:lnTo>
                    <a:pt x="0" y="65151"/>
                  </a:lnTo>
                  <a:close/>
                </a:path>
              </a:pathLst>
            </a:custGeom>
            <a:solidFill>
              <a:srgbClr val="D5E0F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520ED9C-A481-8535-DFDA-41AC503D8841}"/>
                </a:ext>
              </a:extLst>
            </p:cNvPr>
            <p:cNvSpPr/>
            <p:nvPr/>
          </p:nvSpPr>
          <p:spPr>
            <a:xfrm>
              <a:off x="7223142" y="3862425"/>
              <a:ext cx="1370914" cy="64464"/>
            </a:xfrm>
            <a:custGeom>
              <a:avLst/>
              <a:gdLst>
                <a:gd name="connsiteX0" fmla="*/ 0 w 1370914"/>
                <a:gd name="connsiteY0" fmla="*/ 0 h 64464"/>
                <a:gd name="connsiteX1" fmla="*/ 1370914 w 1370914"/>
                <a:gd name="connsiteY1" fmla="*/ 0 h 64464"/>
                <a:gd name="connsiteX2" fmla="*/ 1370914 w 1370914"/>
                <a:gd name="connsiteY2" fmla="*/ 64465 h 64464"/>
                <a:gd name="connsiteX3" fmla="*/ 0 w 1370914"/>
                <a:gd name="connsiteY3" fmla="*/ 64465 h 6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0914" h="64464">
                  <a:moveTo>
                    <a:pt x="0" y="0"/>
                  </a:moveTo>
                  <a:lnTo>
                    <a:pt x="1370914" y="0"/>
                  </a:lnTo>
                  <a:lnTo>
                    <a:pt x="1370914" y="64465"/>
                  </a:lnTo>
                  <a:lnTo>
                    <a:pt x="0" y="64465"/>
                  </a:lnTo>
                  <a:close/>
                </a:path>
              </a:pathLst>
            </a:custGeom>
            <a:solidFill>
              <a:srgbClr val="D5E0F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8FCF279-90D3-6DB4-E2D4-C0AB04696065}"/>
                </a:ext>
              </a:extLst>
            </p:cNvPr>
            <p:cNvSpPr/>
            <p:nvPr/>
          </p:nvSpPr>
          <p:spPr>
            <a:xfrm>
              <a:off x="7223142" y="4034561"/>
              <a:ext cx="1370914" cy="64465"/>
            </a:xfrm>
            <a:custGeom>
              <a:avLst/>
              <a:gdLst>
                <a:gd name="connsiteX0" fmla="*/ 0 w 1370914"/>
                <a:gd name="connsiteY0" fmla="*/ 0 h 64465"/>
                <a:gd name="connsiteX1" fmla="*/ 1370914 w 1370914"/>
                <a:gd name="connsiteY1" fmla="*/ 0 h 64465"/>
                <a:gd name="connsiteX2" fmla="*/ 1370914 w 1370914"/>
                <a:gd name="connsiteY2" fmla="*/ 64465 h 64465"/>
                <a:gd name="connsiteX3" fmla="*/ 0 w 1370914"/>
                <a:gd name="connsiteY3" fmla="*/ 64465 h 64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0914" h="64465">
                  <a:moveTo>
                    <a:pt x="0" y="0"/>
                  </a:moveTo>
                  <a:lnTo>
                    <a:pt x="1370914" y="0"/>
                  </a:lnTo>
                  <a:lnTo>
                    <a:pt x="1370914" y="64465"/>
                  </a:lnTo>
                  <a:lnTo>
                    <a:pt x="0" y="64465"/>
                  </a:lnTo>
                  <a:close/>
                </a:path>
              </a:pathLst>
            </a:custGeom>
            <a:solidFill>
              <a:srgbClr val="FF748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011BF61-6365-8FD1-CB65-3D78A2D1A5D5}"/>
                </a:ext>
              </a:extLst>
            </p:cNvPr>
            <p:cNvSpPr/>
            <p:nvPr/>
          </p:nvSpPr>
          <p:spPr>
            <a:xfrm>
              <a:off x="7223142" y="4207383"/>
              <a:ext cx="1370914" cy="64465"/>
            </a:xfrm>
            <a:custGeom>
              <a:avLst/>
              <a:gdLst>
                <a:gd name="connsiteX0" fmla="*/ 0 w 1370914"/>
                <a:gd name="connsiteY0" fmla="*/ 0 h 64465"/>
                <a:gd name="connsiteX1" fmla="*/ 1370914 w 1370914"/>
                <a:gd name="connsiteY1" fmla="*/ 0 h 64465"/>
                <a:gd name="connsiteX2" fmla="*/ 1370914 w 1370914"/>
                <a:gd name="connsiteY2" fmla="*/ 64465 h 64465"/>
                <a:gd name="connsiteX3" fmla="*/ 0 w 1370914"/>
                <a:gd name="connsiteY3" fmla="*/ 64465 h 64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0914" h="64465">
                  <a:moveTo>
                    <a:pt x="0" y="0"/>
                  </a:moveTo>
                  <a:lnTo>
                    <a:pt x="1370914" y="0"/>
                  </a:lnTo>
                  <a:lnTo>
                    <a:pt x="1370914" y="64465"/>
                  </a:lnTo>
                  <a:lnTo>
                    <a:pt x="0" y="64465"/>
                  </a:lnTo>
                  <a:close/>
                </a:path>
              </a:pathLst>
            </a:custGeom>
            <a:solidFill>
              <a:srgbClr val="4741B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46DB399-3A42-74E2-240F-ABAFF1FDAC09}"/>
                </a:ext>
              </a:extLst>
            </p:cNvPr>
            <p:cNvSpPr/>
            <p:nvPr/>
          </p:nvSpPr>
          <p:spPr>
            <a:xfrm>
              <a:off x="8852602" y="3140964"/>
              <a:ext cx="1602714" cy="1836572"/>
            </a:xfrm>
            <a:custGeom>
              <a:avLst/>
              <a:gdLst>
                <a:gd name="connsiteX0" fmla="*/ 177622 w 1602714"/>
                <a:gd name="connsiteY0" fmla="*/ 0 h 1836572"/>
                <a:gd name="connsiteX1" fmla="*/ 1425093 w 1602714"/>
                <a:gd name="connsiteY1" fmla="*/ 0 h 1836572"/>
                <a:gd name="connsiteX2" fmla="*/ 1602715 w 1602714"/>
                <a:gd name="connsiteY2" fmla="*/ 177622 h 1836572"/>
                <a:gd name="connsiteX3" fmla="*/ 1602715 w 1602714"/>
                <a:gd name="connsiteY3" fmla="*/ 1658950 h 1836572"/>
                <a:gd name="connsiteX4" fmla="*/ 1425093 w 1602714"/>
                <a:gd name="connsiteY4" fmla="*/ 1836572 h 1836572"/>
                <a:gd name="connsiteX5" fmla="*/ 177622 w 1602714"/>
                <a:gd name="connsiteY5" fmla="*/ 1836572 h 1836572"/>
                <a:gd name="connsiteX6" fmla="*/ 0 w 1602714"/>
                <a:gd name="connsiteY6" fmla="*/ 1658950 h 1836572"/>
                <a:gd name="connsiteX7" fmla="*/ 0 w 1602714"/>
                <a:gd name="connsiteY7" fmla="*/ 177622 h 1836572"/>
                <a:gd name="connsiteX8" fmla="*/ 177622 w 1602714"/>
                <a:gd name="connsiteY8" fmla="*/ 0 h 1836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2714" h="1836572">
                  <a:moveTo>
                    <a:pt x="177622" y="0"/>
                  </a:moveTo>
                  <a:lnTo>
                    <a:pt x="1425093" y="0"/>
                  </a:lnTo>
                  <a:cubicBezTo>
                    <a:pt x="1523162" y="0"/>
                    <a:pt x="1602715" y="79553"/>
                    <a:pt x="1602715" y="177622"/>
                  </a:cubicBezTo>
                  <a:lnTo>
                    <a:pt x="1602715" y="1658950"/>
                  </a:lnTo>
                  <a:cubicBezTo>
                    <a:pt x="1602715" y="1757020"/>
                    <a:pt x="1523162" y="1836572"/>
                    <a:pt x="1425093" y="1836572"/>
                  </a:cubicBezTo>
                  <a:lnTo>
                    <a:pt x="177622" y="1836572"/>
                  </a:lnTo>
                  <a:cubicBezTo>
                    <a:pt x="79553" y="1836572"/>
                    <a:pt x="0" y="1757020"/>
                    <a:pt x="0" y="1658950"/>
                  </a:cubicBezTo>
                  <a:lnTo>
                    <a:pt x="0" y="177622"/>
                  </a:lnTo>
                  <a:cubicBezTo>
                    <a:pt x="0" y="79553"/>
                    <a:pt x="79553" y="0"/>
                    <a:pt x="177622" y="0"/>
                  </a:cubicBezTo>
                  <a:close/>
                </a:path>
              </a:pathLst>
            </a:custGeom>
            <a:solidFill>
              <a:srgbClr val="E9E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755DE6E-909D-276B-6702-BBF253747A76}"/>
                </a:ext>
              </a:extLst>
            </p:cNvPr>
            <p:cNvSpPr/>
            <p:nvPr/>
          </p:nvSpPr>
          <p:spPr>
            <a:xfrm>
              <a:off x="8852602" y="3140964"/>
              <a:ext cx="1602714" cy="355244"/>
            </a:xfrm>
            <a:custGeom>
              <a:avLst/>
              <a:gdLst>
                <a:gd name="connsiteX0" fmla="*/ 1602715 w 1602714"/>
                <a:gd name="connsiteY0" fmla="*/ 177622 h 355244"/>
                <a:gd name="connsiteX1" fmla="*/ 1602715 w 1602714"/>
                <a:gd name="connsiteY1" fmla="*/ 355244 h 355244"/>
                <a:gd name="connsiteX2" fmla="*/ 0 w 1602714"/>
                <a:gd name="connsiteY2" fmla="*/ 355244 h 355244"/>
                <a:gd name="connsiteX3" fmla="*/ 0 w 1602714"/>
                <a:gd name="connsiteY3" fmla="*/ 177622 h 355244"/>
                <a:gd name="connsiteX4" fmla="*/ 177622 w 1602714"/>
                <a:gd name="connsiteY4" fmla="*/ 0 h 355244"/>
                <a:gd name="connsiteX5" fmla="*/ 1424407 w 1602714"/>
                <a:gd name="connsiteY5" fmla="*/ 0 h 355244"/>
                <a:gd name="connsiteX6" fmla="*/ 1602715 w 1602714"/>
                <a:gd name="connsiteY6" fmla="*/ 177622 h 355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02714" h="355244">
                  <a:moveTo>
                    <a:pt x="1602715" y="177622"/>
                  </a:moveTo>
                  <a:lnTo>
                    <a:pt x="1602715" y="355244"/>
                  </a:lnTo>
                  <a:lnTo>
                    <a:pt x="0" y="355244"/>
                  </a:lnTo>
                  <a:lnTo>
                    <a:pt x="0" y="177622"/>
                  </a:lnTo>
                  <a:cubicBezTo>
                    <a:pt x="0" y="79553"/>
                    <a:pt x="79553" y="0"/>
                    <a:pt x="177622" y="0"/>
                  </a:cubicBezTo>
                  <a:lnTo>
                    <a:pt x="1424407" y="0"/>
                  </a:lnTo>
                  <a:cubicBezTo>
                    <a:pt x="1523162" y="0"/>
                    <a:pt x="1602715" y="79553"/>
                    <a:pt x="1602715" y="177622"/>
                  </a:cubicBezTo>
                  <a:close/>
                </a:path>
              </a:pathLst>
            </a:custGeom>
            <a:solidFill>
              <a:srgbClr val="D5E0F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5E60D30-C739-9CE7-B36F-D54BA3A2D084}"/>
                </a:ext>
              </a:extLst>
            </p:cNvPr>
            <p:cNvSpPr/>
            <p:nvPr/>
          </p:nvSpPr>
          <p:spPr>
            <a:xfrm>
              <a:off x="8953415" y="3282238"/>
              <a:ext cx="72694" cy="72694"/>
            </a:xfrm>
            <a:custGeom>
              <a:avLst/>
              <a:gdLst>
                <a:gd name="connsiteX0" fmla="*/ 36348 w 72694"/>
                <a:gd name="connsiteY0" fmla="*/ 0 h 72694"/>
                <a:gd name="connsiteX1" fmla="*/ 72695 w 72694"/>
                <a:gd name="connsiteY1" fmla="*/ 36347 h 72694"/>
                <a:gd name="connsiteX2" fmla="*/ 36348 w 72694"/>
                <a:gd name="connsiteY2" fmla="*/ 72695 h 72694"/>
                <a:gd name="connsiteX3" fmla="*/ 0 w 72694"/>
                <a:gd name="connsiteY3" fmla="*/ 36347 h 72694"/>
                <a:gd name="connsiteX4" fmla="*/ 36348 w 72694"/>
                <a:gd name="connsiteY4" fmla="*/ 0 h 72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694" h="72694">
                  <a:moveTo>
                    <a:pt x="36348" y="0"/>
                  </a:moveTo>
                  <a:cubicBezTo>
                    <a:pt x="56236" y="0"/>
                    <a:pt x="72695" y="16459"/>
                    <a:pt x="72695" y="36347"/>
                  </a:cubicBezTo>
                  <a:cubicBezTo>
                    <a:pt x="72695" y="56235"/>
                    <a:pt x="56236" y="72695"/>
                    <a:pt x="36348" y="72695"/>
                  </a:cubicBezTo>
                  <a:cubicBezTo>
                    <a:pt x="16459" y="72695"/>
                    <a:pt x="0" y="56235"/>
                    <a:pt x="0" y="36347"/>
                  </a:cubicBezTo>
                  <a:cubicBezTo>
                    <a:pt x="0" y="16459"/>
                    <a:pt x="16459" y="0"/>
                    <a:pt x="36348" y="0"/>
                  </a:cubicBezTo>
                  <a:close/>
                </a:path>
              </a:pathLst>
            </a:custGeom>
            <a:solidFill>
              <a:srgbClr val="4741B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B284F177-4A2D-CDA4-50CC-7543C1B08E49}"/>
                </a:ext>
              </a:extLst>
            </p:cNvPr>
            <p:cNvSpPr/>
            <p:nvPr/>
          </p:nvSpPr>
          <p:spPr>
            <a:xfrm>
              <a:off x="9086460" y="3282238"/>
              <a:ext cx="72694" cy="72694"/>
            </a:xfrm>
            <a:custGeom>
              <a:avLst/>
              <a:gdLst>
                <a:gd name="connsiteX0" fmla="*/ 36347 w 72694"/>
                <a:gd name="connsiteY0" fmla="*/ 0 h 72694"/>
                <a:gd name="connsiteX1" fmla="*/ 72695 w 72694"/>
                <a:gd name="connsiteY1" fmla="*/ 36347 h 72694"/>
                <a:gd name="connsiteX2" fmla="*/ 36347 w 72694"/>
                <a:gd name="connsiteY2" fmla="*/ 72695 h 72694"/>
                <a:gd name="connsiteX3" fmla="*/ 0 w 72694"/>
                <a:gd name="connsiteY3" fmla="*/ 36347 h 72694"/>
                <a:gd name="connsiteX4" fmla="*/ 36347 w 72694"/>
                <a:gd name="connsiteY4" fmla="*/ 0 h 72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694" h="72694">
                  <a:moveTo>
                    <a:pt x="36347" y="0"/>
                  </a:moveTo>
                  <a:cubicBezTo>
                    <a:pt x="56921" y="0"/>
                    <a:pt x="72695" y="16459"/>
                    <a:pt x="72695" y="36347"/>
                  </a:cubicBezTo>
                  <a:cubicBezTo>
                    <a:pt x="72695" y="56235"/>
                    <a:pt x="56921" y="72695"/>
                    <a:pt x="36347" y="72695"/>
                  </a:cubicBezTo>
                  <a:cubicBezTo>
                    <a:pt x="16459" y="72695"/>
                    <a:pt x="0" y="56235"/>
                    <a:pt x="0" y="36347"/>
                  </a:cubicBezTo>
                  <a:cubicBezTo>
                    <a:pt x="0" y="16459"/>
                    <a:pt x="16459" y="0"/>
                    <a:pt x="36347" y="0"/>
                  </a:cubicBezTo>
                  <a:close/>
                </a:path>
              </a:pathLst>
            </a:custGeom>
            <a:solidFill>
              <a:srgbClr val="4741B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61836EA-B804-2BB5-BB2A-C5D4CED98F4C}"/>
                </a:ext>
              </a:extLst>
            </p:cNvPr>
            <p:cNvSpPr/>
            <p:nvPr/>
          </p:nvSpPr>
          <p:spPr>
            <a:xfrm>
              <a:off x="9220191" y="3282238"/>
              <a:ext cx="72694" cy="72694"/>
            </a:xfrm>
            <a:custGeom>
              <a:avLst/>
              <a:gdLst>
                <a:gd name="connsiteX0" fmla="*/ 36347 w 72694"/>
                <a:gd name="connsiteY0" fmla="*/ 0 h 72694"/>
                <a:gd name="connsiteX1" fmla="*/ 72695 w 72694"/>
                <a:gd name="connsiteY1" fmla="*/ 36347 h 72694"/>
                <a:gd name="connsiteX2" fmla="*/ 36347 w 72694"/>
                <a:gd name="connsiteY2" fmla="*/ 72695 h 72694"/>
                <a:gd name="connsiteX3" fmla="*/ 0 w 72694"/>
                <a:gd name="connsiteY3" fmla="*/ 36347 h 72694"/>
                <a:gd name="connsiteX4" fmla="*/ 36347 w 72694"/>
                <a:gd name="connsiteY4" fmla="*/ 0 h 72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694" h="72694">
                  <a:moveTo>
                    <a:pt x="36347" y="0"/>
                  </a:moveTo>
                  <a:cubicBezTo>
                    <a:pt x="56235" y="0"/>
                    <a:pt x="72695" y="16459"/>
                    <a:pt x="72695" y="36347"/>
                  </a:cubicBezTo>
                  <a:cubicBezTo>
                    <a:pt x="72695" y="56235"/>
                    <a:pt x="56235" y="72695"/>
                    <a:pt x="36347" y="72695"/>
                  </a:cubicBezTo>
                  <a:cubicBezTo>
                    <a:pt x="16459" y="72695"/>
                    <a:pt x="0" y="56235"/>
                    <a:pt x="0" y="36347"/>
                  </a:cubicBezTo>
                  <a:cubicBezTo>
                    <a:pt x="0" y="16459"/>
                    <a:pt x="16459" y="0"/>
                    <a:pt x="36347" y="0"/>
                  </a:cubicBezTo>
                  <a:close/>
                </a:path>
              </a:pathLst>
            </a:custGeom>
            <a:solidFill>
              <a:srgbClr val="4741B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B39CB3A3-6DE7-38ED-C6EF-DFF520ABA687}"/>
                </a:ext>
              </a:extLst>
            </p:cNvPr>
            <p:cNvSpPr/>
            <p:nvPr/>
          </p:nvSpPr>
          <p:spPr>
            <a:xfrm>
              <a:off x="9816151" y="3787673"/>
              <a:ext cx="237972" cy="238658"/>
            </a:xfrm>
            <a:custGeom>
              <a:avLst/>
              <a:gdLst>
                <a:gd name="connsiteX0" fmla="*/ 118644 w 237972"/>
                <a:gd name="connsiteY0" fmla="*/ 0 h 238658"/>
                <a:gd name="connsiteX1" fmla="*/ 237973 w 237972"/>
                <a:gd name="connsiteY1" fmla="*/ 119329 h 238658"/>
                <a:gd name="connsiteX2" fmla="*/ 118644 w 237972"/>
                <a:gd name="connsiteY2" fmla="*/ 238658 h 238658"/>
                <a:gd name="connsiteX3" fmla="*/ 0 w 237972"/>
                <a:gd name="connsiteY3" fmla="*/ 119329 h 238658"/>
                <a:gd name="connsiteX4" fmla="*/ 118644 w 237972"/>
                <a:gd name="connsiteY4" fmla="*/ 0 h 238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972" h="238658">
                  <a:moveTo>
                    <a:pt x="118644" y="0"/>
                  </a:moveTo>
                  <a:cubicBezTo>
                    <a:pt x="184480" y="0"/>
                    <a:pt x="237973" y="53492"/>
                    <a:pt x="237973" y="119329"/>
                  </a:cubicBezTo>
                  <a:cubicBezTo>
                    <a:pt x="237973" y="185166"/>
                    <a:pt x="184480" y="238658"/>
                    <a:pt x="118644" y="238658"/>
                  </a:cubicBezTo>
                  <a:cubicBezTo>
                    <a:pt x="52807" y="238658"/>
                    <a:pt x="0" y="185166"/>
                    <a:pt x="0" y="119329"/>
                  </a:cubicBezTo>
                  <a:cubicBezTo>
                    <a:pt x="0" y="53492"/>
                    <a:pt x="52807" y="0"/>
                    <a:pt x="118644" y="0"/>
                  </a:cubicBezTo>
                  <a:close/>
                </a:path>
              </a:pathLst>
            </a:custGeom>
            <a:solidFill>
              <a:srgbClr val="D5E0F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07BF1DB5-B61A-467C-096C-5C9AB1C16374}"/>
                </a:ext>
              </a:extLst>
            </p:cNvPr>
            <p:cNvSpPr/>
            <p:nvPr/>
          </p:nvSpPr>
          <p:spPr>
            <a:xfrm>
              <a:off x="9816151" y="3641598"/>
              <a:ext cx="334670" cy="296265"/>
            </a:xfrm>
            <a:custGeom>
              <a:avLst/>
              <a:gdLst>
                <a:gd name="connsiteX0" fmla="*/ 0 w 334670"/>
                <a:gd name="connsiteY0" fmla="*/ 146075 h 296265"/>
                <a:gd name="connsiteX1" fmla="*/ 118644 w 334670"/>
                <a:gd name="connsiteY1" fmla="*/ 296266 h 296265"/>
                <a:gd name="connsiteX2" fmla="*/ 334671 w 334670"/>
                <a:gd name="connsiteY2" fmla="*/ 0 h 29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4670" h="296265">
                  <a:moveTo>
                    <a:pt x="0" y="146075"/>
                  </a:moveTo>
                  <a:lnTo>
                    <a:pt x="118644" y="296266"/>
                  </a:lnTo>
                  <a:lnTo>
                    <a:pt x="334671" y="0"/>
                  </a:lnTo>
                </a:path>
              </a:pathLst>
            </a:custGeom>
            <a:noFill/>
            <a:ln w="64465" cap="flat">
              <a:solidFill>
                <a:srgbClr val="FF748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B39AB69-49DD-FA6C-AF03-44504900B8F9}"/>
                </a:ext>
              </a:extLst>
            </p:cNvPr>
            <p:cNvSpPr/>
            <p:nvPr/>
          </p:nvSpPr>
          <p:spPr>
            <a:xfrm>
              <a:off x="8973303" y="4236872"/>
              <a:ext cx="1371600" cy="65151"/>
            </a:xfrm>
            <a:custGeom>
              <a:avLst/>
              <a:gdLst>
                <a:gd name="connsiteX0" fmla="*/ 686 w 1371600"/>
                <a:gd name="connsiteY0" fmla="*/ 0 h 65151"/>
                <a:gd name="connsiteX1" fmla="*/ 1371600 w 1371600"/>
                <a:gd name="connsiteY1" fmla="*/ 0 h 65151"/>
                <a:gd name="connsiteX2" fmla="*/ 1371600 w 1371600"/>
                <a:gd name="connsiteY2" fmla="*/ 65151 h 65151"/>
                <a:gd name="connsiteX3" fmla="*/ 0 w 1371600"/>
                <a:gd name="connsiteY3" fmla="*/ 65151 h 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1600" h="65151">
                  <a:moveTo>
                    <a:pt x="686" y="0"/>
                  </a:moveTo>
                  <a:lnTo>
                    <a:pt x="1371600" y="0"/>
                  </a:lnTo>
                  <a:lnTo>
                    <a:pt x="1371600" y="65151"/>
                  </a:lnTo>
                  <a:lnTo>
                    <a:pt x="0" y="65151"/>
                  </a:lnTo>
                  <a:close/>
                </a:path>
              </a:pathLst>
            </a:custGeom>
            <a:solidFill>
              <a:srgbClr val="FDBD28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1D2EB45-7984-9DD1-30D9-766E82A573FA}"/>
                </a:ext>
              </a:extLst>
            </p:cNvPr>
            <p:cNvSpPr/>
            <p:nvPr/>
          </p:nvSpPr>
          <p:spPr>
            <a:xfrm>
              <a:off x="8973303" y="4409694"/>
              <a:ext cx="1371600" cy="64465"/>
            </a:xfrm>
            <a:custGeom>
              <a:avLst/>
              <a:gdLst>
                <a:gd name="connsiteX0" fmla="*/ 686 w 1371600"/>
                <a:gd name="connsiteY0" fmla="*/ 0 h 64465"/>
                <a:gd name="connsiteX1" fmla="*/ 1371600 w 1371600"/>
                <a:gd name="connsiteY1" fmla="*/ 0 h 64465"/>
                <a:gd name="connsiteX2" fmla="*/ 1371600 w 1371600"/>
                <a:gd name="connsiteY2" fmla="*/ 64465 h 64465"/>
                <a:gd name="connsiteX3" fmla="*/ 0 w 1371600"/>
                <a:gd name="connsiteY3" fmla="*/ 64465 h 64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1600" h="64465">
                  <a:moveTo>
                    <a:pt x="686" y="0"/>
                  </a:moveTo>
                  <a:lnTo>
                    <a:pt x="1371600" y="0"/>
                  </a:lnTo>
                  <a:lnTo>
                    <a:pt x="1371600" y="64465"/>
                  </a:lnTo>
                  <a:lnTo>
                    <a:pt x="0" y="64465"/>
                  </a:lnTo>
                  <a:close/>
                </a:path>
              </a:pathLst>
            </a:custGeom>
            <a:solidFill>
              <a:srgbClr val="FA7701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024E9D5-6F10-CEB9-C0AB-ABEFA6705D35}"/>
                </a:ext>
              </a:extLst>
            </p:cNvPr>
            <p:cNvSpPr/>
            <p:nvPr/>
          </p:nvSpPr>
          <p:spPr>
            <a:xfrm>
              <a:off x="8973303" y="4581829"/>
              <a:ext cx="1371600" cy="64465"/>
            </a:xfrm>
            <a:custGeom>
              <a:avLst/>
              <a:gdLst>
                <a:gd name="connsiteX0" fmla="*/ 686 w 1371600"/>
                <a:gd name="connsiteY0" fmla="*/ 0 h 64465"/>
                <a:gd name="connsiteX1" fmla="*/ 1371600 w 1371600"/>
                <a:gd name="connsiteY1" fmla="*/ 0 h 64465"/>
                <a:gd name="connsiteX2" fmla="*/ 1371600 w 1371600"/>
                <a:gd name="connsiteY2" fmla="*/ 64465 h 64465"/>
                <a:gd name="connsiteX3" fmla="*/ 0 w 1371600"/>
                <a:gd name="connsiteY3" fmla="*/ 64465 h 64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1600" h="64465">
                  <a:moveTo>
                    <a:pt x="686" y="0"/>
                  </a:moveTo>
                  <a:lnTo>
                    <a:pt x="1371600" y="0"/>
                  </a:lnTo>
                  <a:lnTo>
                    <a:pt x="1371600" y="64465"/>
                  </a:lnTo>
                  <a:lnTo>
                    <a:pt x="0" y="64465"/>
                  </a:lnTo>
                  <a:close/>
                </a:path>
              </a:pathLst>
            </a:custGeom>
            <a:solidFill>
              <a:srgbClr val="D5E0F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B11C6147-0638-106C-4894-B98AAA857F5F}"/>
                </a:ext>
              </a:extLst>
            </p:cNvPr>
            <p:cNvSpPr/>
            <p:nvPr/>
          </p:nvSpPr>
          <p:spPr>
            <a:xfrm>
              <a:off x="8973303" y="4753965"/>
              <a:ext cx="1371600" cy="65151"/>
            </a:xfrm>
            <a:custGeom>
              <a:avLst/>
              <a:gdLst>
                <a:gd name="connsiteX0" fmla="*/ 686 w 1371600"/>
                <a:gd name="connsiteY0" fmla="*/ 0 h 65151"/>
                <a:gd name="connsiteX1" fmla="*/ 1371600 w 1371600"/>
                <a:gd name="connsiteY1" fmla="*/ 0 h 65151"/>
                <a:gd name="connsiteX2" fmla="*/ 1371600 w 1371600"/>
                <a:gd name="connsiteY2" fmla="*/ 65151 h 65151"/>
                <a:gd name="connsiteX3" fmla="*/ 0 w 1371600"/>
                <a:gd name="connsiteY3" fmla="*/ 65151 h 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1600" h="65151">
                  <a:moveTo>
                    <a:pt x="686" y="0"/>
                  </a:moveTo>
                  <a:lnTo>
                    <a:pt x="1371600" y="0"/>
                  </a:lnTo>
                  <a:lnTo>
                    <a:pt x="1371600" y="65151"/>
                  </a:lnTo>
                  <a:lnTo>
                    <a:pt x="0" y="65151"/>
                  </a:lnTo>
                  <a:close/>
                </a:path>
              </a:pathLst>
            </a:custGeom>
            <a:solidFill>
              <a:srgbClr val="D5E0F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810B63D-B99C-4C68-10B5-E58C0709CBEB}"/>
                </a:ext>
              </a:extLst>
            </p:cNvPr>
            <p:cNvSpPr/>
            <p:nvPr/>
          </p:nvSpPr>
          <p:spPr>
            <a:xfrm>
              <a:off x="8984959" y="3600447"/>
              <a:ext cx="543156" cy="543842"/>
            </a:xfrm>
            <a:custGeom>
              <a:avLst/>
              <a:gdLst>
                <a:gd name="connsiteX0" fmla="*/ 543156 w 543156"/>
                <a:gd name="connsiteY0" fmla="*/ 272266 h 543842"/>
                <a:gd name="connsiteX1" fmla="*/ 271580 w 543156"/>
                <a:gd name="connsiteY1" fmla="*/ 543842 h 543842"/>
                <a:gd name="connsiteX2" fmla="*/ 3 w 543156"/>
                <a:gd name="connsiteY2" fmla="*/ 271580 h 543842"/>
                <a:gd name="connsiteX3" fmla="*/ 271580 w 543156"/>
                <a:gd name="connsiteY3" fmla="*/ 3 h 543842"/>
                <a:gd name="connsiteX4" fmla="*/ 543156 w 543156"/>
                <a:gd name="connsiteY4" fmla="*/ 268837 h 543842"/>
                <a:gd name="connsiteX5" fmla="*/ 543156 w 543156"/>
                <a:gd name="connsiteY5" fmla="*/ 272266 h 543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3156" h="543842">
                  <a:moveTo>
                    <a:pt x="543156" y="272266"/>
                  </a:moveTo>
                  <a:cubicBezTo>
                    <a:pt x="543156" y="421770"/>
                    <a:pt x="421770" y="543842"/>
                    <a:pt x="271580" y="543842"/>
                  </a:cubicBezTo>
                  <a:cubicBezTo>
                    <a:pt x="121390" y="543157"/>
                    <a:pt x="-683" y="421770"/>
                    <a:pt x="3" y="271580"/>
                  </a:cubicBezTo>
                  <a:cubicBezTo>
                    <a:pt x="3" y="121390"/>
                    <a:pt x="121390" y="3"/>
                    <a:pt x="271580" y="3"/>
                  </a:cubicBezTo>
                  <a:cubicBezTo>
                    <a:pt x="421084" y="-683"/>
                    <a:pt x="542471" y="120018"/>
                    <a:pt x="543156" y="268837"/>
                  </a:cubicBezTo>
                  <a:cubicBezTo>
                    <a:pt x="543156" y="269749"/>
                    <a:pt x="543156" y="270894"/>
                    <a:pt x="543156" y="272266"/>
                  </a:cubicBezTo>
                  <a:close/>
                </a:path>
              </a:pathLst>
            </a:custGeom>
            <a:solidFill>
              <a:srgbClr val="D5E0F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1967F94-163D-7597-A846-839AE79F4D8F}"/>
                </a:ext>
              </a:extLst>
            </p:cNvPr>
            <p:cNvSpPr/>
            <p:nvPr/>
          </p:nvSpPr>
          <p:spPr>
            <a:xfrm>
              <a:off x="9186587" y="3682060"/>
              <a:ext cx="139903" cy="139902"/>
            </a:xfrm>
            <a:custGeom>
              <a:avLst/>
              <a:gdLst>
                <a:gd name="connsiteX0" fmla="*/ 69952 w 139903"/>
                <a:gd name="connsiteY0" fmla="*/ 0 h 139902"/>
                <a:gd name="connsiteX1" fmla="*/ 139903 w 139903"/>
                <a:gd name="connsiteY1" fmla="*/ 69951 h 139902"/>
                <a:gd name="connsiteX2" fmla="*/ 69952 w 139903"/>
                <a:gd name="connsiteY2" fmla="*/ 139903 h 139902"/>
                <a:gd name="connsiteX3" fmla="*/ 0 w 139903"/>
                <a:gd name="connsiteY3" fmla="*/ 69951 h 139902"/>
                <a:gd name="connsiteX4" fmla="*/ 69952 w 139903"/>
                <a:gd name="connsiteY4" fmla="*/ 0 h 139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903" h="139902">
                  <a:moveTo>
                    <a:pt x="69952" y="0"/>
                  </a:moveTo>
                  <a:cubicBezTo>
                    <a:pt x="108357" y="0"/>
                    <a:pt x="139903" y="31547"/>
                    <a:pt x="139903" y="69951"/>
                  </a:cubicBezTo>
                  <a:cubicBezTo>
                    <a:pt x="139903" y="109042"/>
                    <a:pt x="108357" y="139903"/>
                    <a:pt x="69952" y="139903"/>
                  </a:cubicBezTo>
                  <a:cubicBezTo>
                    <a:pt x="31547" y="139903"/>
                    <a:pt x="0" y="109042"/>
                    <a:pt x="0" y="69951"/>
                  </a:cubicBezTo>
                  <a:cubicBezTo>
                    <a:pt x="0" y="31547"/>
                    <a:pt x="31547" y="0"/>
                    <a:pt x="69952" y="0"/>
                  </a:cubicBezTo>
                  <a:close/>
                </a:path>
              </a:pathLst>
            </a:custGeom>
            <a:solidFill>
              <a:srgbClr val="4741B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8819EEA-24EC-413E-A6CA-F0C8E93A804D}"/>
                </a:ext>
              </a:extLst>
            </p:cNvPr>
            <p:cNvSpPr/>
            <p:nvPr/>
          </p:nvSpPr>
          <p:spPr>
            <a:xfrm>
              <a:off x="9039826" y="3859896"/>
              <a:ext cx="432739" cy="284007"/>
            </a:xfrm>
            <a:custGeom>
              <a:avLst/>
              <a:gdLst>
                <a:gd name="connsiteX0" fmla="*/ 432740 w 432739"/>
                <a:gd name="connsiteY0" fmla="*/ 176722 h 284007"/>
                <a:gd name="connsiteX1" fmla="*/ 52121 w 432739"/>
                <a:gd name="connsiteY1" fmla="*/ 228843 h 284007"/>
                <a:gd name="connsiteX2" fmla="*/ 0 w 432739"/>
                <a:gd name="connsiteY2" fmla="*/ 176722 h 284007"/>
                <a:gd name="connsiteX3" fmla="*/ 260604 w 432739"/>
                <a:gd name="connsiteY3" fmla="*/ 4586 h 284007"/>
                <a:gd name="connsiteX4" fmla="*/ 432740 w 432739"/>
                <a:gd name="connsiteY4" fmla="*/ 176722 h 28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2739" h="284007">
                  <a:moveTo>
                    <a:pt x="432740" y="176722"/>
                  </a:moveTo>
                  <a:cubicBezTo>
                    <a:pt x="342214" y="296051"/>
                    <a:pt x="172136" y="319369"/>
                    <a:pt x="52121" y="228843"/>
                  </a:cubicBezTo>
                  <a:cubicBezTo>
                    <a:pt x="32919" y="213755"/>
                    <a:pt x="15088" y="196610"/>
                    <a:pt x="0" y="176722"/>
                  </a:cubicBezTo>
                  <a:cubicBezTo>
                    <a:pt x="24689" y="57393"/>
                    <a:pt x="141275" y="-20102"/>
                    <a:pt x="260604" y="4586"/>
                  </a:cubicBezTo>
                  <a:cubicBezTo>
                    <a:pt x="347700" y="22417"/>
                    <a:pt x="415595" y="90311"/>
                    <a:pt x="432740" y="176722"/>
                  </a:cubicBezTo>
                  <a:close/>
                </a:path>
              </a:pathLst>
            </a:custGeom>
            <a:solidFill>
              <a:srgbClr val="4741BB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C12F6E6-C33F-061C-1CD6-B47960AF1CA3}"/>
                </a:ext>
              </a:extLst>
            </p:cNvPr>
            <p:cNvSpPr/>
            <p:nvPr/>
          </p:nvSpPr>
          <p:spPr>
            <a:xfrm>
              <a:off x="8266243" y="3654628"/>
              <a:ext cx="1167917" cy="1337310"/>
            </a:xfrm>
            <a:custGeom>
              <a:avLst/>
              <a:gdLst>
                <a:gd name="connsiteX0" fmla="*/ 584302 w 1167917"/>
                <a:gd name="connsiteY0" fmla="*/ 1337310 h 1337310"/>
                <a:gd name="connsiteX1" fmla="*/ 0 w 1167917"/>
                <a:gd name="connsiteY1" fmla="*/ 370332 h 1337310"/>
                <a:gd name="connsiteX2" fmla="*/ 0 w 1167917"/>
                <a:gd name="connsiteY2" fmla="*/ 299009 h 1337310"/>
                <a:gd name="connsiteX3" fmla="*/ 584302 w 1167917"/>
                <a:gd name="connsiteY3" fmla="*/ 0 h 1337310"/>
                <a:gd name="connsiteX4" fmla="*/ 1167918 w 1167917"/>
                <a:gd name="connsiteY4" fmla="*/ 299009 h 1337310"/>
                <a:gd name="connsiteX5" fmla="*/ 1167918 w 1167917"/>
                <a:gd name="connsiteY5" fmla="*/ 370332 h 1337310"/>
                <a:gd name="connsiteX6" fmla="*/ 584302 w 1167917"/>
                <a:gd name="connsiteY6" fmla="*/ 1337310 h 1337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7917" h="1337310">
                  <a:moveTo>
                    <a:pt x="584302" y="1337310"/>
                  </a:moveTo>
                  <a:cubicBezTo>
                    <a:pt x="224942" y="1148715"/>
                    <a:pt x="0" y="776325"/>
                    <a:pt x="0" y="370332"/>
                  </a:cubicBezTo>
                  <a:lnTo>
                    <a:pt x="0" y="299009"/>
                  </a:lnTo>
                  <a:lnTo>
                    <a:pt x="584302" y="0"/>
                  </a:lnTo>
                  <a:lnTo>
                    <a:pt x="1167918" y="299009"/>
                  </a:lnTo>
                  <a:lnTo>
                    <a:pt x="1167918" y="370332"/>
                  </a:lnTo>
                  <a:cubicBezTo>
                    <a:pt x="1167918" y="776325"/>
                    <a:pt x="942975" y="1148715"/>
                    <a:pt x="584302" y="1337310"/>
                  </a:cubicBezTo>
                  <a:close/>
                </a:path>
              </a:pathLst>
            </a:custGeom>
            <a:solidFill>
              <a:srgbClr val="4F6BFD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55338083-62D2-58ED-54E9-6CA438AD837A}"/>
                </a:ext>
              </a:extLst>
            </p:cNvPr>
            <p:cNvSpPr/>
            <p:nvPr/>
          </p:nvSpPr>
          <p:spPr>
            <a:xfrm>
              <a:off x="9059714" y="4152519"/>
              <a:ext cx="289407" cy="596646"/>
            </a:xfrm>
            <a:custGeom>
              <a:avLst/>
              <a:gdLst>
                <a:gd name="connsiteX0" fmla="*/ 289408 w 289407"/>
                <a:gd name="connsiteY0" fmla="*/ 0 h 596646"/>
                <a:gd name="connsiteX1" fmla="*/ 0 w 289407"/>
                <a:gd name="connsiteY1" fmla="*/ 596646 h 596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9407" h="596646">
                  <a:moveTo>
                    <a:pt x="289408" y="0"/>
                  </a:moveTo>
                  <a:cubicBezTo>
                    <a:pt x="268834" y="227686"/>
                    <a:pt x="165278" y="439598"/>
                    <a:pt x="0" y="596646"/>
                  </a:cubicBezTo>
                </a:path>
              </a:pathLst>
            </a:custGeom>
            <a:noFill/>
            <a:ln w="24003" cap="flat">
              <a:solidFill>
                <a:srgbClr val="D5E0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35AED28-1DEE-629F-2210-C5C61FA1318E}"/>
                </a:ext>
              </a:extLst>
            </p:cNvPr>
            <p:cNvSpPr/>
            <p:nvPr/>
          </p:nvSpPr>
          <p:spPr>
            <a:xfrm>
              <a:off x="8347854" y="3747211"/>
              <a:ext cx="1005382" cy="257860"/>
            </a:xfrm>
            <a:custGeom>
              <a:avLst/>
              <a:gdLst>
                <a:gd name="connsiteX0" fmla="*/ 0 w 1005382"/>
                <a:gd name="connsiteY0" fmla="*/ 257861 h 257860"/>
                <a:gd name="connsiteX1" fmla="*/ 502691 w 1005382"/>
                <a:gd name="connsiteY1" fmla="*/ 0 h 257860"/>
                <a:gd name="connsiteX2" fmla="*/ 1005383 w 1005382"/>
                <a:gd name="connsiteY2" fmla="*/ 257861 h 257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5382" h="257860">
                  <a:moveTo>
                    <a:pt x="0" y="257861"/>
                  </a:moveTo>
                  <a:lnTo>
                    <a:pt x="502691" y="0"/>
                  </a:lnTo>
                  <a:lnTo>
                    <a:pt x="1005383" y="257861"/>
                  </a:lnTo>
                </a:path>
              </a:pathLst>
            </a:custGeom>
            <a:noFill/>
            <a:ln w="24003" cap="flat">
              <a:solidFill>
                <a:srgbClr val="D5E0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B3E8DCB3-513A-1CFA-C19C-52394A1AFC83}"/>
                </a:ext>
              </a:extLst>
            </p:cNvPr>
            <p:cNvSpPr/>
            <p:nvPr/>
          </p:nvSpPr>
          <p:spPr>
            <a:xfrm>
              <a:off x="8351283" y="4152519"/>
              <a:ext cx="292150" cy="599389"/>
            </a:xfrm>
            <a:custGeom>
              <a:avLst/>
              <a:gdLst>
                <a:gd name="connsiteX0" fmla="*/ 292151 w 292150"/>
                <a:gd name="connsiteY0" fmla="*/ 599389 h 599389"/>
                <a:gd name="connsiteX1" fmla="*/ 0 w 292150"/>
                <a:gd name="connsiteY1" fmla="*/ 0 h 599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2150" h="599389">
                  <a:moveTo>
                    <a:pt x="292151" y="599389"/>
                  </a:moveTo>
                  <a:cubicBezTo>
                    <a:pt x="125501" y="441655"/>
                    <a:pt x="21260" y="229057"/>
                    <a:pt x="0" y="0"/>
                  </a:cubicBezTo>
                </a:path>
              </a:pathLst>
            </a:custGeom>
            <a:noFill/>
            <a:ln w="24003" cap="flat">
              <a:solidFill>
                <a:srgbClr val="D5E0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8E37CD5-10E4-063C-739E-D41FEFDE90EB}"/>
                </a:ext>
              </a:extLst>
            </p:cNvPr>
            <p:cNvSpPr/>
            <p:nvPr/>
          </p:nvSpPr>
          <p:spPr>
            <a:xfrm>
              <a:off x="8581711" y="4054449"/>
              <a:ext cx="537667" cy="537666"/>
            </a:xfrm>
            <a:custGeom>
              <a:avLst/>
              <a:gdLst>
                <a:gd name="connsiteX0" fmla="*/ 268833 w 537667"/>
                <a:gd name="connsiteY0" fmla="*/ 0 h 537666"/>
                <a:gd name="connsiteX1" fmla="*/ 537667 w 537667"/>
                <a:gd name="connsiteY1" fmla="*/ 268834 h 537666"/>
                <a:gd name="connsiteX2" fmla="*/ 268833 w 537667"/>
                <a:gd name="connsiteY2" fmla="*/ 537667 h 537666"/>
                <a:gd name="connsiteX3" fmla="*/ 0 w 537667"/>
                <a:gd name="connsiteY3" fmla="*/ 268834 h 537666"/>
                <a:gd name="connsiteX4" fmla="*/ 268833 w 537667"/>
                <a:gd name="connsiteY4" fmla="*/ 0 h 53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667" h="537666">
                  <a:moveTo>
                    <a:pt x="268833" y="0"/>
                  </a:moveTo>
                  <a:cubicBezTo>
                    <a:pt x="416966" y="0"/>
                    <a:pt x="537667" y="120015"/>
                    <a:pt x="537667" y="268834"/>
                  </a:cubicBezTo>
                  <a:cubicBezTo>
                    <a:pt x="537667" y="416966"/>
                    <a:pt x="416966" y="537667"/>
                    <a:pt x="268833" y="537667"/>
                  </a:cubicBezTo>
                  <a:cubicBezTo>
                    <a:pt x="120015" y="537667"/>
                    <a:pt x="0" y="416966"/>
                    <a:pt x="0" y="268834"/>
                  </a:cubicBezTo>
                  <a:cubicBezTo>
                    <a:pt x="0" y="120015"/>
                    <a:pt x="120015" y="0"/>
                    <a:pt x="268833" y="0"/>
                  </a:cubicBezTo>
                  <a:close/>
                </a:path>
              </a:pathLst>
            </a:custGeom>
            <a:noFill/>
            <a:ln w="16459" cap="flat">
              <a:solidFill>
                <a:srgbClr val="D5E0F7"/>
              </a:solidFill>
              <a:custDash>
                <a:ds d="1856250" sp="1856250"/>
              </a:custDash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BE93631-D42B-5EC9-92DC-03F28457844B}"/>
                </a:ext>
              </a:extLst>
            </p:cNvPr>
            <p:cNvSpPr/>
            <p:nvPr/>
          </p:nvSpPr>
          <p:spPr>
            <a:xfrm>
              <a:off x="8755219" y="4141513"/>
              <a:ext cx="189966" cy="197543"/>
            </a:xfrm>
            <a:custGeom>
              <a:avLst/>
              <a:gdLst>
                <a:gd name="connsiteX0" fmla="*/ 189967 w 189966"/>
                <a:gd name="connsiteY0" fmla="*/ 197543 h 197543"/>
                <a:gd name="connsiteX1" fmla="*/ 0 w 189966"/>
                <a:gd name="connsiteY1" fmla="*/ 197543 h 197543"/>
                <a:gd name="connsiteX2" fmla="*/ 0 w 189966"/>
                <a:gd name="connsiteY2" fmla="*/ 92616 h 197543"/>
                <a:gd name="connsiteX3" fmla="*/ 97384 w 189966"/>
                <a:gd name="connsiteY3" fmla="*/ 33 h 197543"/>
                <a:gd name="connsiteX4" fmla="*/ 189967 w 189966"/>
                <a:gd name="connsiteY4" fmla="*/ 92616 h 197543"/>
                <a:gd name="connsiteX5" fmla="*/ 32233 w 189966"/>
                <a:gd name="connsiteY5" fmla="*/ 165310 h 197543"/>
                <a:gd name="connsiteX6" fmla="*/ 157734 w 189966"/>
                <a:gd name="connsiteY6" fmla="*/ 165310 h 197543"/>
                <a:gd name="connsiteX7" fmla="*/ 157734 w 189966"/>
                <a:gd name="connsiteY7" fmla="*/ 92616 h 197543"/>
                <a:gd name="connsiteX8" fmla="*/ 93269 w 189966"/>
                <a:gd name="connsiteY8" fmla="*/ 32265 h 197543"/>
                <a:gd name="connsiteX9" fmla="*/ 32233 w 189966"/>
                <a:gd name="connsiteY9" fmla="*/ 92616 h 197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9966" h="197543">
                  <a:moveTo>
                    <a:pt x="189967" y="197543"/>
                  </a:moveTo>
                  <a:lnTo>
                    <a:pt x="0" y="197543"/>
                  </a:lnTo>
                  <a:lnTo>
                    <a:pt x="0" y="92616"/>
                  </a:lnTo>
                  <a:cubicBezTo>
                    <a:pt x="1372" y="40495"/>
                    <a:pt x="45263" y="-1339"/>
                    <a:pt x="97384" y="33"/>
                  </a:cubicBezTo>
                  <a:cubicBezTo>
                    <a:pt x="148133" y="1404"/>
                    <a:pt x="188595" y="42552"/>
                    <a:pt x="189967" y="92616"/>
                  </a:cubicBezTo>
                  <a:close/>
                  <a:moveTo>
                    <a:pt x="32233" y="165310"/>
                  </a:moveTo>
                  <a:lnTo>
                    <a:pt x="157734" y="165310"/>
                  </a:lnTo>
                  <a:lnTo>
                    <a:pt x="157734" y="92616"/>
                  </a:lnTo>
                  <a:cubicBezTo>
                    <a:pt x="156363" y="58326"/>
                    <a:pt x="127559" y="30894"/>
                    <a:pt x="93269" y="32265"/>
                  </a:cubicBezTo>
                  <a:cubicBezTo>
                    <a:pt x="59665" y="32951"/>
                    <a:pt x="33604" y="59697"/>
                    <a:pt x="32233" y="92616"/>
                  </a:cubicBezTo>
                  <a:close/>
                </a:path>
              </a:pathLst>
            </a:custGeom>
            <a:solidFill>
              <a:srgbClr val="D5E0F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2C63AA34-E962-8992-91A0-662AF907874F}"/>
                </a:ext>
              </a:extLst>
            </p:cNvPr>
            <p:cNvSpPr/>
            <p:nvPr/>
          </p:nvSpPr>
          <p:spPr>
            <a:xfrm>
              <a:off x="8729158" y="4286935"/>
              <a:ext cx="242087" cy="177622"/>
            </a:xfrm>
            <a:custGeom>
              <a:avLst/>
              <a:gdLst>
                <a:gd name="connsiteX0" fmla="*/ 18516 w 242087"/>
                <a:gd name="connsiteY0" fmla="*/ 0 h 177622"/>
                <a:gd name="connsiteX1" fmla="*/ 224256 w 242087"/>
                <a:gd name="connsiteY1" fmla="*/ 0 h 177622"/>
                <a:gd name="connsiteX2" fmla="*/ 242087 w 242087"/>
                <a:gd name="connsiteY2" fmla="*/ 17831 h 177622"/>
                <a:gd name="connsiteX3" fmla="*/ 242087 w 242087"/>
                <a:gd name="connsiteY3" fmla="*/ 159106 h 177622"/>
                <a:gd name="connsiteX4" fmla="*/ 224256 w 242087"/>
                <a:gd name="connsiteY4" fmla="*/ 177622 h 177622"/>
                <a:gd name="connsiteX5" fmla="*/ 18516 w 242087"/>
                <a:gd name="connsiteY5" fmla="*/ 177622 h 177622"/>
                <a:gd name="connsiteX6" fmla="*/ 0 w 242087"/>
                <a:gd name="connsiteY6" fmla="*/ 159106 h 177622"/>
                <a:gd name="connsiteX7" fmla="*/ 0 w 242087"/>
                <a:gd name="connsiteY7" fmla="*/ 17831 h 177622"/>
                <a:gd name="connsiteX8" fmla="*/ 18516 w 242087"/>
                <a:gd name="connsiteY8" fmla="*/ 0 h 177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087" h="177622">
                  <a:moveTo>
                    <a:pt x="18516" y="0"/>
                  </a:moveTo>
                  <a:lnTo>
                    <a:pt x="224256" y="0"/>
                  </a:lnTo>
                  <a:cubicBezTo>
                    <a:pt x="233858" y="0"/>
                    <a:pt x="242087" y="8230"/>
                    <a:pt x="242087" y="17831"/>
                  </a:cubicBezTo>
                  <a:lnTo>
                    <a:pt x="242087" y="159106"/>
                  </a:lnTo>
                  <a:cubicBezTo>
                    <a:pt x="242087" y="169393"/>
                    <a:pt x="233858" y="177622"/>
                    <a:pt x="224256" y="177622"/>
                  </a:cubicBezTo>
                  <a:lnTo>
                    <a:pt x="18516" y="177622"/>
                  </a:lnTo>
                  <a:cubicBezTo>
                    <a:pt x="8229" y="177622"/>
                    <a:pt x="0" y="169393"/>
                    <a:pt x="0" y="159106"/>
                  </a:cubicBezTo>
                  <a:lnTo>
                    <a:pt x="0" y="17831"/>
                  </a:lnTo>
                  <a:cubicBezTo>
                    <a:pt x="0" y="8230"/>
                    <a:pt x="8229" y="0"/>
                    <a:pt x="18516" y="0"/>
                  </a:cubicBezTo>
                  <a:close/>
                </a:path>
              </a:pathLst>
            </a:custGeom>
            <a:solidFill>
              <a:srgbClr val="E9E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DDDCFB3F-B341-1B67-BBE1-A1AE24C93763}"/>
                </a:ext>
              </a:extLst>
            </p:cNvPr>
            <p:cNvSpPr/>
            <p:nvPr/>
          </p:nvSpPr>
          <p:spPr>
            <a:xfrm>
              <a:off x="9556233" y="2448991"/>
              <a:ext cx="703630" cy="805815"/>
            </a:xfrm>
            <a:custGeom>
              <a:avLst/>
              <a:gdLst>
                <a:gd name="connsiteX0" fmla="*/ 351815 w 703630"/>
                <a:gd name="connsiteY0" fmla="*/ 805815 h 805815"/>
                <a:gd name="connsiteX1" fmla="*/ 0 w 703630"/>
                <a:gd name="connsiteY1" fmla="*/ 223571 h 805815"/>
                <a:gd name="connsiteX2" fmla="*/ 0 w 703630"/>
                <a:gd name="connsiteY2" fmla="*/ 180365 h 805815"/>
                <a:gd name="connsiteX3" fmla="*/ 351815 w 703630"/>
                <a:gd name="connsiteY3" fmla="*/ 0 h 805815"/>
                <a:gd name="connsiteX4" fmla="*/ 703631 w 703630"/>
                <a:gd name="connsiteY4" fmla="*/ 180365 h 805815"/>
                <a:gd name="connsiteX5" fmla="*/ 703631 w 703630"/>
                <a:gd name="connsiteY5" fmla="*/ 223571 h 805815"/>
                <a:gd name="connsiteX6" fmla="*/ 351815 w 703630"/>
                <a:gd name="connsiteY6" fmla="*/ 805815 h 805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3630" h="805815">
                  <a:moveTo>
                    <a:pt x="351815" y="805815"/>
                  </a:moveTo>
                  <a:cubicBezTo>
                    <a:pt x="135788" y="691972"/>
                    <a:pt x="0" y="467715"/>
                    <a:pt x="0" y="223571"/>
                  </a:cubicBezTo>
                  <a:lnTo>
                    <a:pt x="0" y="180365"/>
                  </a:lnTo>
                  <a:lnTo>
                    <a:pt x="351815" y="0"/>
                  </a:lnTo>
                  <a:lnTo>
                    <a:pt x="703631" y="180365"/>
                  </a:lnTo>
                  <a:lnTo>
                    <a:pt x="703631" y="223571"/>
                  </a:lnTo>
                  <a:cubicBezTo>
                    <a:pt x="703631" y="467715"/>
                    <a:pt x="567842" y="691972"/>
                    <a:pt x="351815" y="805815"/>
                  </a:cubicBezTo>
                  <a:close/>
                </a:path>
              </a:pathLst>
            </a:custGeom>
            <a:solidFill>
              <a:srgbClr val="4F6BFD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D46BDD25-F427-EFA2-E6C5-F7D1DDC78577}"/>
                </a:ext>
              </a:extLst>
            </p:cNvPr>
            <p:cNvSpPr/>
            <p:nvPr/>
          </p:nvSpPr>
          <p:spPr>
            <a:xfrm>
              <a:off x="10033550" y="2749372"/>
              <a:ext cx="174879" cy="359359"/>
            </a:xfrm>
            <a:custGeom>
              <a:avLst/>
              <a:gdLst>
                <a:gd name="connsiteX0" fmla="*/ 174879 w 174879"/>
                <a:gd name="connsiteY0" fmla="*/ 0 h 359359"/>
                <a:gd name="connsiteX1" fmla="*/ 0 w 174879"/>
                <a:gd name="connsiteY1" fmla="*/ 359359 h 359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4879" h="359359">
                  <a:moveTo>
                    <a:pt x="174879" y="0"/>
                  </a:moveTo>
                  <a:cubicBezTo>
                    <a:pt x="161849" y="137160"/>
                    <a:pt x="100127" y="264719"/>
                    <a:pt x="0" y="359359"/>
                  </a:cubicBezTo>
                </a:path>
              </a:pathLst>
            </a:custGeom>
            <a:noFill/>
            <a:ln w="24003" cap="flat">
              <a:solidFill>
                <a:srgbClr val="D5E0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DA51AAF2-B2D4-E06C-7E81-DBA6E464D13E}"/>
                </a:ext>
              </a:extLst>
            </p:cNvPr>
            <p:cNvSpPr/>
            <p:nvPr/>
          </p:nvSpPr>
          <p:spPr>
            <a:xfrm>
              <a:off x="9604925" y="2505227"/>
              <a:ext cx="605561" cy="154990"/>
            </a:xfrm>
            <a:custGeom>
              <a:avLst/>
              <a:gdLst>
                <a:gd name="connsiteX0" fmla="*/ 0 w 605561"/>
                <a:gd name="connsiteY0" fmla="*/ 154991 h 154990"/>
                <a:gd name="connsiteX1" fmla="*/ 303124 w 605561"/>
                <a:gd name="connsiteY1" fmla="*/ 0 h 154990"/>
                <a:gd name="connsiteX2" fmla="*/ 605561 w 605561"/>
                <a:gd name="connsiteY2" fmla="*/ 154991 h 154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5561" h="154990">
                  <a:moveTo>
                    <a:pt x="0" y="154991"/>
                  </a:moveTo>
                  <a:lnTo>
                    <a:pt x="303124" y="0"/>
                  </a:lnTo>
                  <a:lnTo>
                    <a:pt x="605561" y="154991"/>
                  </a:lnTo>
                </a:path>
              </a:pathLst>
            </a:custGeom>
            <a:noFill/>
            <a:ln w="24003" cap="flat">
              <a:solidFill>
                <a:srgbClr val="D5E0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50406AA4-7D0A-96FF-6531-D0E1BC655833}"/>
                </a:ext>
              </a:extLst>
            </p:cNvPr>
            <p:cNvSpPr/>
            <p:nvPr/>
          </p:nvSpPr>
          <p:spPr>
            <a:xfrm>
              <a:off x="9606982" y="2749372"/>
              <a:ext cx="176250" cy="360730"/>
            </a:xfrm>
            <a:custGeom>
              <a:avLst/>
              <a:gdLst>
                <a:gd name="connsiteX0" fmla="*/ 176251 w 176250"/>
                <a:gd name="connsiteY0" fmla="*/ 360731 h 360730"/>
                <a:gd name="connsiteX1" fmla="*/ 0 w 176250"/>
                <a:gd name="connsiteY1" fmla="*/ 0 h 360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6250" h="360730">
                  <a:moveTo>
                    <a:pt x="176251" y="360731"/>
                  </a:moveTo>
                  <a:cubicBezTo>
                    <a:pt x="75438" y="266091"/>
                    <a:pt x="13030" y="137846"/>
                    <a:pt x="0" y="0"/>
                  </a:cubicBezTo>
                </a:path>
              </a:pathLst>
            </a:custGeom>
            <a:noFill/>
            <a:ln w="24003" cap="flat">
              <a:solidFill>
                <a:srgbClr val="D5E0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C88413D-BC7C-A058-8FE5-8343C882DA7A}"/>
                </a:ext>
              </a:extLst>
            </p:cNvPr>
            <p:cNvSpPr/>
            <p:nvPr/>
          </p:nvSpPr>
          <p:spPr>
            <a:xfrm>
              <a:off x="9746200" y="2690393"/>
              <a:ext cx="323697" cy="323697"/>
            </a:xfrm>
            <a:custGeom>
              <a:avLst/>
              <a:gdLst>
                <a:gd name="connsiteX0" fmla="*/ 161849 w 323697"/>
                <a:gd name="connsiteY0" fmla="*/ 0 h 323697"/>
                <a:gd name="connsiteX1" fmla="*/ 323697 w 323697"/>
                <a:gd name="connsiteY1" fmla="*/ 161849 h 323697"/>
                <a:gd name="connsiteX2" fmla="*/ 161849 w 323697"/>
                <a:gd name="connsiteY2" fmla="*/ 323698 h 323697"/>
                <a:gd name="connsiteX3" fmla="*/ 0 w 323697"/>
                <a:gd name="connsiteY3" fmla="*/ 161849 h 323697"/>
                <a:gd name="connsiteX4" fmla="*/ 161849 w 323697"/>
                <a:gd name="connsiteY4" fmla="*/ 0 h 32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697" h="323697">
                  <a:moveTo>
                    <a:pt x="161849" y="0"/>
                  </a:moveTo>
                  <a:cubicBezTo>
                    <a:pt x="251003" y="0"/>
                    <a:pt x="323697" y="72009"/>
                    <a:pt x="323697" y="161849"/>
                  </a:cubicBezTo>
                  <a:cubicBezTo>
                    <a:pt x="323697" y="251003"/>
                    <a:pt x="251003" y="323698"/>
                    <a:pt x="161849" y="323698"/>
                  </a:cubicBezTo>
                  <a:cubicBezTo>
                    <a:pt x="72009" y="323698"/>
                    <a:pt x="0" y="251003"/>
                    <a:pt x="0" y="161849"/>
                  </a:cubicBezTo>
                  <a:cubicBezTo>
                    <a:pt x="0" y="72009"/>
                    <a:pt x="72009" y="0"/>
                    <a:pt x="161849" y="0"/>
                  </a:cubicBezTo>
                  <a:close/>
                </a:path>
              </a:pathLst>
            </a:custGeom>
            <a:noFill/>
            <a:ln w="16459" cap="flat">
              <a:solidFill>
                <a:srgbClr val="D5E0F7"/>
              </a:solidFill>
              <a:custDash>
                <a:ds d="1856250" sp="1856250"/>
              </a:custDash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2880C1A9-2E55-8296-0AF6-50CC3B902D73}"/>
                </a:ext>
              </a:extLst>
            </p:cNvPr>
            <p:cNvSpPr/>
            <p:nvPr/>
          </p:nvSpPr>
          <p:spPr>
            <a:xfrm>
              <a:off x="9850427" y="2739071"/>
              <a:ext cx="114542" cy="122772"/>
            </a:xfrm>
            <a:custGeom>
              <a:avLst/>
              <a:gdLst>
                <a:gd name="connsiteX0" fmla="*/ 114543 w 114542"/>
                <a:gd name="connsiteY0" fmla="*/ 122772 h 122772"/>
                <a:gd name="connsiteX1" fmla="*/ 14 w 114542"/>
                <a:gd name="connsiteY1" fmla="*/ 122772 h 122772"/>
                <a:gd name="connsiteX2" fmla="*/ 14 w 114542"/>
                <a:gd name="connsiteY2" fmla="*/ 59679 h 122772"/>
                <a:gd name="connsiteX3" fmla="*/ 55564 w 114542"/>
                <a:gd name="connsiteY3" fmla="*/ 14 h 122772"/>
                <a:gd name="connsiteX4" fmla="*/ 114543 w 114542"/>
                <a:gd name="connsiteY4" fmla="*/ 55564 h 122772"/>
                <a:gd name="connsiteX5" fmla="*/ 114543 w 114542"/>
                <a:gd name="connsiteY5" fmla="*/ 59679 h 122772"/>
                <a:gd name="connsiteX6" fmla="*/ 19902 w 114542"/>
                <a:gd name="connsiteY6" fmla="*/ 102884 h 122772"/>
                <a:gd name="connsiteX7" fmla="*/ 95340 w 114542"/>
                <a:gd name="connsiteY7" fmla="*/ 102884 h 122772"/>
                <a:gd name="connsiteX8" fmla="*/ 95340 w 114542"/>
                <a:gd name="connsiteY8" fmla="*/ 58993 h 122772"/>
                <a:gd name="connsiteX9" fmla="*/ 59679 w 114542"/>
                <a:gd name="connsiteY9" fmla="*/ 19216 h 122772"/>
                <a:gd name="connsiteX10" fmla="*/ 19902 w 114542"/>
                <a:gd name="connsiteY10" fmla="*/ 54878 h 122772"/>
                <a:gd name="connsiteX11" fmla="*/ 19902 w 114542"/>
                <a:gd name="connsiteY11" fmla="*/ 58993 h 122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4542" h="122772">
                  <a:moveTo>
                    <a:pt x="114543" y="122772"/>
                  </a:moveTo>
                  <a:lnTo>
                    <a:pt x="14" y="122772"/>
                  </a:lnTo>
                  <a:lnTo>
                    <a:pt x="14" y="59679"/>
                  </a:lnTo>
                  <a:cubicBezTo>
                    <a:pt x="-672" y="28132"/>
                    <a:pt x="24017" y="1386"/>
                    <a:pt x="55564" y="14"/>
                  </a:cubicBezTo>
                  <a:cubicBezTo>
                    <a:pt x="87111" y="-672"/>
                    <a:pt x="113857" y="24017"/>
                    <a:pt x="114543" y="55564"/>
                  </a:cubicBezTo>
                  <a:cubicBezTo>
                    <a:pt x="114543" y="56935"/>
                    <a:pt x="114543" y="58307"/>
                    <a:pt x="114543" y="59679"/>
                  </a:cubicBezTo>
                  <a:close/>
                  <a:moveTo>
                    <a:pt x="19902" y="102884"/>
                  </a:moveTo>
                  <a:lnTo>
                    <a:pt x="95340" y="102884"/>
                  </a:lnTo>
                  <a:lnTo>
                    <a:pt x="95340" y="58993"/>
                  </a:lnTo>
                  <a:cubicBezTo>
                    <a:pt x="96026" y="38419"/>
                    <a:pt x="80253" y="20588"/>
                    <a:pt x="59679" y="19216"/>
                  </a:cubicBezTo>
                  <a:cubicBezTo>
                    <a:pt x="39105" y="17845"/>
                    <a:pt x="20588" y="33618"/>
                    <a:pt x="19902" y="54878"/>
                  </a:cubicBezTo>
                  <a:cubicBezTo>
                    <a:pt x="19443" y="56250"/>
                    <a:pt x="19443" y="57621"/>
                    <a:pt x="19902" y="58993"/>
                  </a:cubicBezTo>
                  <a:close/>
                </a:path>
              </a:pathLst>
            </a:custGeom>
            <a:solidFill>
              <a:srgbClr val="D5E0F7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77A42890-C1D1-50A7-5B06-0E74D793548A}"/>
                </a:ext>
              </a:extLst>
            </p:cNvPr>
            <p:cNvSpPr/>
            <p:nvPr/>
          </p:nvSpPr>
          <p:spPr>
            <a:xfrm>
              <a:off x="9834668" y="2830296"/>
              <a:ext cx="146075" cy="106984"/>
            </a:xfrm>
            <a:custGeom>
              <a:avLst/>
              <a:gdLst>
                <a:gd name="connsiteX0" fmla="*/ 18517 w 146075"/>
                <a:gd name="connsiteY0" fmla="*/ 0 h 106984"/>
                <a:gd name="connsiteX1" fmla="*/ 127559 w 146075"/>
                <a:gd name="connsiteY1" fmla="*/ 0 h 106984"/>
                <a:gd name="connsiteX2" fmla="*/ 146075 w 146075"/>
                <a:gd name="connsiteY2" fmla="*/ 17831 h 106984"/>
                <a:gd name="connsiteX3" fmla="*/ 146075 w 146075"/>
                <a:gd name="connsiteY3" fmla="*/ 88468 h 106984"/>
                <a:gd name="connsiteX4" fmla="*/ 127559 w 146075"/>
                <a:gd name="connsiteY4" fmla="*/ 106985 h 106984"/>
                <a:gd name="connsiteX5" fmla="*/ 18517 w 146075"/>
                <a:gd name="connsiteY5" fmla="*/ 106985 h 106984"/>
                <a:gd name="connsiteX6" fmla="*/ 0 w 146075"/>
                <a:gd name="connsiteY6" fmla="*/ 88468 h 106984"/>
                <a:gd name="connsiteX7" fmla="*/ 0 w 146075"/>
                <a:gd name="connsiteY7" fmla="*/ 17831 h 106984"/>
                <a:gd name="connsiteX8" fmla="*/ 18517 w 146075"/>
                <a:gd name="connsiteY8" fmla="*/ 0 h 106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6075" h="106984">
                  <a:moveTo>
                    <a:pt x="18517" y="0"/>
                  </a:moveTo>
                  <a:lnTo>
                    <a:pt x="127559" y="0"/>
                  </a:lnTo>
                  <a:cubicBezTo>
                    <a:pt x="137846" y="0"/>
                    <a:pt x="146075" y="8229"/>
                    <a:pt x="146075" y="17831"/>
                  </a:cubicBezTo>
                  <a:lnTo>
                    <a:pt x="146075" y="88468"/>
                  </a:lnTo>
                  <a:cubicBezTo>
                    <a:pt x="146075" y="98755"/>
                    <a:pt x="137846" y="106985"/>
                    <a:pt x="127559" y="106985"/>
                  </a:cubicBezTo>
                  <a:lnTo>
                    <a:pt x="18517" y="106985"/>
                  </a:lnTo>
                  <a:cubicBezTo>
                    <a:pt x="8230" y="106985"/>
                    <a:pt x="0" y="98755"/>
                    <a:pt x="0" y="88468"/>
                  </a:cubicBezTo>
                  <a:lnTo>
                    <a:pt x="0" y="17831"/>
                  </a:lnTo>
                  <a:cubicBezTo>
                    <a:pt x="0" y="8229"/>
                    <a:pt x="8230" y="0"/>
                    <a:pt x="18517" y="0"/>
                  </a:cubicBezTo>
                  <a:close/>
                </a:path>
              </a:pathLst>
            </a:custGeom>
            <a:solidFill>
              <a:srgbClr val="E9EFFF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3BD1C2CA-53CB-D7EE-7347-29DDDF3A3402}"/>
                </a:ext>
              </a:extLst>
            </p:cNvPr>
            <p:cNvSpPr/>
            <p:nvPr/>
          </p:nvSpPr>
          <p:spPr>
            <a:xfrm>
              <a:off x="10852935" y="2591979"/>
              <a:ext cx="287084" cy="340845"/>
            </a:xfrm>
            <a:custGeom>
              <a:avLst/>
              <a:gdLst>
                <a:gd name="connsiteX0" fmla="*/ 77641 w 287084"/>
                <a:gd name="connsiteY0" fmla="*/ 7888 h 340845"/>
                <a:gd name="connsiteX1" fmla="*/ 271037 w 287084"/>
                <a:gd name="connsiteY1" fmla="*/ 118988 h 340845"/>
                <a:gd name="connsiteX2" fmla="*/ 209315 w 287084"/>
                <a:gd name="connsiteY2" fmla="*/ 332958 h 340845"/>
                <a:gd name="connsiteX3" fmla="*/ 15919 w 287084"/>
                <a:gd name="connsiteY3" fmla="*/ 221858 h 340845"/>
                <a:gd name="connsiteX4" fmla="*/ 77641 w 287084"/>
                <a:gd name="connsiteY4" fmla="*/ 7888 h 340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7084" h="340845">
                  <a:moveTo>
                    <a:pt x="77641" y="7888"/>
                  </a:moveTo>
                  <a:cubicBezTo>
                    <a:pt x="148279" y="-20229"/>
                    <a:pt x="234690" y="29148"/>
                    <a:pt x="271037" y="118988"/>
                  </a:cubicBezTo>
                  <a:cubicBezTo>
                    <a:pt x="307384" y="208142"/>
                    <a:pt x="279952" y="304154"/>
                    <a:pt x="209315" y="332958"/>
                  </a:cubicBezTo>
                  <a:cubicBezTo>
                    <a:pt x="139363" y="361075"/>
                    <a:pt x="52267" y="311698"/>
                    <a:pt x="15919" y="221858"/>
                  </a:cubicBezTo>
                  <a:cubicBezTo>
                    <a:pt x="-20428" y="132704"/>
                    <a:pt x="7690" y="36692"/>
                    <a:pt x="77641" y="7888"/>
                  </a:cubicBezTo>
                  <a:close/>
                </a:path>
              </a:pathLst>
            </a:custGeom>
            <a:solidFill>
              <a:srgbClr val="FDBD28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8514F70A-4E0B-401D-AC60-A7126386A6A6}"/>
                </a:ext>
              </a:extLst>
            </p:cNvPr>
            <p:cNvSpPr/>
            <p:nvPr/>
          </p:nvSpPr>
          <p:spPr>
            <a:xfrm>
              <a:off x="10401139" y="2587523"/>
              <a:ext cx="137160" cy="121386"/>
            </a:xfrm>
            <a:custGeom>
              <a:avLst/>
              <a:gdLst>
                <a:gd name="connsiteX0" fmla="*/ 68580 w 137160"/>
                <a:gd name="connsiteY0" fmla="*/ 0 h 121386"/>
                <a:gd name="connsiteX1" fmla="*/ 137160 w 137160"/>
                <a:gd name="connsiteY1" fmla="*/ 61036 h 121386"/>
                <a:gd name="connsiteX2" fmla="*/ 68580 w 137160"/>
                <a:gd name="connsiteY2" fmla="*/ 121387 h 121386"/>
                <a:gd name="connsiteX3" fmla="*/ 0 w 137160"/>
                <a:gd name="connsiteY3" fmla="*/ 61036 h 121386"/>
                <a:gd name="connsiteX4" fmla="*/ 68580 w 137160"/>
                <a:gd name="connsiteY4" fmla="*/ 0 h 12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160" h="121386">
                  <a:moveTo>
                    <a:pt x="68580" y="0"/>
                  </a:moveTo>
                  <a:cubicBezTo>
                    <a:pt x="106299" y="0"/>
                    <a:pt x="137160" y="27432"/>
                    <a:pt x="137160" y="61036"/>
                  </a:cubicBezTo>
                  <a:cubicBezTo>
                    <a:pt x="137160" y="94641"/>
                    <a:pt x="106299" y="121387"/>
                    <a:pt x="68580" y="121387"/>
                  </a:cubicBezTo>
                  <a:cubicBezTo>
                    <a:pt x="30861" y="121387"/>
                    <a:pt x="0" y="94641"/>
                    <a:pt x="0" y="61036"/>
                  </a:cubicBezTo>
                  <a:cubicBezTo>
                    <a:pt x="0" y="27432"/>
                    <a:pt x="30861" y="0"/>
                    <a:pt x="68580" y="0"/>
                  </a:cubicBezTo>
                  <a:close/>
                </a:path>
              </a:pathLst>
            </a:custGeom>
            <a:solidFill>
              <a:srgbClr val="FDBD28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59ECAD20-0BF5-794F-F5E7-A7445787D370}"/>
                </a:ext>
              </a:extLst>
            </p:cNvPr>
            <p:cNvSpPr/>
            <p:nvPr/>
          </p:nvSpPr>
          <p:spPr>
            <a:xfrm>
              <a:off x="9995484" y="2033168"/>
              <a:ext cx="215734" cy="198016"/>
            </a:xfrm>
            <a:custGeom>
              <a:avLst/>
              <a:gdLst>
                <a:gd name="connsiteX0" fmla="*/ 58640 w 215734"/>
                <a:gd name="connsiteY0" fmla="*/ 20117 h 198016"/>
                <a:gd name="connsiteX1" fmla="*/ 204030 w 215734"/>
                <a:gd name="connsiteY1" fmla="*/ 39320 h 198016"/>
                <a:gd name="connsiteX2" fmla="*/ 157396 w 215734"/>
                <a:gd name="connsiteY2" fmla="*/ 177851 h 198016"/>
                <a:gd name="connsiteX3" fmla="*/ 12006 w 215734"/>
                <a:gd name="connsiteY3" fmla="*/ 159335 h 198016"/>
                <a:gd name="connsiteX4" fmla="*/ 58640 w 215734"/>
                <a:gd name="connsiteY4" fmla="*/ 20117 h 198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734" h="198016">
                  <a:moveTo>
                    <a:pt x="58640" y="20117"/>
                  </a:moveTo>
                  <a:cubicBezTo>
                    <a:pt x="111447" y="-12801"/>
                    <a:pt x="176598" y="-4572"/>
                    <a:pt x="204030" y="39320"/>
                  </a:cubicBezTo>
                  <a:cubicBezTo>
                    <a:pt x="230776" y="82525"/>
                    <a:pt x="210202" y="144933"/>
                    <a:pt x="157396" y="177851"/>
                  </a:cubicBezTo>
                  <a:cubicBezTo>
                    <a:pt x="104589" y="210770"/>
                    <a:pt x="39438" y="202540"/>
                    <a:pt x="12006" y="159335"/>
                  </a:cubicBezTo>
                  <a:cubicBezTo>
                    <a:pt x="-15426" y="115443"/>
                    <a:pt x="5834" y="53721"/>
                    <a:pt x="58640" y="20117"/>
                  </a:cubicBezTo>
                  <a:close/>
                </a:path>
              </a:pathLst>
            </a:custGeom>
            <a:solidFill>
              <a:srgbClr val="FDBD28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310E5B-A2F5-1626-412B-2D82596D8483}"/>
                </a:ext>
              </a:extLst>
            </p:cNvPr>
            <p:cNvSpPr/>
            <p:nvPr/>
          </p:nvSpPr>
          <p:spPr>
            <a:xfrm>
              <a:off x="10792754" y="4291499"/>
              <a:ext cx="183442" cy="250066"/>
            </a:xfrm>
            <a:custGeom>
              <a:avLst/>
              <a:gdLst>
                <a:gd name="connsiteX0" fmla="*/ 12321 w 183442"/>
                <a:gd name="connsiteY0" fmla="*/ 94878 h 250066"/>
                <a:gd name="connsiteX1" fmla="*/ 137822 w 183442"/>
                <a:gd name="connsiteY1" fmla="*/ 3666 h 250066"/>
                <a:gd name="connsiteX2" fmla="*/ 171427 w 183442"/>
                <a:gd name="connsiteY2" fmla="*/ 155228 h 250066"/>
                <a:gd name="connsiteX3" fmla="*/ 45925 w 183442"/>
                <a:gd name="connsiteY3" fmla="*/ 246440 h 250066"/>
                <a:gd name="connsiteX4" fmla="*/ 12321 w 183442"/>
                <a:gd name="connsiteY4" fmla="*/ 94878 h 250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442" h="250066">
                  <a:moveTo>
                    <a:pt x="12321" y="94878"/>
                  </a:moveTo>
                  <a:cubicBezTo>
                    <a:pt x="37696" y="27669"/>
                    <a:pt x="93931" y="-12793"/>
                    <a:pt x="137822" y="3666"/>
                  </a:cubicBezTo>
                  <a:cubicBezTo>
                    <a:pt x="181714" y="20126"/>
                    <a:pt x="196115" y="88020"/>
                    <a:pt x="171427" y="155228"/>
                  </a:cubicBezTo>
                  <a:cubicBezTo>
                    <a:pt x="146052" y="221751"/>
                    <a:pt x="89816" y="262899"/>
                    <a:pt x="45925" y="246440"/>
                  </a:cubicBezTo>
                  <a:cubicBezTo>
                    <a:pt x="2034" y="229980"/>
                    <a:pt x="-13054" y="162086"/>
                    <a:pt x="12321" y="94878"/>
                  </a:cubicBezTo>
                  <a:close/>
                </a:path>
              </a:pathLst>
            </a:custGeom>
            <a:noFill/>
            <a:ln w="617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10506A5-08F9-9AB3-6D4D-BE48B1247036}"/>
                </a:ext>
              </a:extLst>
            </p:cNvPr>
            <p:cNvSpPr/>
            <p:nvPr/>
          </p:nvSpPr>
          <p:spPr>
            <a:xfrm>
              <a:off x="9577493" y="5068747"/>
              <a:ext cx="154305" cy="153619"/>
            </a:xfrm>
            <a:custGeom>
              <a:avLst/>
              <a:gdLst>
                <a:gd name="connsiteX0" fmla="*/ 77495 w 154305"/>
                <a:gd name="connsiteY0" fmla="*/ 0 h 153619"/>
                <a:gd name="connsiteX1" fmla="*/ 154305 w 154305"/>
                <a:gd name="connsiteY1" fmla="*/ 76810 h 153619"/>
                <a:gd name="connsiteX2" fmla="*/ 77495 w 154305"/>
                <a:gd name="connsiteY2" fmla="*/ 153619 h 153619"/>
                <a:gd name="connsiteX3" fmla="*/ 0 w 154305"/>
                <a:gd name="connsiteY3" fmla="*/ 76810 h 153619"/>
                <a:gd name="connsiteX4" fmla="*/ 77495 w 154305"/>
                <a:gd name="connsiteY4" fmla="*/ 0 h 153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05" h="153619">
                  <a:moveTo>
                    <a:pt x="77495" y="0"/>
                  </a:moveTo>
                  <a:cubicBezTo>
                    <a:pt x="120015" y="0"/>
                    <a:pt x="154305" y="34290"/>
                    <a:pt x="154305" y="76810"/>
                  </a:cubicBezTo>
                  <a:cubicBezTo>
                    <a:pt x="154305" y="119329"/>
                    <a:pt x="120015" y="153619"/>
                    <a:pt x="77495" y="153619"/>
                  </a:cubicBezTo>
                  <a:cubicBezTo>
                    <a:pt x="34976" y="153619"/>
                    <a:pt x="0" y="119329"/>
                    <a:pt x="0" y="76810"/>
                  </a:cubicBezTo>
                  <a:cubicBezTo>
                    <a:pt x="0" y="34290"/>
                    <a:pt x="34976" y="0"/>
                    <a:pt x="77495" y="0"/>
                  </a:cubicBezTo>
                  <a:close/>
                </a:path>
              </a:pathLst>
            </a:custGeom>
            <a:solidFill>
              <a:srgbClr val="FDBD28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F6DE1091-4339-D107-ED0C-42E94FB58F0E}"/>
                </a:ext>
              </a:extLst>
            </p:cNvPr>
            <p:cNvSpPr/>
            <p:nvPr/>
          </p:nvSpPr>
          <p:spPr>
            <a:xfrm>
              <a:off x="7678189" y="5192849"/>
              <a:ext cx="112433" cy="169481"/>
            </a:xfrm>
            <a:custGeom>
              <a:avLst/>
              <a:gdLst>
                <a:gd name="connsiteX0" fmla="*/ 20898 w 112433"/>
                <a:gd name="connsiteY0" fmla="*/ 2085 h 169481"/>
                <a:gd name="connsiteX1" fmla="*/ 99765 w 112433"/>
                <a:gd name="connsiteY1" fmla="*/ 65864 h 169481"/>
                <a:gd name="connsiteX2" fmla="*/ 91536 w 112433"/>
                <a:gd name="connsiteY2" fmla="*/ 167363 h 169481"/>
                <a:gd name="connsiteX3" fmla="*/ 12669 w 112433"/>
                <a:gd name="connsiteY3" fmla="*/ 103583 h 169481"/>
                <a:gd name="connsiteX4" fmla="*/ 20898 w 112433"/>
                <a:gd name="connsiteY4" fmla="*/ 2085 h 169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33" h="169481">
                  <a:moveTo>
                    <a:pt x="20898" y="2085"/>
                  </a:moveTo>
                  <a:cubicBezTo>
                    <a:pt x="44901" y="-8202"/>
                    <a:pt x="80563" y="20602"/>
                    <a:pt x="99765" y="65864"/>
                  </a:cubicBezTo>
                  <a:cubicBezTo>
                    <a:pt x="119653" y="111813"/>
                    <a:pt x="115539" y="157076"/>
                    <a:pt x="91536" y="167363"/>
                  </a:cubicBezTo>
                  <a:cubicBezTo>
                    <a:pt x="67533" y="177650"/>
                    <a:pt x="31871" y="149532"/>
                    <a:pt x="12669" y="103583"/>
                  </a:cubicBezTo>
                  <a:cubicBezTo>
                    <a:pt x="-7220" y="57635"/>
                    <a:pt x="-3105" y="12372"/>
                    <a:pt x="20898" y="2085"/>
                  </a:cubicBezTo>
                  <a:close/>
                </a:path>
              </a:pathLst>
            </a:custGeom>
            <a:solidFill>
              <a:srgbClr val="FDBD28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3FBA8757-8F1B-A209-FA4D-3929BA38BB81}"/>
                </a:ext>
              </a:extLst>
            </p:cNvPr>
            <p:cNvSpPr/>
            <p:nvPr/>
          </p:nvSpPr>
          <p:spPr>
            <a:xfrm>
              <a:off x="6813033" y="4104513"/>
              <a:ext cx="121386" cy="121386"/>
            </a:xfrm>
            <a:custGeom>
              <a:avLst/>
              <a:gdLst>
                <a:gd name="connsiteX0" fmla="*/ 60350 w 121386"/>
                <a:gd name="connsiteY0" fmla="*/ 0 h 121386"/>
                <a:gd name="connsiteX1" fmla="*/ 121387 w 121386"/>
                <a:gd name="connsiteY1" fmla="*/ 60350 h 121386"/>
                <a:gd name="connsiteX2" fmla="*/ 60350 w 121386"/>
                <a:gd name="connsiteY2" fmla="*/ 121387 h 121386"/>
                <a:gd name="connsiteX3" fmla="*/ 0 w 121386"/>
                <a:gd name="connsiteY3" fmla="*/ 60350 h 121386"/>
                <a:gd name="connsiteX4" fmla="*/ 60350 w 121386"/>
                <a:gd name="connsiteY4" fmla="*/ 0 h 12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386" h="121386">
                  <a:moveTo>
                    <a:pt x="60350" y="0"/>
                  </a:moveTo>
                  <a:cubicBezTo>
                    <a:pt x="93955" y="0"/>
                    <a:pt x="121387" y="26746"/>
                    <a:pt x="121387" y="60350"/>
                  </a:cubicBezTo>
                  <a:cubicBezTo>
                    <a:pt x="121387" y="93955"/>
                    <a:pt x="93955" y="121387"/>
                    <a:pt x="60350" y="121387"/>
                  </a:cubicBezTo>
                  <a:cubicBezTo>
                    <a:pt x="27432" y="121387"/>
                    <a:pt x="0" y="93955"/>
                    <a:pt x="0" y="60350"/>
                  </a:cubicBezTo>
                  <a:cubicBezTo>
                    <a:pt x="0" y="26746"/>
                    <a:pt x="27432" y="0"/>
                    <a:pt x="60350" y="0"/>
                  </a:cubicBezTo>
                  <a:close/>
                </a:path>
              </a:pathLst>
            </a:custGeom>
            <a:solidFill>
              <a:srgbClr val="FDBD28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7CECF7E7-2612-4AE7-B1B2-1422ECB58CF9}"/>
                </a:ext>
              </a:extLst>
            </p:cNvPr>
            <p:cNvSpPr/>
            <p:nvPr/>
          </p:nvSpPr>
          <p:spPr>
            <a:xfrm>
              <a:off x="7181308" y="2920822"/>
              <a:ext cx="85039" cy="85039"/>
            </a:xfrm>
            <a:custGeom>
              <a:avLst/>
              <a:gdLst>
                <a:gd name="connsiteX0" fmla="*/ 42520 w 85039"/>
                <a:gd name="connsiteY0" fmla="*/ 0 h 85039"/>
                <a:gd name="connsiteX1" fmla="*/ 85039 w 85039"/>
                <a:gd name="connsiteY1" fmla="*/ 42520 h 85039"/>
                <a:gd name="connsiteX2" fmla="*/ 42520 w 85039"/>
                <a:gd name="connsiteY2" fmla="*/ 85039 h 85039"/>
                <a:gd name="connsiteX3" fmla="*/ 0 w 85039"/>
                <a:gd name="connsiteY3" fmla="*/ 42520 h 85039"/>
                <a:gd name="connsiteX4" fmla="*/ 42520 w 85039"/>
                <a:gd name="connsiteY4" fmla="*/ 0 h 85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039" h="85039">
                  <a:moveTo>
                    <a:pt x="42520" y="0"/>
                  </a:moveTo>
                  <a:cubicBezTo>
                    <a:pt x="65837" y="0"/>
                    <a:pt x="85039" y="19203"/>
                    <a:pt x="85039" y="42520"/>
                  </a:cubicBezTo>
                  <a:cubicBezTo>
                    <a:pt x="85039" y="65837"/>
                    <a:pt x="65837" y="85039"/>
                    <a:pt x="42520" y="85039"/>
                  </a:cubicBezTo>
                  <a:cubicBezTo>
                    <a:pt x="19202" y="85039"/>
                    <a:pt x="0" y="65837"/>
                    <a:pt x="0" y="42520"/>
                  </a:cubicBezTo>
                  <a:cubicBezTo>
                    <a:pt x="0" y="19203"/>
                    <a:pt x="19202" y="0"/>
                    <a:pt x="42520" y="0"/>
                  </a:cubicBezTo>
                  <a:close/>
                </a:path>
              </a:pathLst>
            </a:custGeom>
            <a:solidFill>
              <a:srgbClr val="FDBD28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48BE40A2-5A89-EAD1-169F-D7FAD8708128}"/>
                </a:ext>
              </a:extLst>
            </p:cNvPr>
            <p:cNvSpPr/>
            <p:nvPr/>
          </p:nvSpPr>
          <p:spPr>
            <a:xfrm>
              <a:off x="7370589" y="2285085"/>
              <a:ext cx="198196" cy="198196"/>
            </a:xfrm>
            <a:custGeom>
              <a:avLst/>
              <a:gdLst>
                <a:gd name="connsiteX0" fmla="*/ 98755 w 198196"/>
                <a:gd name="connsiteY0" fmla="*/ 0 h 198196"/>
                <a:gd name="connsiteX1" fmla="*/ 198196 w 198196"/>
                <a:gd name="connsiteY1" fmla="*/ 99441 h 198196"/>
                <a:gd name="connsiteX2" fmla="*/ 98755 w 198196"/>
                <a:gd name="connsiteY2" fmla="*/ 198196 h 198196"/>
                <a:gd name="connsiteX3" fmla="*/ 0 w 198196"/>
                <a:gd name="connsiteY3" fmla="*/ 99441 h 198196"/>
                <a:gd name="connsiteX4" fmla="*/ 98755 w 198196"/>
                <a:gd name="connsiteY4" fmla="*/ 0 h 198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196" h="198196">
                  <a:moveTo>
                    <a:pt x="98755" y="0"/>
                  </a:moveTo>
                  <a:cubicBezTo>
                    <a:pt x="153619" y="0"/>
                    <a:pt x="198196" y="44577"/>
                    <a:pt x="198196" y="99441"/>
                  </a:cubicBezTo>
                  <a:cubicBezTo>
                    <a:pt x="198196" y="154305"/>
                    <a:pt x="153619" y="198196"/>
                    <a:pt x="98755" y="198196"/>
                  </a:cubicBezTo>
                  <a:cubicBezTo>
                    <a:pt x="44577" y="198196"/>
                    <a:pt x="0" y="154305"/>
                    <a:pt x="0" y="99441"/>
                  </a:cubicBezTo>
                  <a:cubicBezTo>
                    <a:pt x="0" y="44577"/>
                    <a:pt x="44577" y="0"/>
                    <a:pt x="98755" y="0"/>
                  </a:cubicBezTo>
                  <a:close/>
                </a:path>
              </a:pathLst>
            </a:custGeom>
            <a:solidFill>
              <a:srgbClr val="FDBD28"/>
            </a:solidFill>
            <a:ln w="68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9580933-1507-76B2-AF03-66D3F24917A1}"/>
              </a:ext>
            </a:extLst>
          </p:cNvPr>
          <p:cNvSpPr txBox="1"/>
          <p:nvPr/>
        </p:nvSpPr>
        <p:spPr>
          <a:xfrm>
            <a:off x="839788" y="3953779"/>
            <a:ext cx="4883095" cy="1882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US" sz="1400" dirty="0"/>
              <a:t>Keep your computer and devices updated</a:t>
            </a:r>
          </a:p>
          <a:p>
            <a:pPr marL="285750" indent="-285750">
              <a:lnSpc>
                <a:spcPct val="120000"/>
              </a:lnSpc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US" sz="1400" dirty="0"/>
              <a:t>Create a strong password</a:t>
            </a:r>
          </a:p>
          <a:p>
            <a:pPr marL="285750" indent="-285750">
              <a:lnSpc>
                <a:spcPct val="120000"/>
              </a:lnSpc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US" sz="1400" dirty="0"/>
              <a:t>Encrypt your hard drive</a:t>
            </a:r>
          </a:p>
          <a:p>
            <a:pPr marL="285750" indent="-285750">
              <a:lnSpc>
                <a:spcPct val="120000"/>
              </a:lnSpc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US" sz="1400" dirty="0"/>
              <a:t>Add security information to your cloud storage account</a:t>
            </a:r>
          </a:p>
          <a:p>
            <a:pPr marL="285750" indent="-285750">
              <a:lnSpc>
                <a:spcPct val="120000"/>
              </a:lnSpc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US" sz="1400" dirty="0"/>
              <a:t>Use two-factor verification (2FA)</a:t>
            </a:r>
          </a:p>
          <a:p>
            <a:pPr marL="285750" indent="-285750">
              <a:lnSpc>
                <a:spcPct val="120000"/>
              </a:lnSpc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US" sz="1400" dirty="0"/>
              <a:t>Choose a cloud service that uses encryption</a:t>
            </a:r>
          </a:p>
          <a:p>
            <a:pPr marL="285750" indent="-285750">
              <a:lnSpc>
                <a:spcPct val="120000"/>
              </a:lnSpc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US" sz="1400" dirty="0"/>
              <a:t>Ransomware protection</a:t>
            </a:r>
          </a:p>
        </p:txBody>
      </p:sp>
    </p:spTree>
    <p:extLst>
      <p:ext uri="{BB962C8B-B14F-4D97-AF65-F5344CB8AC3E}">
        <p14:creationId xmlns:p14="http://schemas.microsoft.com/office/powerpoint/2010/main" val="1292476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C5772D-8446-653D-58FD-5840A926C1D1}"/>
              </a:ext>
            </a:extLst>
          </p:cNvPr>
          <p:cNvSpPr txBox="1">
            <a:spLocks/>
          </p:cNvSpPr>
          <p:nvPr/>
        </p:nvSpPr>
        <p:spPr>
          <a:xfrm>
            <a:off x="6339542" y="1554615"/>
            <a:ext cx="4836902" cy="72401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latin typeface="Agency FB" panose="020B0503020202020204" pitchFamily="34" charset="0"/>
                <a:ea typeface="+mn-ea"/>
                <a:cs typeface="+mn-cs"/>
              </a:rPr>
              <a:t>Online User Security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4FD08C-621A-F982-8212-22DD7A601047}"/>
              </a:ext>
            </a:extLst>
          </p:cNvPr>
          <p:cNvSpPr txBox="1"/>
          <p:nvPr/>
        </p:nvSpPr>
        <p:spPr>
          <a:xfrm>
            <a:off x="6345559" y="2358128"/>
            <a:ext cx="5006654" cy="84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User security is important because it helps organizations, and their users, protect employee, customer, and corporate data from threats, financial loss, and identity theft.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580933-1507-76B2-AF03-66D3F24917A1}"/>
              </a:ext>
            </a:extLst>
          </p:cNvPr>
          <p:cNvSpPr txBox="1"/>
          <p:nvPr/>
        </p:nvSpPr>
        <p:spPr>
          <a:xfrm>
            <a:off x="6339542" y="3804142"/>
            <a:ext cx="4883095" cy="1882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Strong passwords and MFA</a:t>
            </a:r>
          </a:p>
          <a:p>
            <a:pPr marL="285750" indent="-285750">
              <a:lnSpc>
                <a:spcPct val="12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Regular software updates and patches</a:t>
            </a:r>
          </a:p>
          <a:p>
            <a:pPr marL="285750" indent="-285750">
              <a:lnSpc>
                <a:spcPct val="12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Firewalls and anti-malware software</a:t>
            </a:r>
          </a:p>
          <a:p>
            <a:pPr marL="285750" indent="-285750">
              <a:lnSpc>
                <a:spcPct val="12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Secure browsing practices</a:t>
            </a:r>
          </a:p>
          <a:p>
            <a:pPr marL="285750" indent="-285750">
              <a:lnSpc>
                <a:spcPct val="12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Employee cybersecurity training</a:t>
            </a:r>
          </a:p>
          <a:p>
            <a:pPr marL="285750" indent="-285750">
              <a:lnSpc>
                <a:spcPct val="12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Access controls and user permissions</a:t>
            </a:r>
          </a:p>
          <a:p>
            <a:pPr marL="285750" indent="-285750">
              <a:lnSpc>
                <a:spcPct val="12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Incident response and monitoring systems</a:t>
            </a:r>
          </a:p>
        </p:txBody>
      </p:sp>
      <p:grpSp>
        <p:nvGrpSpPr>
          <p:cNvPr id="5" name="Graphic 3">
            <a:extLst>
              <a:ext uri="{FF2B5EF4-FFF2-40B4-BE49-F238E27FC236}">
                <a16:creationId xmlns:a16="http://schemas.microsoft.com/office/drawing/2014/main" id="{AE026620-8515-3B82-5313-9B28A6498B22}"/>
              </a:ext>
            </a:extLst>
          </p:cNvPr>
          <p:cNvGrpSpPr/>
          <p:nvPr/>
        </p:nvGrpSpPr>
        <p:grpSpPr>
          <a:xfrm>
            <a:off x="875767" y="1496106"/>
            <a:ext cx="4801479" cy="4479843"/>
            <a:chOff x="5410200" y="1388143"/>
            <a:chExt cx="4801479" cy="447984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C595EC4-2A6B-E48E-980E-FDE92DB688F5}"/>
                </a:ext>
              </a:extLst>
            </p:cNvPr>
            <p:cNvSpPr/>
            <p:nvPr/>
          </p:nvSpPr>
          <p:spPr>
            <a:xfrm>
              <a:off x="9464772" y="4033031"/>
              <a:ext cx="388619" cy="224203"/>
            </a:xfrm>
            <a:custGeom>
              <a:avLst/>
              <a:gdLst>
                <a:gd name="connsiteX0" fmla="*/ 0 w 388619"/>
                <a:gd name="connsiteY0" fmla="*/ 112102 h 224203"/>
                <a:gd name="connsiteX1" fmla="*/ 194310 w 388619"/>
                <a:gd name="connsiteY1" fmla="*/ 0 h 224203"/>
                <a:gd name="connsiteX2" fmla="*/ 388620 w 388619"/>
                <a:gd name="connsiteY2" fmla="*/ 112102 h 224203"/>
                <a:gd name="connsiteX3" fmla="*/ 194310 w 388619"/>
                <a:gd name="connsiteY3" fmla="*/ 224204 h 224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619" h="224203">
                  <a:moveTo>
                    <a:pt x="0" y="112102"/>
                  </a:moveTo>
                  <a:lnTo>
                    <a:pt x="194310" y="0"/>
                  </a:lnTo>
                  <a:lnTo>
                    <a:pt x="388620" y="112102"/>
                  </a:lnTo>
                  <a:lnTo>
                    <a:pt x="194310" y="224204"/>
                  </a:lnTo>
                  <a:close/>
                </a:path>
              </a:pathLst>
            </a:custGeom>
            <a:solidFill>
              <a:srgbClr val="DAF9FA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CEEFEE6-7624-15C9-1979-944E38740EF5}"/>
                </a:ext>
              </a:extLst>
            </p:cNvPr>
            <p:cNvSpPr/>
            <p:nvPr/>
          </p:nvSpPr>
          <p:spPr>
            <a:xfrm>
              <a:off x="9441473" y="4292404"/>
              <a:ext cx="770205" cy="444890"/>
            </a:xfrm>
            <a:custGeom>
              <a:avLst/>
              <a:gdLst>
                <a:gd name="connsiteX0" fmla="*/ 0 w 770205"/>
                <a:gd name="connsiteY0" fmla="*/ 222445 h 444890"/>
                <a:gd name="connsiteX1" fmla="*/ 385103 w 770205"/>
                <a:gd name="connsiteY1" fmla="*/ 0 h 444890"/>
                <a:gd name="connsiteX2" fmla="*/ 770206 w 770205"/>
                <a:gd name="connsiteY2" fmla="*/ 222445 h 444890"/>
                <a:gd name="connsiteX3" fmla="*/ 385103 w 770205"/>
                <a:gd name="connsiteY3" fmla="*/ 444891 h 44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205" h="444890">
                  <a:moveTo>
                    <a:pt x="0" y="222445"/>
                  </a:moveTo>
                  <a:lnTo>
                    <a:pt x="385103" y="0"/>
                  </a:lnTo>
                  <a:lnTo>
                    <a:pt x="770206" y="222445"/>
                  </a:lnTo>
                  <a:lnTo>
                    <a:pt x="385103" y="444891"/>
                  </a:lnTo>
                  <a:close/>
                </a:path>
              </a:pathLst>
            </a:custGeom>
            <a:solidFill>
              <a:srgbClr val="EDEAF9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5C707230-4E2E-CFE2-2FC2-3A7ED6F6BF30}"/>
                </a:ext>
              </a:extLst>
            </p:cNvPr>
            <p:cNvSpPr/>
            <p:nvPr/>
          </p:nvSpPr>
          <p:spPr>
            <a:xfrm>
              <a:off x="6948853" y="4064244"/>
              <a:ext cx="770205" cy="444890"/>
            </a:xfrm>
            <a:custGeom>
              <a:avLst/>
              <a:gdLst>
                <a:gd name="connsiteX0" fmla="*/ 0 w 770205"/>
                <a:gd name="connsiteY0" fmla="*/ 222445 h 444890"/>
                <a:gd name="connsiteX1" fmla="*/ 385103 w 770205"/>
                <a:gd name="connsiteY1" fmla="*/ 0 h 444890"/>
                <a:gd name="connsiteX2" fmla="*/ 770206 w 770205"/>
                <a:gd name="connsiteY2" fmla="*/ 222445 h 444890"/>
                <a:gd name="connsiteX3" fmla="*/ 385103 w 770205"/>
                <a:gd name="connsiteY3" fmla="*/ 444891 h 44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205" h="444890">
                  <a:moveTo>
                    <a:pt x="0" y="222445"/>
                  </a:moveTo>
                  <a:lnTo>
                    <a:pt x="385103" y="0"/>
                  </a:lnTo>
                  <a:lnTo>
                    <a:pt x="770206" y="222445"/>
                  </a:lnTo>
                  <a:lnTo>
                    <a:pt x="385103" y="444891"/>
                  </a:lnTo>
                  <a:close/>
                </a:path>
              </a:pathLst>
            </a:custGeom>
            <a:solidFill>
              <a:srgbClr val="EDEAF9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5DBF5744-DCA6-DA83-A6D9-24C89794C609}"/>
                </a:ext>
              </a:extLst>
            </p:cNvPr>
            <p:cNvSpPr/>
            <p:nvPr/>
          </p:nvSpPr>
          <p:spPr>
            <a:xfrm>
              <a:off x="5410200" y="4499023"/>
              <a:ext cx="389059" cy="224643"/>
            </a:xfrm>
            <a:custGeom>
              <a:avLst/>
              <a:gdLst>
                <a:gd name="connsiteX0" fmla="*/ 0 w 389059"/>
                <a:gd name="connsiteY0" fmla="*/ 112541 h 224643"/>
                <a:gd name="connsiteX1" fmla="*/ 194310 w 389059"/>
                <a:gd name="connsiteY1" fmla="*/ 0 h 224643"/>
                <a:gd name="connsiteX2" fmla="*/ 389060 w 389059"/>
                <a:gd name="connsiteY2" fmla="*/ 112541 h 224643"/>
                <a:gd name="connsiteX3" fmla="*/ 194310 w 389059"/>
                <a:gd name="connsiteY3" fmla="*/ 224643 h 224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9059" h="224643">
                  <a:moveTo>
                    <a:pt x="0" y="112541"/>
                  </a:moveTo>
                  <a:lnTo>
                    <a:pt x="194310" y="0"/>
                  </a:lnTo>
                  <a:lnTo>
                    <a:pt x="389060" y="112541"/>
                  </a:lnTo>
                  <a:lnTo>
                    <a:pt x="194310" y="224643"/>
                  </a:lnTo>
                  <a:close/>
                </a:path>
              </a:pathLst>
            </a:custGeom>
            <a:solidFill>
              <a:srgbClr val="DAF9FA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3997E804-E966-5FB6-0888-D2D2BE58FC2C}"/>
                </a:ext>
              </a:extLst>
            </p:cNvPr>
            <p:cNvSpPr/>
            <p:nvPr/>
          </p:nvSpPr>
          <p:spPr>
            <a:xfrm>
              <a:off x="7537498" y="3213148"/>
              <a:ext cx="388620" cy="224203"/>
            </a:xfrm>
            <a:custGeom>
              <a:avLst/>
              <a:gdLst>
                <a:gd name="connsiteX0" fmla="*/ 0 w 388620"/>
                <a:gd name="connsiteY0" fmla="*/ 112102 h 224203"/>
                <a:gd name="connsiteX1" fmla="*/ 194310 w 388620"/>
                <a:gd name="connsiteY1" fmla="*/ 0 h 224203"/>
                <a:gd name="connsiteX2" fmla="*/ 388620 w 388620"/>
                <a:gd name="connsiteY2" fmla="*/ 112102 h 224203"/>
                <a:gd name="connsiteX3" fmla="*/ 194310 w 388620"/>
                <a:gd name="connsiteY3" fmla="*/ 224204 h 224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620" h="224203">
                  <a:moveTo>
                    <a:pt x="0" y="112102"/>
                  </a:moveTo>
                  <a:lnTo>
                    <a:pt x="194310" y="0"/>
                  </a:lnTo>
                  <a:lnTo>
                    <a:pt x="388620" y="112102"/>
                  </a:lnTo>
                  <a:lnTo>
                    <a:pt x="194310" y="224204"/>
                  </a:lnTo>
                  <a:close/>
                </a:path>
              </a:pathLst>
            </a:custGeom>
            <a:solidFill>
              <a:srgbClr val="DAF9FA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B663E03E-43A0-3336-C473-7329EE186138}"/>
                </a:ext>
              </a:extLst>
            </p:cNvPr>
            <p:cNvSpPr/>
            <p:nvPr/>
          </p:nvSpPr>
          <p:spPr>
            <a:xfrm>
              <a:off x="7884355" y="2970920"/>
              <a:ext cx="770205" cy="444890"/>
            </a:xfrm>
            <a:custGeom>
              <a:avLst/>
              <a:gdLst>
                <a:gd name="connsiteX0" fmla="*/ 0 w 770205"/>
                <a:gd name="connsiteY0" fmla="*/ 222446 h 444890"/>
                <a:gd name="connsiteX1" fmla="*/ 385103 w 770205"/>
                <a:gd name="connsiteY1" fmla="*/ 0 h 444890"/>
                <a:gd name="connsiteX2" fmla="*/ 770206 w 770205"/>
                <a:gd name="connsiteY2" fmla="*/ 222446 h 444890"/>
                <a:gd name="connsiteX3" fmla="*/ 385103 w 770205"/>
                <a:gd name="connsiteY3" fmla="*/ 444891 h 44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205" h="444890">
                  <a:moveTo>
                    <a:pt x="0" y="222446"/>
                  </a:moveTo>
                  <a:lnTo>
                    <a:pt x="385103" y="0"/>
                  </a:lnTo>
                  <a:lnTo>
                    <a:pt x="770206" y="222446"/>
                  </a:lnTo>
                  <a:lnTo>
                    <a:pt x="385103" y="444891"/>
                  </a:lnTo>
                  <a:close/>
                </a:path>
              </a:pathLst>
            </a:custGeom>
            <a:solidFill>
              <a:srgbClr val="FFF5F9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015D2A38-6C0D-1253-57A5-8F8C002EF1C8}"/>
                </a:ext>
              </a:extLst>
            </p:cNvPr>
            <p:cNvSpPr/>
            <p:nvPr/>
          </p:nvSpPr>
          <p:spPr>
            <a:xfrm>
              <a:off x="7686088" y="5187461"/>
              <a:ext cx="770645" cy="444451"/>
            </a:xfrm>
            <a:custGeom>
              <a:avLst/>
              <a:gdLst>
                <a:gd name="connsiteX0" fmla="*/ 0 w 770645"/>
                <a:gd name="connsiteY0" fmla="*/ 222006 h 444451"/>
                <a:gd name="connsiteX1" fmla="*/ 385104 w 770645"/>
                <a:gd name="connsiteY1" fmla="*/ 0 h 444451"/>
                <a:gd name="connsiteX2" fmla="*/ 770646 w 770645"/>
                <a:gd name="connsiteY2" fmla="*/ 222006 h 444451"/>
                <a:gd name="connsiteX3" fmla="*/ 385104 w 770645"/>
                <a:gd name="connsiteY3" fmla="*/ 444451 h 444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645" h="444451">
                  <a:moveTo>
                    <a:pt x="0" y="222006"/>
                  </a:moveTo>
                  <a:lnTo>
                    <a:pt x="385104" y="0"/>
                  </a:lnTo>
                  <a:lnTo>
                    <a:pt x="770646" y="222006"/>
                  </a:lnTo>
                  <a:lnTo>
                    <a:pt x="385104" y="444451"/>
                  </a:lnTo>
                  <a:close/>
                </a:path>
              </a:pathLst>
            </a:custGeom>
            <a:solidFill>
              <a:srgbClr val="EDEAF9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FEB3F62-1430-3D7E-46D9-DBBF11677695}"/>
                </a:ext>
              </a:extLst>
            </p:cNvPr>
            <p:cNvSpPr/>
            <p:nvPr/>
          </p:nvSpPr>
          <p:spPr>
            <a:xfrm>
              <a:off x="7742799" y="5643342"/>
              <a:ext cx="388620" cy="224643"/>
            </a:xfrm>
            <a:custGeom>
              <a:avLst/>
              <a:gdLst>
                <a:gd name="connsiteX0" fmla="*/ 0 w 388620"/>
                <a:gd name="connsiteY0" fmla="*/ 112542 h 224643"/>
                <a:gd name="connsiteX1" fmla="*/ 194310 w 388620"/>
                <a:gd name="connsiteY1" fmla="*/ 0 h 224643"/>
                <a:gd name="connsiteX2" fmla="*/ 388620 w 388620"/>
                <a:gd name="connsiteY2" fmla="*/ 112542 h 224643"/>
                <a:gd name="connsiteX3" fmla="*/ 194310 w 388620"/>
                <a:gd name="connsiteY3" fmla="*/ 224644 h 224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620" h="224643">
                  <a:moveTo>
                    <a:pt x="0" y="112542"/>
                  </a:moveTo>
                  <a:lnTo>
                    <a:pt x="194310" y="0"/>
                  </a:lnTo>
                  <a:lnTo>
                    <a:pt x="388620" y="112542"/>
                  </a:lnTo>
                  <a:lnTo>
                    <a:pt x="194310" y="224644"/>
                  </a:lnTo>
                  <a:close/>
                </a:path>
              </a:pathLst>
            </a:custGeom>
            <a:solidFill>
              <a:srgbClr val="FFF5F9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0D6A7525-E287-41AD-B8B8-C601A7256AC3}"/>
                </a:ext>
              </a:extLst>
            </p:cNvPr>
            <p:cNvSpPr/>
            <p:nvPr/>
          </p:nvSpPr>
          <p:spPr>
            <a:xfrm>
              <a:off x="8154719" y="2472960"/>
              <a:ext cx="1051559" cy="1635532"/>
            </a:xfrm>
            <a:custGeom>
              <a:avLst/>
              <a:gdLst>
                <a:gd name="connsiteX0" fmla="*/ 1051560 w 1051559"/>
                <a:gd name="connsiteY0" fmla="*/ 577531 h 1635532"/>
                <a:gd name="connsiteX1" fmla="*/ 1051560 w 1051559"/>
                <a:gd name="connsiteY1" fmla="*/ 1572820 h 1635532"/>
                <a:gd name="connsiteX2" fmla="*/ 1027381 w 1051559"/>
                <a:gd name="connsiteY2" fmla="*/ 1622496 h 1635532"/>
                <a:gd name="connsiteX3" fmla="*/ 1009357 w 1051559"/>
                <a:gd name="connsiteY3" fmla="*/ 1632168 h 1635532"/>
                <a:gd name="connsiteX4" fmla="*/ 957922 w 1051559"/>
                <a:gd name="connsiteY4" fmla="*/ 1627332 h 1635532"/>
                <a:gd name="connsiteX5" fmla="*/ 31213 w 1051559"/>
                <a:gd name="connsiteY5" fmla="*/ 1092320 h 1635532"/>
                <a:gd name="connsiteX6" fmla="*/ 0 w 1051559"/>
                <a:gd name="connsiteY6" fmla="*/ 1037808 h 1635532"/>
                <a:gd name="connsiteX7" fmla="*/ 0 w 1051559"/>
                <a:gd name="connsiteY7" fmla="*/ 191988 h 1635532"/>
                <a:gd name="connsiteX8" fmla="*/ 59788 w 1051559"/>
                <a:gd name="connsiteY8" fmla="*/ 52630 h 1635532"/>
                <a:gd name="connsiteX9" fmla="*/ 114740 w 1051559"/>
                <a:gd name="connsiteY9" fmla="*/ 16581 h 1635532"/>
                <a:gd name="connsiteX10" fmla="*/ 234754 w 1051559"/>
                <a:gd name="connsiteY10" fmla="*/ 5151 h 1635532"/>
                <a:gd name="connsiteX11" fmla="*/ 287508 w 1051559"/>
                <a:gd name="connsiteY11" fmla="*/ 25813 h 1635532"/>
                <a:gd name="connsiteX12" fmla="*/ 302016 w 1051559"/>
                <a:gd name="connsiteY12" fmla="*/ 34166 h 1635532"/>
                <a:gd name="connsiteX13" fmla="*/ 955723 w 1051559"/>
                <a:gd name="connsiteY13" fmla="*/ 411796 h 1635532"/>
                <a:gd name="connsiteX14" fmla="*/ 1051560 w 1051559"/>
                <a:gd name="connsiteY14" fmla="*/ 577531 h 1635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51559" h="1635532">
                  <a:moveTo>
                    <a:pt x="1051560" y="577531"/>
                  </a:moveTo>
                  <a:lnTo>
                    <a:pt x="1051560" y="1572820"/>
                  </a:lnTo>
                  <a:cubicBezTo>
                    <a:pt x="1051560" y="1593482"/>
                    <a:pt x="1041888" y="1611066"/>
                    <a:pt x="1027381" y="1622496"/>
                  </a:cubicBezTo>
                  <a:cubicBezTo>
                    <a:pt x="1022106" y="1626453"/>
                    <a:pt x="1015951" y="1629970"/>
                    <a:pt x="1009357" y="1632168"/>
                  </a:cubicBezTo>
                  <a:cubicBezTo>
                    <a:pt x="993531" y="1637443"/>
                    <a:pt x="974627" y="1637004"/>
                    <a:pt x="957922" y="1627332"/>
                  </a:cubicBezTo>
                  <a:lnTo>
                    <a:pt x="31213" y="1092320"/>
                  </a:lnTo>
                  <a:cubicBezTo>
                    <a:pt x="11869" y="1080890"/>
                    <a:pt x="0" y="1060228"/>
                    <a:pt x="0" y="1037808"/>
                  </a:cubicBezTo>
                  <a:lnTo>
                    <a:pt x="0" y="191988"/>
                  </a:lnTo>
                  <a:cubicBezTo>
                    <a:pt x="0" y="135278"/>
                    <a:pt x="23739" y="86920"/>
                    <a:pt x="59788" y="52630"/>
                  </a:cubicBezTo>
                  <a:cubicBezTo>
                    <a:pt x="76053" y="37683"/>
                    <a:pt x="94517" y="25374"/>
                    <a:pt x="114740" y="16581"/>
                  </a:cubicBezTo>
                  <a:cubicBezTo>
                    <a:pt x="151227" y="316"/>
                    <a:pt x="193431" y="-4960"/>
                    <a:pt x="234754" y="5151"/>
                  </a:cubicBezTo>
                  <a:cubicBezTo>
                    <a:pt x="252647" y="8963"/>
                    <a:pt x="270231" y="15847"/>
                    <a:pt x="287508" y="25813"/>
                  </a:cubicBezTo>
                  <a:lnTo>
                    <a:pt x="302016" y="34166"/>
                  </a:lnTo>
                  <a:lnTo>
                    <a:pt x="955723" y="411796"/>
                  </a:lnTo>
                  <a:cubicBezTo>
                    <a:pt x="1015072" y="445646"/>
                    <a:pt x="1051560" y="508951"/>
                    <a:pt x="1051560" y="577531"/>
                  </a:cubicBezTo>
                  <a:close/>
                </a:path>
              </a:pathLst>
            </a:custGeom>
            <a:solidFill>
              <a:srgbClr val="E2E0F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4EE5F50F-6CD8-22EA-DD65-BEEEF29E9349}"/>
                </a:ext>
              </a:extLst>
            </p:cNvPr>
            <p:cNvSpPr/>
            <p:nvPr/>
          </p:nvSpPr>
          <p:spPr>
            <a:xfrm>
              <a:off x="8269458" y="2348425"/>
              <a:ext cx="1162343" cy="1747031"/>
            </a:xfrm>
            <a:custGeom>
              <a:avLst/>
              <a:gdLst>
                <a:gd name="connsiteX0" fmla="*/ 1162343 w 1162343"/>
                <a:gd name="connsiteY0" fmla="*/ 575017 h 1747031"/>
                <a:gd name="connsiteX1" fmla="*/ 1162343 w 1162343"/>
                <a:gd name="connsiteY1" fmla="*/ 1569866 h 1747031"/>
                <a:gd name="connsiteX2" fmla="*/ 1135526 w 1162343"/>
                <a:gd name="connsiteY2" fmla="*/ 1621302 h 1747031"/>
                <a:gd name="connsiteX3" fmla="*/ 1124976 w 1162343"/>
                <a:gd name="connsiteY3" fmla="*/ 1627016 h 1747031"/>
                <a:gd name="connsiteX4" fmla="*/ 912641 w 1162343"/>
                <a:gd name="connsiteY4" fmla="*/ 1747031 h 1747031"/>
                <a:gd name="connsiteX5" fmla="*/ 936820 w 1162343"/>
                <a:gd name="connsiteY5" fmla="*/ 1697355 h 1747031"/>
                <a:gd name="connsiteX6" fmla="*/ 936820 w 1162343"/>
                <a:gd name="connsiteY6" fmla="*/ 702066 h 1747031"/>
                <a:gd name="connsiteX7" fmla="*/ 840984 w 1162343"/>
                <a:gd name="connsiteY7" fmla="*/ 536331 h 1747031"/>
                <a:gd name="connsiteX8" fmla="*/ 187276 w 1162343"/>
                <a:gd name="connsiteY8" fmla="*/ 158701 h 1747031"/>
                <a:gd name="connsiteX9" fmla="*/ 172769 w 1162343"/>
                <a:gd name="connsiteY9" fmla="*/ 150349 h 1747031"/>
                <a:gd name="connsiteX10" fmla="*/ 120015 w 1162343"/>
                <a:gd name="connsiteY10" fmla="*/ 129687 h 1747031"/>
                <a:gd name="connsiteX11" fmla="*/ 0 w 1162343"/>
                <a:gd name="connsiteY11" fmla="*/ 141116 h 1747031"/>
                <a:gd name="connsiteX12" fmla="*/ 202223 w 1162343"/>
                <a:gd name="connsiteY12" fmla="*/ 25498 h 1747031"/>
                <a:gd name="connsiteX13" fmla="*/ 202663 w 1162343"/>
                <a:gd name="connsiteY13" fmla="*/ 25058 h 1747031"/>
                <a:gd name="connsiteX14" fmla="*/ 211455 w 1162343"/>
                <a:gd name="connsiteY14" fmla="*/ 20222 h 1747031"/>
                <a:gd name="connsiteX15" fmla="*/ 212334 w 1162343"/>
                <a:gd name="connsiteY15" fmla="*/ 19783 h 1747031"/>
                <a:gd name="connsiteX16" fmla="*/ 268605 w 1162343"/>
                <a:gd name="connsiteY16" fmla="*/ 0 h 1747031"/>
                <a:gd name="connsiteX17" fmla="*/ 268165 w 1162343"/>
                <a:gd name="connsiteY17" fmla="*/ 9232 h 1747031"/>
                <a:gd name="connsiteX18" fmla="*/ 267286 w 1162343"/>
                <a:gd name="connsiteY18" fmla="*/ 18024 h 1747031"/>
                <a:gd name="connsiteX19" fmla="*/ 308610 w 1162343"/>
                <a:gd name="connsiteY19" fmla="*/ 66382 h 1747031"/>
                <a:gd name="connsiteX20" fmla="*/ 345098 w 1162343"/>
                <a:gd name="connsiteY20" fmla="*/ 72537 h 1747031"/>
                <a:gd name="connsiteX21" fmla="*/ 368397 w 1162343"/>
                <a:gd name="connsiteY21" fmla="*/ 70338 h 1747031"/>
                <a:gd name="connsiteX22" fmla="*/ 378509 w 1162343"/>
                <a:gd name="connsiteY22" fmla="*/ 67261 h 1747031"/>
                <a:gd name="connsiteX23" fmla="*/ 418953 w 1162343"/>
                <a:gd name="connsiteY23" fmla="*/ 35169 h 1747031"/>
                <a:gd name="connsiteX24" fmla="*/ 451045 w 1162343"/>
                <a:gd name="connsiteY24" fmla="*/ 53633 h 1747031"/>
                <a:gd name="connsiteX25" fmla="*/ 758337 w 1162343"/>
                <a:gd name="connsiteY25" fmla="*/ 230798 h 1747031"/>
                <a:gd name="connsiteX26" fmla="*/ 760974 w 1162343"/>
                <a:gd name="connsiteY26" fmla="*/ 309489 h 1747031"/>
                <a:gd name="connsiteX27" fmla="*/ 760535 w 1162343"/>
                <a:gd name="connsiteY27" fmla="*/ 397852 h 1747031"/>
                <a:gd name="connsiteX28" fmla="*/ 760535 w 1162343"/>
                <a:gd name="connsiteY28" fmla="*/ 397852 h 1747031"/>
                <a:gd name="connsiteX29" fmla="*/ 760095 w 1162343"/>
                <a:gd name="connsiteY29" fmla="*/ 406644 h 1747031"/>
                <a:gd name="connsiteX30" fmla="*/ 760095 w 1162343"/>
                <a:gd name="connsiteY30" fmla="*/ 407084 h 1747031"/>
                <a:gd name="connsiteX31" fmla="*/ 837907 w 1162343"/>
                <a:gd name="connsiteY31" fmla="*/ 458519 h 1747031"/>
                <a:gd name="connsiteX32" fmla="*/ 915719 w 1162343"/>
                <a:gd name="connsiteY32" fmla="*/ 404006 h 1747031"/>
                <a:gd name="connsiteX33" fmla="*/ 915279 w 1162343"/>
                <a:gd name="connsiteY33" fmla="*/ 321359 h 1747031"/>
                <a:gd name="connsiteX34" fmla="*/ 1066507 w 1162343"/>
                <a:gd name="connsiteY34" fmla="*/ 408842 h 1747031"/>
                <a:gd name="connsiteX35" fmla="*/ 1162343 w 1162343"/>
                <a:gd name="connsiteY35" fmla="*/ 575017 h 1747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162343" h="1747031">
                  <a:moveTo>
                    <a:pt x="1162343" y="575017"/>
                  </a:moveTo>
                  <a:lnTo>
                    <a:pt x="1162343" y="1569866"/>
                  </a:lnTo>
                  <a:cubicBezTo>
                    <a:pt x="1162343" y="1591847"/>
                    <a:pt x="1151353" y="1610311"/>
                    <a:pt x="1135526" y="1621302"/>
                  </a:cubicBezTo>
                  <a:lnTo>
                    <a:pt x="1124976" y="1627016"/>
                  </a:lnTo>
                  <a:lnTo>
                    <a:pt x="912641" y="1747031"/>
                  </a:lnTo>
                  <a:cubicBezTo>
                    <a:pt x="927149" y="1735602"/>
                    <a:pt x="936820" y="1718017"/>
                    <a:pt x="936820" y="1697355"/>
                  </a:cubicBezTo>
                  <a:lnTo>
                    <a:pt x="936820" y="702066"/>
                  </a:lnTo>
                  <a:cubicBezTo>
                    <a:pt x="936820" y="633486"/>
                    <a:pt x="900332" y="570181"/>
                    <a:pt x="840984" y="536331"/>
                  </a:cubicBezTo>
                  <a:lnTo>
                    <a:pt x="187276" y="158701"/>
                  </a:lnTo>
                  <a:lnTo>
                    <a:pt x="172769" y="150349"/>
                  </a:lnTo>
                  <a:cubicBezTo>
                    <a:pt x="155492" y="140382"/>
                    <a:pt x="137907" y="133498"/>
                    <a:pt x="120015" y="129687"/>
                  </a:cubicBezTo>
                  <a:cubicBezTo>
                    <a:pt x="78691" y="119575"/>
                    <a:pt x="36488" y="124851"/>
                    <a:pt x="0" y="141116"/>
                  </a:cubicBezTo>
                  <a:lnTo>
                    <a:pt x="202223" y="25498"/>
                  </a:lnTo>
                  <a:lnTo>
                    <a:pt x="202663" y="25058"/>
                  </a:lnTo>
                  <a:lnTo>
                    <a:pt x="211455" y="20222"/>
                  </a:lnTo>
                  <a:lnTo>
                    <a:pt x="212334" y="19783"/>
                  </a:lnTo>
                  <a:cubicBezTo>
                    <a:pt x="229919" y="10551"/>
                    <a:pt x="248822" y="3956"/>
                    <a:pt x="268605" y="0"/>
                  </a:cubicBezTo>
                  <a:cubicBezTo>
                    <a:pt x="268165" y="6154"/>
                    <a:pt x="268165" y="9232"/>
                    <a:pt x="268165" y="9232"/>
                  </a:cubicBezTo>
                  <a:cubicBezTo>
                    <a:pt x="267594" y="12164"/>
                    <a:pt x="267286" y="15092"/>
                    <a:pt x="267286" y="18024"/>
                  </a:cubicBezTo>
                  <a:cubicBezTo>
                    <a:pt x="267286" y="39126"/>
                    <a:pt x="283991" y="57150"/>
                    <a:pt x="308610" y="66382"/>
                  </a:cubicBezTo>
                  <a:cubicBezTo>
                    <a:pt x="319600" y="70338"/>
                    <a:pt x="331910" y="72537"/>
                    <a:pt x="345098" y="72537"/>
                  </a:cubicBezTo>
                  <a:cubicBezTo>
                    <a:pt x="353319" y="72537"/>
                    <a:pt x="361056" y="71802"/>
                    <a:pt x="368397" y="70338"/>
                  </a:cubicBezTo>
                  <a:cubicBezTo>
                    <a:pt x="371915" y="69459"/>
                    <a:pt x="375300" y="68435"/>
                    <a:pt x="378509" y="67261"/>
                  </a:cubicBezTo>
                  <a:cubicBezTo>
                    <a:pt x="397412" y="61106"/>
                    <a:pt x="412799" y="49237"/>
                    <a:pt x="418953" y="35169"/>
                  </a:cubicBezTo>
                  <a:lnTo>
                    <a:pt x="451045" y="53633"/>
                  </a:lnTo>
                  <a:lnTo>
                    <a:pt x="758337" y="230798"/>
                  </a:lnTo>
                  <a:cubicBezTo>
                    <a:pt x="759655" y="259373"/>
                    <a:pt x="760535" y="285750"/>
                    <a:pt x="760974" y="309489"/>
                  </a:cubicBezTo>
                  <a:cubicBezTo>
                    <a:pt x="761414" y="349054"/>
                    <a:pt x="760974" y="379828"/>
                    <a:pt x="760535" y="397852"/>
                  </a:cubicBezTo>
                  <a:cubicBezTo>
                    <a:pt x="760535" y="397852"/>
                    <a:pt x="760535" y="397852"/>
                    <a:pt x="760535" y="397852"/>
                  </a:cubicBezTo>
                  <a:cubicBezTo>
                    <a:pt x="760535" y="401369"/>
                    <a:pt x="760403" y="404301"/>
                    <a:pt x="760095" y="406644"/>
                  </a:cubicBezTo>
                  <a:cubicBezTo>
                    <a:pt x="760095" y="406939"/>
                    <a:pt x="760095" y="407084"/>
                    <a:pt x="760095" y="407084"/>
                  </a:cubicBezTo>
                  <a:cubicBezTo>
                    <a:pt x="762293" y="435659"/>
                    <a:pt x="796143" y="458519"/>
                    <a:pt x="837907" y="458519"/>
                  </a:cubicBezTo>
                  <a:cubicBezTo>
                    <a:pt x="880989" y="458519"/>
                    <a:pt x="915719" y="433900"/>
                    <a:pt x="915719" y="404006"/>
                  </a:cubicBezTo>
                  <a:cubicBezTo>
                    <a:pt x="915719" y="404006"/>
                    <a:pt x="916598" y="372354"/>
                    <a:pt x="915279" y="321359"/>
                  </a:cubicBezTo>
                  <a:lnTo>
                    <a:pt x="1066507" y="408842"/>
                  </a:lnTo>
                  <a:cubicBezTo>
                    <a:pt x="1125855" y="443132"/>
                    <a:pt x="1162343" y="506437"/>
                    <a:pt x="1162343" y="575017"/>
                  </a:cubicBezTo>
                  <a:close/>
                </a:path>
              </a:pathLst>
            </a:custGeom>
            <a:solidFill>
              <a:srgbClr val="5E19F4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8032F363-3EA9-B5DD-8013-6995346F2922}"/>
                </a:ext>
              </a:extLst>
            </p:cNvPr>
            <p:cNvSpPr/>
            <p:nvPr/>
          </p:nvSpPr>
          <p:spPr>
            <a:xfrm>
              <a:off x="8536744" y="1858188"/>
              <a:ext cx="648719" cy="898200"/>
            </a:xfrm>
            <a:custGeom>
              <a:avLst/>
              <a:gdLst>
                <a:gd name="connsiteX0" fmla="*/ 648433 w 648719"/>
                <a:gd name="connsiteY0" fmla="*/ 894244 h 898200"/>
                <a:gd name="connsiteX1" fmla="*/ 647993 w 648719"/>
                <a:gd name="connsiteY1" fmla="*/ 898200 h 898200"/>
                <a:gd name="connsiteX2" fmla="*/ 647993 w 648719"/>
                <a:gd name="connsiteY2" fmla="*/ 893804 h 898200"/>
                <a:gd name="connsiteX3" fmla="*/ 368837 w 648719"/>
                <a:gd name="connsiteY3" fmla="*/ 123158 h 898200"/>
                <a:gd name="connsiteX4" fmla="*/ 299818 w 648719"/>
                <a:gd name="connsiteY4" fmla="*/ 91946 h 898200"/>
                <a:gd name="connsiteX5" fmla="*/ 240030 w 648719"/>
                <a:gd name="connsiteY5" fmla="*/ 82274 h 898200"/>
                <a:gd name="connsiteX6" fmla="*/ 189035 w 648719"/>
                <a:gd name="connsiteY6" fmla="*/ 90627 h 898200"/>
                <a:gd name="connsiteX7" fmla="*/ 145513 w 648719"/>
                <a:gd name="connsiteY7" fmla="*/ 114805 h 898200"/>
                <a:gd name="connsiteX8" fmla="*/ 109464 w 648719"/>
                <a:gd name="connsiteY8" fmla="*/ 151294 h 898200"/>
                <a:gd name="connsiteX9" fmla="*/ 80010 w 648719"/>
                <a:gd name="connsiteY9" fmla="*/ 197453 h 898200"/>
                <a:gd name="connsiteX10" fmla="*/ 56271 w 648719"/>
                <a:gd name="connsiteY10" fmla="*/ 251086 h 898200"/>
                <a:gd name="connsiteX11" fmla="*/ 37807 w 648719"/>
                <a:gd name="connsiteY11" fmla="*/ 308236 h 898200"/>
                <a:gd name="connsiteX12" fmla="*/ 24179 w 648719"/>
                <a:gd name="connsiteY12" fmla="*/ 366705 h 898200"/>
                <a:gd name="connsiteX13" fmla="*/ 14508 w 648719"/>
                <a:gd name="connsiteY13" fmla="*/ 423416 h 898200"/>
                <a:gd name="connsiteX14" fmla="*/ 7913 w 648719"/>
                <a:gd name="connsiteY14" fmla="*/ 475730 h 898200"/>
                <a:gd name="connsiteX15" fmla="*/ 3517 w 648719"/>
                <a:gd name="connsiteY15" fmla="*/ 524527 h 898200"/>
                <a:gd name="connsiteX16" fmla="*/ 0 w 648719"/>
                <a:gd name="connsiteY16" fmla="*/ 508261 h 898200"/>
                <a:gd name="connsiteX17" fmla="*/ 2198 w 648719"/>
                <a:gd name="connsiteY17" fmla="*/ 469575 h 898200"/>
                <a:gd name="connsiteX18" fmla="*/ 3517 w 648719"/>
                <a:gd name="connsiteY18" fmla="*/ 440561 h 898200"/>
                <a:gd name="connsiteX19" fmla="*/ 6594 w 648719"/>
                <a:gd name="connsiteY19" fmla="*/ 403633 h 898200"/>
                <a:gd name="connsiteX20" fmla="*/ 11430 w 648719"/>
                <a:gd name="connsiteY20" fmla="*/ 361430 h 898200"/>
                <a:gd name="connsiteX21" fmla="*/ 18464 w 648719"/>
                <a:gd name="connsiteY21" fmla="*/ 314830 h 898200"/>
                <a:gd name="connsiteX22" fmla="*/ 28135 w 648719"/>
                <a:gd name="connsiteY22" fmla="*/ 266473 h 898200"/>
                <a:gd name="connsiteX23" fmla="*/ 40445 w 648719"/>
                <a:gd name="connsiteY23" fmla="*/ 216796 h 898200"/>
                <a:gd name="connsiteX24" fmla="*/ 56271 w 648719"/>
                <a:gd name="connsiteY24" fmla="*/ 168878 h 898200"/>
                <a:gd name="connsiteX25" fmla="*/ 75614 w 648719"/>
                <a:gd name="connsiteY25" fmla="*/ 123598 h 898200"/>
                <a:gd name="connsiteX26" fmla="*/ 99354 w 648719"/>
                <a:gd name="connsiteY26" fmla="*/ 83153 h 898200"/>
                <a:gd name="connsiteX27" fmla="*/ 127488 w 648719"/>
                <a:gd name="connsiteY27" fmla="*/ 48424 h 898200"/>
                <a:gd name="connsiteX28" fmla="*/ 160460 w 648719"/>
                <a:gd name="connsiteY28" fmla="*/ 22047 h 898200"/>
                <a:gd name="connsiteX29" fmla="*/ 198706 w 648719"/>
                <a:gd name="connsiteY29" fmla="*/ 5341 h 898200"/>
                <a:gd name="connsiteX30" fmla="*/ 243108 w 648719"/>
                <a:gd name="connsiteY30" fmla="*/ 66 h 898200"/>
                <a:gd name="connsiteX31" fmla="*/ 293224 w 648719"/>
                <a:gd name="connsiteY31" fmla="*/ 7979 h 898200"/>
                <a:gd name="connsiteX32" fmla="*/ 349934 w 648719"/>
                <a:gd name="connsiteY32" fmla="*/ 30399 h 898200"/>
                <a:gd name="connsiteX33" fmla="*/ 368837 w 648719"/>
                <a:gd name="connsiteY33" fmla="*/ 40950 h 898200"/>
                <a:gd name="connsiteX34" fmla="*/ 647993 w 648719"/>
                <a:gd name="connsiteY34" fmla="*/ 811596 h 898200"/>
                <a:gd name="connsiteX35" fmla="*/ 648433 w 648719"/>
                <a:gd name="connsiteY35" fmla="*/ 894244 h 898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48719" h="898200">
                  <a:moveTo>
                    <a:pt x="648433" y="894244"/>
                  </a:moveTo>
                  <a:cubicBezTo>
                    <a:pt x="648433" y="895417"/>
                    <a:pt x="648301" y="896736"/>
                    <a:pt x="647993" y="898200"/>
                  </a:cubicBezTo>
                  <a:cubicBezTo>
                    <a:pt x="647993" y="896736"/>
                    <a:pt x="647993" y="895268"/>
                    <a:pt x="647993" y="893804"/>
                  </a:cubicBezTo>
                  <a:cubicBezTo>
                    <a:pt x="642718" y="707407"/>
                    <a:pt x="604911" y="259439"/>
                    <a:pt x="368837" y="123158"/>
                  </a:cubicBezTo>
                  <a:cubicBezTo>
                    <a:pt x="347296" y="110409"/>
                    <a:pt x="323997" y="99419"/>
                    <a:pt x="299818" y="91946"/>
                  </a:cubicBezTo>
                  <a:cubicBezTo>
                    <a:pt x="280475" y="86230"/>
                    <a:pt x="260692" y="82274"/>
                    <a:pt x="240030" y="82274"/>
                  </a:cubicBezTo>
                  <a:cubicBezTo>
                    <a:pt x="222885" y="82274"/>
                    <a:pt x="205301" y="84912"/>
                    <a:pt x="189035" y="90627"/>
                  </a:cubicBezTo>
                  <a:cubicBezTo>
                    <a:pt x="173209" y="96342"/>
                    <a:pt x="158702" y="104694"/>
                    <a:pt x="145513" y="114805"/>
                  </a:cubicBezTo>
                  <a:cubicBezTo>
                    <a:pt x="131885" y="125356"/>
                    <a:pt x="120015" y="137666"/>
                    <a:pt x="109464" y="151294"/>
                  </a:cubicBezTo>
                  <a:cubicBezTo>
                    <a:pt x="98034" y="165801"/>
                    <a:pt x="88363" y="181627"/>
                    <a:pt x="80010" y="197453"/>
                  </a:cubicBezTo>
                  <a:cubicBezTo>
                    <a:pt x="70779" y="215038"/>
                    <a:pt x="63305" y="232622"/>
                    <a:pt x="56271" y="251086"/>
                  </a:cubicBezTo>
                  <a:cubicBezTo>
                    <a:pt x="49237" y="269550"/>
                    <a:pt x="43083" y="288893"/>
                    <a:pt x="37807" y="308236"/>
                  </a:cubicBezTo>
                  <a:cubicBezTo>
                    <a:pt x="32532" y="327579"/>
                    <a:pt x="28003" y="347068"/>
                    <a:pt x="24179" y="366705"/>
                  </a:cubicBezTo>
                  <a:cubicBezTo>
                    <a:pt x="20354" y="385464"/>
                    <a:pt x="17145" y="404367"/>
                    <a:pt x="14508" y="423416"/>
                  </a:cubicBezTo>
                  <a:cubicBezTo>
                    <a:pt x="11870" y="440706"/>
                    <a:pt x="9672" y="458145"/>
                    <a:pt x="7913" y="475730"/>
                  </a:cubicBezTo>
                  <a:cubicBezTo>
                    <a:pt x="6155" y="491851"/>
                    <a:pt x="4704" y="508116"/>
                    <a:pt x="3517" y="524527"/>
                  </a:cubicBezTo>
                  <a:cubicBezTo>
                    <a:pt x="1187" y="519546"/>
                    <a:pt x="0" y="514121"/>
                    <a:pt x="0" y="508261"/>
                  </a:cubicBezTo>
                  <a:cubicBezTo>
                    <a:pt x="0" y="495513"/>
                    <a:pt x="1319" y="482324"/>
                    <a:pt x="2198" y="469575"/>
                  </a:cubicBezTo>
                  <a:cubicBezTo>
                    <a:pt x="2506" y="459904"/>
                    <a:pt x="2946" y="450232"/>
                    <a:pt x="3517" y="440561"/>
                  </a:cubicBezTo>
                  <a:cubicBezTo>
                    <a:pt x="4396" y="428251"/>
                    <a:pt x="5408" y="415942"/>
                    <a:pt x="6594" y="403633"/>
                  </a:cubicBezTo>
                  <a:cubicBezTo>
                    <a:pt x="8045" y="389565"/>
                    <a:pt x="9672" y="375497"/>
                    <a:pt x="11430" y="361430"/>
                  </a:cubicBezTo>
                  <a:cubicBezTo>
                    <a:pt x="13496" y="345898"/>
                    <a:pt x="15827" y="330362"/>
                    <a:pt x="18464" y="314830"/>
                  </a:cubicBezTo>
                  <a:cubicBezTo>
                    <a:pt x="21409" y="298710"/>
                    <a:pt x="24619" y="282594"/>
                    <a:pt x="28135" y="266473"/>
                  </a:cubicBezTo>
                  <a:cubicBezTo>
                    <a:pt x="31653" y="249767"/>
                    <a:pt x="35741" y="233207"/>
                    <a:pt x="40445" y="216796"/>
                  </a:cubicBezTo>
                  <a:cubicBezTo>
                    <a:pt x="45149" y="200676"/>
                    <a:pt x="50424" y="184704"/>
                    <a:pt x="56271" y="168878"/>
                  </a:cubicBezTo>
                  <a:cubicBezTo>
                    <a:pt x="61986" y="153492"/>
                    <a:pt x="68580" y="138545"/>
                    <a:pt x="75614" y="123598"/>
                  </a:cubicBezTo>
                  <a:cubicBezTo>
                    <a:pt x="82648" y="109530"/>
                    <a:pt x="90561" y="95902"/>
                    <a:pt x="99354" y="83153"/>
                  </a:cubicBezTo>
                  <a:cubicBezTo>
                    <a:pt x="107706" y="70844"/>
                    <a:pt x="116938" y="58974"/>
                    <a:pt x="127488" y="48424"/>
                  </a:cubicBezTo>
                  <a:cubicBezTo>
                    <a:pt x="137600" y="38312"/>
                    <a:pt x="148590" y="29520"/>
                    <a:pt x="160460" y="22047"/>
                  </a:cubicBezTo>
                  <a:cubicBezTo>
                    <a:pt x="172330" y="14573"/>
                    <a:pt x="185518" y="8858"/>
                    <a:pt x="198706" y="5341"/>
                  </a:cubicBezTo>
                  <a:cubicBezTo>
                    <a:pt x="213213" y="1385"/>
                    <a:pt x="228160" y="-374"/>
                    <a:pt x="243108" y="66"/>
                  </a:cubicBezTo>
                  <a:cubicBezTo>
                    <a:pt x="259813" y="505"/>
                    <a:pt x="276958" y="3143"/>
                    <a:pt x="293224" y="7979"/>
                  </a:cubicBezTo>
                  <a:cubicBezTo>
                    <a:pt x="312567" y="13254"/>
                    <a:pt x="331470" y="21167"/>
                    <a:pt x="349934" y="30399"/>
                  </a:cubicBezTo>
                  <a:cubicBezTo>
                    <a:pt x="356397" y="33916"/>
                    <a:pt x="362683" y="37433"/>
                    <a:pt x="368837" y="40950"/>
                  </a:cubicBezTo>
                  <a:cubicBezTo>
                    <a:pt x="604911" y="177231"/>
                    <a:pt x="642718" y="625199"/>
                    <a:pt x="647993" y="811596"/>
                  </a:cubicBezTo>
                  <a:cubicBezTo>
                    <a:pt x="649312" y="862591"/>
                    <a:pt x="648433" y="894244"/>
                    <a:pt x="648433" y="894244"/>
                  </a:cubicBezTo>
                  <a:close/>
                </a:path>
              </a:pathLst>
            </a:custGeom>
            <a:solidFill>
              <a:srgbClr val="FF80A1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AC5D3D86-341A-B706-22A5-5B0824C211FF}"/>
                </a:ext>
              </a:extLst>
            </p:cNvPr>
            <p:cNvSpPr/>
            <p:nvPr/>
          </p:nvSpPr>
          <p:spPr>
            <a:xfrm>
              <a:off x="8540261" y="1940341"/>
              <a:ext cx="644476" cy="866602"/>
            </a:xfrm>
            <a:custGeom>
              <a:avLst/>
              <a:gdLst>
                <a:gd name="connsiteX0" fmla="*/ 644476 w 644476"/>
                <a:gd name="connsiteY0" fmla="*/ 816047 h 866602"/>
                <a:gd name="connsiteX1" fmla="*/ 567104 w 644476"/>
                <a:gd name="connsiteY1" fmla="*/ 866602 h 866602"/>
                <a:gd name="connsiteX2" fmla="*/ 490171 w 644476"/>
                <a:gd name="connsiteY2" fmla="*/ 820443 h 866602"/>
                <a:gd name="connsiteX3" fmla="*/ 489292 w 644476"/>
                <a:gd name="connsiteY3" fmla="*/ 815167 h 866602"/>
                <a:gd name="connsiteX4" fmla="*/ 489292 w 644476"/>
                <a:gd name="connsiteY4" fmla="*/ 814728 h 866602"/>
                <a:gd name="connsiteX5" fmla="*/ 489732 w 644476"/>
                <a:gd name="connsiteY5" fmla="*/ 805935 h 866602"/>
                <a:gd name="connsiteX6" fmla="*/ 489732 w 644476"/>
                <a:gd name="connsiteY6" fmla="*/ 805935 h 866602"/>
                <a:gd name="connsiteX7" fmla="*/ 489732 w 644476"/>
                <a:gd name="connsiteY7" fmla="*/ 795824 h 866602"/>
                <a:gd name="connsiteX8" fmla="*/ 489732 w 644476"/>
                <a:gd name="connsiteY8" fmla="*/ 795385 h 866602"/>
                <a:gd name="connsiteX9" fmla="*/ 490171 w 644476"/>
                <a:gd name="connsiteY9" fmla="*/ 717573 h 866602"/>
                <a:gd name="connsiteX10" fmla="*/ 487534 w 644476"/>
                <a:gd name="connsiteY10" fmla="*/ 638882 h 866602"/>
                <a:gd name="connsiteX11" fmla="*/ 310368 w 644476"/>
                <a:gd name="connsiteY11" fmla="*/ 100353 h 866602"/>
                <a:gd name="connsiteX12" fmla="*/ 152107 w 644476"/>
                <a:gd name="connsiteY12" fmla="*/ 426108 h 866602"/>
                <a:gd name="connsiteX13" fmla="*/ 148150 w 644476"/>
                <a:gd name="connsiteY13" fmla="*/ 443253 h 866602"/>
                <a:gd name="connsiteX14" fmla="*/ 107706 w 644476"/>
                <a:gd name="connsiteY14" fmla="*/ 475345 h 866602"/>
                <a:gd name="connsiteX15" fmla="*/ 97594 w 644476"/>
                <a:gd name="connsiteY15" fmla="*/ 478422 h 866602"/>
                <a:gd name="connsiteX16" fmla="*/ 74295 w 644476"/>
                <a:gd name="connsiteY16" fmla="*/ 480620 h 866602"/>
                <a:gd name="connsiteX17" fmla="*/ 37807 w 644476"/>
                <a:gd name="connsiteY17" fmla="*/ 474465 h 866602"/>
                <a:gd name="connsiteX18" fmla="*/ 0 w 644476"/>
                <a:gd name="connsiteY18" fmla="*/ 442373 h 866602"/>
                <a:gd name="connsiteX19" fmla="*/ 365320 w 644476"/>
                <a:gd name="connsiteY19" fmla="*/ 41005 h 866602"/>
                <a:gd name="connsiteX20" fmla="*/ 644476 w 644476"/>
                <a:gd name="connsiteY20" fmla="*/ 811650 h 866602"/>
                <a:gd name="connsiteX21" fmla="*/ 644476 w 644476"/>
                <a:gd name="connsiteY21" fmla="*/ 816047 h 866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44476" h="866602">
                  <a:moveTo>
                    <a:pt x="644476" y="816047"/>
                  </a:moveTo>
                  <a:cubicBezTo>
                    <a:pt x="641838" y="844182"/>
                    <a:pt x="607988" y="866602"/>
                    <a:pt x="567104" y="866602"/>
                  </a:cubicBezTo>
                  <a:cubicBezTo>
                    <a:pt x="527978" y="866602"/>
                    <a:pt x="495886" y="846380"/>
                    <a:pt x="490171" y="820443"/>
                  </a:cubicBezTo>
                  <a:cubicBezTo>
                    <a:pt x="489864" y="818684"/>
                    <a:pt x="489600" y="816926"/>
                    <a:pt x="489292" y="815167"/>
                  </a:cubicBezTo>
                  <a:cubicBezTo>
                    <a:pt x="489292" y="815167"/>
                    <a:pt x="489292" y="815022"/>
                    <a:pt x="489292" y="814728"/>
                  </a:cubicBezTo>
                  <a:cubicBezTo>
                    <a:pt x="489600" y="812385"/>
                    <a:pt x="489732" y="809452"/>
                    <a:pt x="489732" y="805935"/>
                  </a:cubicBezTo>
                  <a:cubicBezTo>
                    <a:pt x="489732" y="805935"/>
                    <a:pt x="489732" y="805935"/>
                    <a:pt x="489732" y="805935"/>
                  </a:cubicBezTo>
                  <a:cubicBezTo>
                    <a:pt x="489732" y="803003"/>
                    <a:pt x="489732" y="799636"/>
                    <a:pt x="489732" y="795824"/>
                  </a:cubicBezTo>
                  <a:lnTo>
                    <a:pt x="489732" y="795385"/>
                  </a:lnTo>
                  <a:cubicBezTo>
                    <a:pt x="490171" y="776921"/>
                    <a:pt x="490611" y="750104"/>
                    <a:pt x="490171" y="717573"/>
                  </a:cubicBezTo>
                  <a:cubicBezTo>
                    <a:pt x="489732" y="693834"/>
                    <a:pt x="488852" y="667457"/>
                    <a:pt x="487534" y="638882"/>
                  </a:cubicBezTo>
                  <a:cubicBezTo>
                    <a:pt x="478302" y="450726"/>
                    <a:pt x="441813" y="176406"/>
                    <a:pt x="310368" y="100353"/>
                  </a:cubicBezTo>
                  <a:cubicBezTo>
                    <a:pt x="155184" y="10671"/>
                    <a:pt x="152107" y="390499"/>
                    <a:pt x="152107" y="426108"/>
                  </a:cubicBezTo>
                  <a:cubicBezTo>
                    <a:pt x="152107" y="431968"/>
                    <a:pt x="150788" y="437683"/>
                    <a:pt x="148150" y="443253"/>
                  </a:cubicBezTo>
                  <a:cubicBezTo>
                    <a:pt x="141996" y="457321"/>
                    <a:pt x="126609" y="469190"/>
                    <a:pt x="107706" y="475345"/>
                  </a:cubicBezTo>
                  <a:cubicBezTo>
                    <a:pt x="104497" y="476519"/>
                    <a:pt x="101112" y="477543"/>
                    <a:pt x="97594" y="478422"/>
                  </a:cubicBezTo>
                  <a:cubicBezTo>
                    <a:pt x="90253" y="479886"/>
                    <a:pt x="82516" y="480620"/>
                    <a:pt x="74295" y="480620"/>
                  </a:cubicBezTo>
                  <a:cubicBezTo>
                    <a:pt x="61107" y="480620"/>
                    <a:pt x="48797" y="478422"/>
                    <a:pt x="37807" y="474465"/>
                  </a:cubicBezTo>
                  <a:cubicBezTo>
                    <a:pt x="20222" y="467871"/>
                    <a:pt x="6155" y="456441"/>
                    <a:pt x="0" y="442373"/>
                  </a:cubicBezTo>
                  <a:cubicBezTo>
                    <a:pt x="10551" y="285431"/>
                    <a:pt x="67261" y="-131325"/>
                    <a:pt x="365320" y="41005"/>
                  </a:cubicBezTo>
                  <a:cubicBezTo>
                    <a:pt x="601394" y="177285"/>
                    <a:pt x="639201" y="625253"/>
                    <a:pt x="644476" y="811650"/>
                  </a:cubicBezTo>
                  <a:cubicBezTo>
                    <a:pt x="644476" y="813114"/>
                    <a:pt x="644476" y="814583"/>
                    <a:pt x="644476" y="816047"/>
                  </a:cubicBezTo>
                  <a:close/>
                </a:path>
              </a:pathLst>
            </a:custGeom>
            <a:solidFill>
              <a:srgbClr val="FE617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8FFE69A5-CCB2-6B33-4317-6475D93DCE86}"/>
                </a:ext>
              </a:extLst>
            </p:cNvPr>
            <p:cNvSpPr/>
            <p:nvPr/>
          </p:nvSpPr>
          <p:spPr>
            <a:xfrm>
              <a:off x="8530150" y="2414807"/>
              <a:ext cx="161778" cy="94957"/>
            </a:xfrm>
            <a:custGeom>
              <a:avLst/>
              <a:gdLst>
                <a:gd name="connsiteX0" fmla="*/ 161779 w 161778"/>
                <a:gd name="connsiteY0" fmla="*/ 45280 h 94957"/>
                <a:gd name="connsiteX1" fmla="*/ 80889 w 161778"/>
                <a:gd name="connsiteY1" fmla="*/ 94957 h 94957"/>
                <a:gd name="connsiteX2" fmla="*/ 0 w 161778"/>
                <a:gd name="connsiteY2" fmla="*/ 45280 h 94957"/>
                <a:gd name="connsiteX3" fmla="*/ 47918 w 161778"/>
                <a:gd name="connsiteY3" fmla="*/ 0 h 94957"/>
                <a:gd name="connsiteX4" fmla="*/ 84406 w 161778"/>
                <a:gd name="connsiteY4" fmla="*/ 6155 h 94957"/>
                <a:gd name="connsiteX5" fmla="*/ 107706 w 161778"/>
                <a:gd name="connsiteY5" fmla="*/ 3957 h 94957"/>
                <a:gd name="connsiteX6" fmla="*/ 117817 w 161778"/>
                <a:gd name="connsiteY6" fmla="*/ 879 h 94957"/>
                <a:gd name="connsiteX7" fmla="*/ 161779 w 161778"/>
                <a:gd name="connsiteY7" fmla="*/ 45280 h 94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1778" h="94957">
                  <a:moveTo>
                    <a:pt x="161779" y="45280"/>
                  </a:moveTo>
                  <a:cubicBezTo>
                    <a:pt x="161779" y="72537"/>
                    <a:pt x="125730" y="94957"/>
                    <a:pt x="80889" y="94957"/>
                  </a:cubicBezTo>
                  <a:cubicBezTo>
                    <a:pt x="36488" y="94957"/>
                    <a:pt x="0" y="72537"/>
                    <a:pt x="0" y="45280"/>
                  </a:cubicBezTo>
                  <a:cubicBezTo>
                    <a:pt x="0" y="25058"/>
                    <a:pt x="19783" y="7474"/>
                    <a:pt x="47918" y="0"/>
                  </a:cubicBezTo>
                  <a:cubicBezTo>
                    <a:pt x="58909" y="3957"/>
                    <a:pt x="71218" y="6155"/>
                    <a:pt x="84406" y="6155"/>
                  </a:cubicBezTo>
                  <a:cubicBezTo>
                    <a:pt x="92627" y="6155"/>
                    <a:pt x="100365" y="5421"/>
                    <a:pt x="107706" y="3957"/>
                  </a:cubicBezTo>
                  <a:cubicBezTo>
                    <a:pt x="111223" y="3077"/>
                    <a:pt x="114608" y="2053"/>
                    <a:pt x="117817" y="879"/>
                  </a:cubicBezTo>
                  <a:cubicBezTo>
                    <a:pt x="143755" y="9232"/>
                    <a:pt x="161779" y="25937"/>
                    <a:pt x="161779" y="45280"/>
                  </a:cubicBezTo>
                  <a:close/>
                </a:path>
              </a:pathLst>
            </a:custGeom>
            <a:solidFill>
              <a:srgbClr val="11057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47751E79-2806-A7DF-8F7F-59D55BF58B30}"/>
                </a:ext>
              </a:extLst>
            </p:cNvPr>
            <p:cNvSpPr/>
            <p:nvPr/>
          </p:nvSpPr>
          <p:spPr>
            <a:xfrm>
              <a:off x="8214506" y="2472960"/>
              <a:ext cx="991772" cy="1632167"/>
            </a:xfrm>
            <a:custGeom>
              <a:avLst/>
              <a:gdLst>
                <a:gd name="connsiteX0" fmla="*/ 991772 w 991772"/>
                <a:gd name="connsiteY0" fmla="*/ 577531 h 1632167"/>
                <a:gd name="connsiteX1" fmla="*/ 991772 w 991772"/>
                <a:gd name="connsiteY1" fmla="*/ 1572820 h 1632167"/>
                <a:gd name="connsiteX2" fmla="*/ 967593 w 991772"/>
                <a:gd name="connsiteY2" fmla="*/ 1622496 h 1632167"/>
                <a:gd name="connsiteX3" fmla="*/ 949569 w 991772"/>
                <a:gd name="connsiteY3" fmla="*/ 1632168 h 1632167"/>
                <a:gd name="connsiteX4" fmla="*/ 0 w 991772"/>
                <a:gd name="connsiteY4" fmla="*/ 52630 h 1632167"/>
                <a:gd name="connsiteX5" fmla="*/ 54952 w 991772"/>
                <a:gd name="connsiteY5" fmla="*/ 16581 h 1632167"/>
                <a:gd name="connsiteX6" fmla="*/ 174967 w 991772"/>
                <a:gd name="connsiteY6" fmla="*/ 5151 h 1632167"/>
                <a:gd name="connsiteX7" fmla="*/ 227720 w 991772"/>
                <a:gd name="connsiteY7" fmla="*/ 25813 h 1632167"/>
                <a:gd name="connsiteX8" fmla="*/ 242228 w 991772"/>
                <a:gd name="connsiteY8" fmla="*/ 34166 h 1632167"/>
                <a:gd name="connsiteX9" fmla="*/ 895936 w 991772"/>
                <a:gd name="connsiteY9" fmla="*/ 411796 h 1632167"/>
                <a:gd name="connsiteX10" fmla="*/ 991772 w 991772"/>
                <a:gd name="connsiteY10" fmla="*/ 577531 h 163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1772" h="1632167">
                  <a:moveTo>
                    <a:pt x="991772" y="577531"/>
                  </a:moveTo>
                  <a:lnTo>
                    <a:pt x="991772" y="1572820"/>
                  </a:lnTo>
                  <a:cubicBezTo>
                    <a:pt x="991772" y="1593482"/>
                    <a:pt x="982101" y="1611066"/>
                    <a:pt x="967593" y="1622496"/>
                  </a:cubicBezTo>
                  <a:cubicBezTo>
                    <a:pt x="962318" y="1626453"/>
                    <a:pt x="956163" y="1629970"/>
                    <a:pt x="949569" y="1632168"/>
                  </a:cubicBezTo>
                  <a:lnTo>
                    <a:pt x="0" y="52630"/>
                  </a:lnTo>
                  <a:cubicBezTo>
                    <a:pt x="16266" y="37683"/>
                    <a:pt x="34730" y="25374"/>
                    <a:pt x="54952" y="16581"/>
                  </a:cubicBezTo>
                  <a:cubicBezTo>
                    <a:pt x="91440" y="316"/>
                    <a:pt x="133643" y="-4960"/>
                    <a:pt x="174967" y="5151"/>
                  </a:cubicBezTo>
                  <a:cubicBezTo>
                    <a:pt x="192859" y="8963"/>
                    <a:pt x="210444" y="15847"/>
                    <a:pt x="227720" y="25813"/>
                  </a:cubicBezTo>
                  <a:lnTo>
                    <a:pt x="242228" y="34166"/>
                  </a:lnTo>
                  <a:lnTo>
                    <a:pt x="895936" y="411796"/>
                  </a:lnTo>
                  <a:cubicBezTo>
                    <a:pt x="955284" y="445646"/>
                    <a:pt x="991772" y="508951"/>
                    <a:pt x="991772" y="577531"/>
                  </a:cubicBezTo>
                  <a:close/>
                </a:path>
              </a:pathLst>
            </a:custGeom>
            <a:solidFill>
              <a:srgbClr val="E8E8F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77D4DD5-F86E-648B-3E18-1A0F3503BA72}"/>
                </a:ext>
              </a:extLst>
            </p:cNvPr>
            <p:cNvSpPr/>
            <p:nvPr/>
          </p:nvSpPr>
          <p:spPr>
            <a:xfrm>
              <a:off x="8483551" y="2996795"/>
              <a:ext cx="255026" cy="536393"/>
            </a:xfrm>
            <a:custGeom>
              <a:avLst/>
              <a:gdLst>
                <a:gd name="connsiteX0" fmla="*/ 227281 w 255026"/>
                <a:gd name="connsiteY0" fmla="*/ 258117 h 536393"/>
                <a:gd name="connsiteX1" fmla="*/ 254977 w 255026"/>
                <a:gd name="connsiteY1" fmla="*/ 536393 h 536393"/>
                <a:gd name="connsiteX2" fmla="*/ 0 w 255026"/>
                <a:gd name="connsiteY2" fmla="*/ 389122 h 536393"/>
                <a:gd name="connsiteX3" fmla="*/ 64184 w 255026"/>
                <a:gd name="connsiteY3" fmla="*/ 178546 h 536393"/>
                <a:gd name="connsiteX4" fmla="*/ 58030 w 255026"/>
                <a:gd name="connsiteY4" fmla="*/ 164478 h 536393"/>
                <a:gd name="connsiteX5" fmla="*/ 45720 w 255026"/>
                <a:gd name="connsiteY5" fmla="*/ 97217 h 536393"/>
                <a:gd name="connsiteX6" fmla="*/ 153865 w 255026"/>
                <a:gd name="connsiteY6" fmla="*/ 4019 h 536393"/>
                <a:gd name="connsiteX7" fmla="*/ 254977 w 255026"/>
                <a:gd name="connsiteY7" fmla="*/ 160962 h 536393"/>
                <a:gd name="connsiteX8" fmla="*/ 239590 w 255026"/>
                <a:gd name="connsiteY8" fmla="*/ 219430 h 536393"/>
                <a:gd name="connsiteX9" fmla="*/ 225083 w 255026"/>
                <a:gd name="connsiteY9" fmla="*/ 237455 h 536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5026" h="536393">
                  <a:moveTo>
                    <a:pt x="227281" y="258117"/>
                  </a:moveTo>
                  <a:lnTo>
                    <a:pt x="254977" y="536393"/>
                  </a:lnTo>
                  <a:lnTo>
                    <a:pt x="0" y="389122"/>
                  </a:lnTo>
                  <a:lnTo>
                    <a:pt x="64184" y="178546"/>
                  </a:lnTo>
                  <a:cubicBezTo>
                    <a:pt x="62118" y="173855"/>
                    <a:pt x="60096" y="169169"/>
                    <a:pt x="58030" y="164478"/>
                  </a:cubicBezTo>
                  <a:cubicBezTo>
                    <a:pt x="49677" y="143377"/>
                    <a:pt x="45281" y="120077"/>
                    <a:pt x="45720" y="97217"/>
                  </a:cubicBezTo>
                  <a:cubicBezTo>
                    <a:pt x="47479" y="28198"/>
                    <a:pt x="95836" y="-13566"/>
                    <a:pt x="153865" y="4019"/>
                  </a:cubicBezTo>
                  <a:cubicBezTo>
                    <a:pt x="211455" y="21603"/>
                    <a:pt x="256735" y="91942"/>
                    <a:pt x="254977" y="160962"/>
                  </a:cubicBezTo>
                  <a:cubicBezTo>
                    <a:pt x="254537" y="183822"/>
                    <a:pt x="248822" y="203604"/>
                    <a:pt x="239590" y="219430"/>
                  </a:cubicBezTo>
                  <a:cubicBezTo>
                    <a:pt x="235194" y="226170"/>
                    <a:pt x="230359" y="232179"/>
                    <a:pt x="225083" y="237455"/>
                  </a:cubicBezTo>
                  <a:close/>
                </a:path>
              </a:pathLst>
            </a:custGeom>
            <a:solidFill>
              <a:srgbClr val="5E19F4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021DA09B-AA48-1941-0AD0-DF41C84ECA15}"/>
                </a:ext>
              </a:extLst>
            </p:cNvPr>
            <p:cNvSpPr/>
            <p:nvPr/>
          </p:nvSpPr>
          <p:spPr>
            <a:xfrm>
              <a:off x="8483551" y="2996795"/>
              <a:ext cx="255026" cy="389122"/>
            </a:xfrm>
            <a:custGeom>
              <a:avLst/>
              <a:gdLst>
                <a:gd name="connsiteX0" fmla="*/ 225083 w 255026"/>
                <a:gd name="connsiteY0" fmla="*/ 237455 h 389122"/>
                <a:gd name="connsiteX1" fmla="*/ 227281 w 255026"/>
                <a:gd name="connsiteY1" fmla="*/ 258117 h 389122"/>
                <a:gd name="connsiteX2" fmla="*/ 0 w 255026"/>
                <a:gd name="connsiteY2" fmla="*/ 389122 h 389122"/>
                <a:gd name="connsiteX3" fmla="*/ 64184 w 255026"/>
                <a:gd name="connsiteY3" fmla="*/ 178546 h 389122"/>
                <a:gd name="connsiteX4" fmla="*/ 58030 w 255026"/>
                <a:gd name="connsiteY4" fmla="*/ 164478 h 389122"/>
                <a:gd name="connsiteX5" fmla="*/ 45720 w 255026"/>
                <a:gd name="connsiteY5" fmla="*/ 97217 h 389122"/>
                <a:gd name="connsiteX6" fmla="*/ 153865 w 255026"/>
                <a:gd name="connsiteY6" fmla="*/ 4019 h 389122"/>
                <a:gd name="connsiteX7" fmla="*/ 254977 w 255026"/>
                <a:gd name="connsiteY7" fmla="*/ 160962 h 389122"/>
                <a:gd name="connsiteX8" fmla="*/ 239590 w 255026"/>
                <a:gd name="connsiteY8" fmla="*/ 219430 h 389122"/>
                <a:gd name="connsiteX9" fmla="*/ 225083 w 255026"/>
                <a:gd name="connsiteY9" fmla="*/ 237455 h 389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5026" h="389122">
                  <a:moveTo>
                    <a:pt x="225083" y="237455"/>
                  </a:moveTo>
                  <a:lnTo>
                    <a:pt x="227281" y="258117"/>
                  </a:lnTo>
                  <a:lnTo>
                    <a:pt x="0" y="389122"/>
                  </a:lnTo>
                  <a:lnTo>
                    <a:pt x="64184" y="178546"/>
                  </a:lnTo>
                  <a:cubicBezTo>
                    <a:pt x="62118" y="173855"/>
                    <a:pt x="60096" y="169169"/>
                    <a:pt x="58030" y="164478"/>
                  </a:cubicBezTo>
                  <a:cubicBezTo>
                    <a:pt x="49677" y="143377"/>
                    <a:pt x="45281" y="120077"/>
                    <a:pt x="45720" y="97217"/>
                  </a:cubicBezTo>
                  <a:cubicBezTo>
                    <a:pt x="47479" y="28198"/>
                    <a:pt x="95836" y="-13566"/>
                    <a:pt x="153865" y="4019"/>
                  </a:cubicBezTo>
                  <a:cubicBezTo>
                    <a:pt x="211455" y="21603"/>
                    <a:pt x="256735" y="91942"/>
                    <a:pt x="254977" y="160962"/>
                  </a:cubicBezTo>
                  <a:cubicBezTo>
                    <a:pt x="254537" y="183822"/>
                    <a:pt x="248822" y="203604"/>
                    <a:pt x="239590" y="219430"/>
                  </a:cubicBezTo>
                  <a:cubicBezTo>
                    <a:pt x="235194" y="226170"/>
                    <a:pt x="230359" y="232179"/>
                    <a:pt x="225083" y="237455"/>
                  </a:cubicBezTo>
                  <a:close/>
                </a:path>
              </a:pathLst>
            </a:custGeom>
            <a:solidFill>
              <a:srgbClr val="11057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8CED6366-65C2-6CA6-9A3A-43D42CD5E756}"/>
                </a:ext>
              </a:extLst>
            </p:cNvPr>
            <p:cNvSpPr/>
            <p:nvPr/>
          </p:nvSpPr>
          <p:spPr>
            <a:xfrm>
              <a:off x="9281443" y="3695750"/>
              <a:ext cx="72115" cy="88995"/>
            </a:xfrm>
            <a:custGeom>
              <a:avLst/>
              <a:gdLst>
                <a:gd name="connsiteX0" fmla="*/ 72106 w 72115"/>
                <a:gd name="connsiteY0" fmla="*/ 33507 h 88995"/>
                <a:gd name="connsiteX1" fmla="*/ 36937 w 72115"/>
                <a:gd name="connsiteY1" fmla="*/ 87580 h 88995"/>
                <a:gd name="connsiteX2" fmla="*/ 9 w 72115"/>
                <a:gd name="connsiteY2" fmla="*/ 55488 h 88995"/>
                <a:gd name="connsiteX3" fmla="*/ 34739 w 72115"/>
                <a:gd name="connsiteY3" fmla="*/ 1415 h 88995"/>
                <a:gd name="connsiteX4" fmla="*/ 72106 w 72115"/>
                <a:gd name="connsiteY4" fmla="*/ 33507 h 8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115" h="88995">
                  <a:moveTo>
                    <a:pt x="72106" y="33507"/>
                  </a:moveTo>
                  <a:cubicBezTo>
                    <a:pt x="72546" y="57247"/>
                    <a:pt x="57159" y="81425"/>
                    <a:pt x="36937" y="87580"/>
                  </a:cubicBezTo>
                  <a:cubicBezTo>
                    <a:pt x="17154" y="93735"/>
                    <a:pt x="449" y="79227"/>
                    <a:pt x="9" y="55488"/>
                  </a:cubicBezTo>
                  <a:cubicBezTo>
                    <a:pt x="-430" y="31749"/>
                    <a:pt x="14956" y="7570"/>
                    <a:pt x="34739" y="1415"/>
                  </a:cubicBezTo>
                  <a:cubicBezTo>
                    <a:pt x="54522" y="-4739"/>
                    <a:pt x="71227" y="9768"/>
                    <a:pt x="72106" y="33507"/>
                  </a:cubicBezTo>
                  <a:close/>
                </a:path>
              </a:pathLst>
            </a:custGeom>
            <a:solidFill>
              <a:srgbClr val="FE617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113DF79F-38A5-7CE7-75FD-0EF14D95CB72}"/>
                </a:ext>
              </a:extLst>
            </p:cNvPr>
            <p:cNvSpPr/>
            <p:nvPr/>
          </p:nvSpPr>
          <p:spPr>
            <a:xfrm>
              <a:off x="6513634" y="3730136"/>
              <a:ext cx="3558686" cy="2001129"/>
            </a:xfrm>
            <a:custGeom>
              <a:avLst/>
              <a:gdLst>
                <a:gd name="connsiteX0" fmla="*/ 1132449 w 3558686"/>
                <a:gd name="connsiteY0" fmla="*/ 2001129 h 2001129"/>
                <a:gd name="connsiteX1" fmla="*/ 1126735 w 3558686"/>
                <a:gd name="connsiteY1" fmla="*/ 1997612 h 2001129"/>
                <a:gd name="connsiteX2" fmla="*/ 0 w 3558686"/>
                <a:gd name="connsiteY2" fmla="*/ 1346982 h 2001129"/>
                <a:gd name="connsiteX3" fmla="*/ 11430 w 3558686"/>
                <a:gd name="connsiteY3" fmla="*/ 1327199 h 2001129"/>
                <a:gd name="connsiteX4" fmla="*/ 1132449 w 3558686"/>
                <a:gd name="connsiteY4" fmla="*/ 1974752 h 2001129"/>
                <a:gd name="connsiteX5" fmla="*/ 3512967 w 3558686"/>
                <a:gd name="connsiteY5" fmla="*/ 600515 h 2001129"/>
                <a:gd name="connsiteX6" fmla="*/ 2923882 w 3558686"/>
                <a:gd name="connsiteY6" fmla="*/ 259813 h 2001129"/>
                <a:gd name="connsiteX7" fmla="*/ 2923882 w 3558686"/>
                <a:gd name="connsiteY7" fmla="*/ 86604 h 2001129"/>
                <a:gd name="connsiteX8" fmla="*/ 2798592 w 3558686"/>
                <a:gd name="connsiteY8" fmla="*/ 20222 h 2001129"/>
                <a:gd name="connsiteX9" fmla="*/ 2809142 w 3558686"/>
                <a:gd name="connsiteY9" fmla="*/ 0 h 2001129"/>
                <a:gd name="connsiteX10" fmla="*/ 2946742 w 3558686"/>
                <a:gd name="connsiteY10" fmla="*/ 72976 h 2001129"/>
                <a:gd name="connsiteX11" fmla="*/ 2946742 w 3558686"/>
                <a:gd name="connsiteY11" fmla="*/ 246624 h 2001129"/>
                <a:gd name="connsiteX12" fmla="*/ 3558687 w 3558686"/>
                <a:gd name="connsiteY12" fmla="*/ 600515 h 2001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58686" h="2001129">
                  <a:moveTo>
                    <a:pt x="1132449" y="2001129"/>
                  </a:moveTo>
                  <a:lnTo>
                    <a:pt x="1126735" y="1997612"/>
                  </a:lnTo>
                  <a:lnTo>
                    <a:pt x="0" y="1346982"/>
                  </a:lnTo>
                  <a:lnTo>
                    <a:pt x="11430" y="1327199"/>
                  </a:lnTo>
                  <a:lnTo>
                    <a:pt x="1132449" y="1974752"/>
                  </a:lnTo>
                  <a:lnTo>
                    <a:pt x="3512967" y="600515"/>
                  </a:lnTo>
                  <a:lnTo>
                    <a:pt x="2923882" y="259813"/>
                  </a:lnTo>
                  <a:lnTo>
                    <a:pt x="2923882" y="86604"/>
                  </a:lnTo>
                  <a:lnTo>
                    <a:pt x="2798592" y="20222"/>
                  </a:lnTo>
                  <a:lnTo>
                    <a:pt x="2809142" y="0"/>
                  </a:lnTo>
                  <a:lnTo>
                    <a:pt x="2946742" y="72976"/>
                  </a:lnTo>
                  <a:lnTo>
                    <a:pt x="2946742" y="246624"/>
                  </a:lnTo>
                  <a:lnTo>
                    <a:pt x="3558687" y="600515"/>
                  </a:lnTo>
                  <a:close/>
                </a:path>
              </a:pathLst>
            </a:custGeom>
            <a:solidFill>
              <a:srgbClr val="E2E0F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B9B04BD-49D4-B115-BE31-6EBFA799D09D}"/>
                </a:ext>
              </a:extLst>
            </p:cNvPr>
            <p:cNvSpPr/>
            <p:nvPr/>
          </p:nvSpPr>
          <p:spPr>
            <a:xfrm>
              <a:off x="5880148" y="4858189"/>
              <a:ext cx="721848" cy="318281"/>
            </a:xfrm>
            <a:custGeom>
              <a:avLst/>
              <a:gdLst>
                <a:gd name="connsiteX0" fmla="*/ 721848 w 721848"/>
                <a:gd name="connsiteY0" fmla="*/ 0 h 318281"/>
                <a:gd name="connsiteX1" fmla="*/ 721848 w 721848"/>
                <a:gd name="connsiteY1" fmla="*/ 101112 h 318281"/>
                <a:gd name="connsiteX2" fmla="*/ 360924 w 721848"/>
                <a:gd name="connsiteY2" fmla="*/ 318282 h 318281"/>
                <a:gd name="connsiteX3" fmla="*/ 0 w 721848"/>
                <a:gd name="connsiteY3" fmla="*/ 101112 h 318281"/>
                <a:gd name="connsiteX4" fmla="*/ 0 w 721848"/>
                <a:gd name="connsiteY4" fmla="*/ 0 h 318281"/>
                <a:gd name="connsiteX5" fmla="*/ 9671 w 721848"/>
                <a:gd name="connsiteY5" fmla="*/ 50556 h 318281"/>
                <a:gd name="connsiteX6" fmla="*/ 360924 w 721848"/>
                <a:gd name="connsiteY6" fmla="*/ 216731 h 318281"/>
                <a:gd name="connsiteX7" fmla="*/ 711737 w 721848"/>
                <a:gd name="connsiteY7" fmla="*/ 50556 h 318281"/>
                <a:gd name="connsiteX8" fmla="*/ 721848 w 721848"/>
                <a:gd name="connsiteY8" fmla="*/ 0 h 31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1848" h="318281">
                  <a:moveTo>
                    <a:pt x="721848" y="0"/>
                  </a:moveTo>
                  <a:lnTo>
                    <a:pt x="721848" y="101112"/>
                  </a:lnTo>
                  <a:cubicBezTo>
                    <a:pt x="721848" y="221127"/>
                    <a:pt x="560070" y="318282"/>
                    <a:pt x="360924" y="318282"/>
                  </a:cubicBezTo>
                  <a:cubicBezTo>
                    <a:pt x="161339" y="318282"/>
                    <a:pt x="0" y="221127"/>
                    <a:pt x="0" y="101112"/>
                  </a:cubicBezTo>
                  <a:lnTo>
                    <a:pt x="0" y="0"/>
                  </a:lnTo>
                  <a:cubicBezTo>
                    <a:pt x="0" y="17145"/>
                    <a:pt x="3517" y="34290"/>
                    <a:pt x="9671" y="50556"/>
                  </a:cubicBezTo>
                  <a:cubicBezTo>
                    <a:pt x="47918" y="145953"/>
                    <a:pt x="190353" y="216731"/>
                    <a:pt x="360924" y="216731"/>
                  </a:cubicBezTo>
                  <a:cubicBezTo>
                    <a:pt x="531055" y="216731"/>
                    <a:pt x="673930" y="145953"/>
                    <a:pt x="711737" y="50556"/>
                  </a:cubicBezTo>
                  <a:cubicBezTo>
                    <a:pt x="718332" y="34290"/>
                    <a:pt x="721848" y="17145"/>
                    <a:pt x="721848" y="0"/>
                  </a:cubicBezTo>
                  <a:close/>
                </a:path>
              </a:pathLst>
            </a:custGeom>
            <a:solidFill>
              <a:srgbClr val="5E19F4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CC0BDAD0-0170-0C71-88D3-DB41CBD799D3}"/>
                </a:ext>
              </a:extLst>
            </p:cNvPr>
            <p:cNvSpPr/>
            <p:nvPr/>
          </p:nvSpPr>
          <p:spPr>
            <a:xfrm>
              <a:off x="5880148" y="4641019"/>
              <a:ext cx="721848" cy="433900"/>
            </a:xfrm>
            <a:custGeom>
              <a:avLst/>
              <a:gdLst>
                <a:gd name="connsiteX0" fmla="*/ 721848 w 721848"/>
                <a:gd name="connsiteY0" fmla="*/ 217170 h 433900"/>
                <a:gd name="connsiteX1" fmla="*/ 711737 w 721848"/>
                <a:gd name="connsiteY1" fmla="*/ 267726 h 433900"/>
                <a:gd name="connsiteX2" fmla="*/ 360924 w 721848"/>
                <a:gd name="connsiteY2" fmla="*/ 433901 h 433900"/>
                <a:gd name="connsiteX3" fmla="*/ 9671 w 721848"/>
                <a:gd name="connsiteY3" fmla="*/ 267726 h 433900"/>
                <a:gd name="connsiteX4" fmla="*/ 0 w 721848"/>
                <a:gd name="connsiteY4" fmla="*/ 217170 h 433900"/>
                <a:gd name="connsiteX5" fmla="*/ 360924 w 721848"/>
                <a:gd name="connsiteY5" fmla="*/ 0 h 433900"/>
                <a:gd name="connsiteX6" fmla="*/ 721848 w 721848"/>
                <a:gd name="connsiteY6" fmla="*/ 217170 h 43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21848" h="433900">
                  <a:moveTo>
                    <a:pt x="721848" y="217170"/>
                  </a:moveTo>
                  <a:cubicBezTo>
                    <a:pt x="721848" y="234315"/>
                    <a:pt x="718332" y="251460"/>
                    <a:pt x="711737" y="267726"/>
                  </a:cubicBezTo>
                  <a:cubicBezTo>
                    <a:pt x="673930" y="363123"/>
                    <a:pt x="531055" y="433901"/>
                    <a:pt x="360924" y="433901"/>
                  </a:cubicBezTo>
                  <a:cubicBezTo>
                    <a:pt x="190353" y="433901"/>
                    <a:pt x="47918" y="363123"/>
                    <a:pt x="9671" y="267726"/>
                  </a:cubicBezTo>
                  <a:cubicBezTo>
                    <a:pt x="3517" y="251460"/>
                    <a:pt x="0" y="234315"/>
                    <a:pt x="0" y="217170"/>
                  </a:cubicBezTo>
                  <a:cubicBezTo>
                    <a:pt x="0" y="97155"/>
                    <a:pt x="161339" y="0"/>
                    <a:pt x="360924" y="0"/>
                  </a:cubicBezTo>
                  <a:cubicBezTo>
                    <a:pt x="560070" y="0"/>
                    <a:pt x="721848" y="97155"/>
                    <a:pt x="721848" y="217170"/>
                  </a:cubicBezTo>
                  <a:close/>
                </a:path>
              </a:pathLst>
            </a:custGeom>
            <a:solidFill>
              <a:srgbClr val="F6F5F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9496D4D-CB6F-4F87-AA65-3A7462F96FDD}"/>
                </a:ext>
              </a:extLst>
            </p:cNvPr>
            <p:cNvSpPr/>
            <p:nvPr/>
          </p:nvSpPr>
          <p:spPr>
            <a:xfrm>
              <a:off x="5982139" y="4767189"/>
              <a:ext cx="517867" cy="228160"/>
            </a:xfrm>
            <a:custGeom>
              <a:avLst/>
              <a:gdLst>
                <a:gd name="connsiteX0" fmla="*/ 517867 w 517867"/>
                <a:gd name="connsiteY0" fmla="*/ 0 h 228160"/>
                <a:gd name="connsiteX1" fmla="*/ 517867 w 517867"/>
                <a:gd name="connsiteY1" fmla="*/ 72537 h 228160"/>
                <a:gd name="connsiteX2" fmla="*/ 516988 w 517867"/>
                <a:gd name="connsiteY2" fmla="*/ 86604 h 228160"/>
                <a:gd name="connsiteX3" fmla="*/ 258934 w 517867"/>
                <a:gd name="connsiteY3" fmla="*/ 228160 h 228160"/>
                <a:gd name="connsiteX4" fmla="*/ 880 w 517867"/>
                <a:gd name="connsiteY4" fmla="*/ 86604 h 228160"/>
                <a:gd name="connsiteX5" fmla="*/ 0 w 517867"/>
                <a:gd name="connsiteY5" fmla="*/ 72537 h 228160"/>
                <a:gd name="connsiteX6" fmla="*/ 0 w 517867"/>
                <a:gd name="connsiteY6" fmla="*/ 0 h 228160"/>
                <a:gd name="connsiteX7" fmla="*/ 7034 w 517867"/>
                <a:gd name="connsiteY7" fmla="*/ 36048 h 228160"/>
                <a:gd name="connsiteX8" fmla="*/ 13628 w 517867"/>
                <a:gd name="connsiteY8" fmla="*/ 50116 h 228160"/>
                <a:gd name="connsiteX9" fmla="*/ 258934 w 517867"/>
                <a:gd name="connsiteY9" fmla="*/ 155624 h 228160"/>
                <a:gd name="connsiteX10" fmla="*/ 503799 w 517867"/>
                <a:gd name="connsiteY10" fmla="*/ 50116 h 228160"/>
                <a:gd name="connsiteX11" fmla="*/ 510833 w 517867"/>
                <a:gd name="connsiteY11" fmla="*/ 36048 h 228160"/>
                <a:gd name="connsiteX12" fmla="*/ 517867 w 517867"/>
                <a:gd name="connsiteY12" fmla="*/ 0 h 22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17867" h="228160">
                  <a:moveTo>
                    <a:pt x="517867" y="0"/>
                  </a:moveTo>
                  <a:lnTo>
                    <a:pt x="517867" y="72537"/>
                  </a:lnTo>
                  <a:cubicBezTo>
                    <a:pt x="517867" y="77240"/>
                    <a:pt x="517559" y="81900"/>
                    <a:pt x="516988" y="86604"/>
                  </a:cubicBezTo>
                  <a:cubicBezTo>
                    <a:pt x="505118" y="166174"/>
                    <a:pt x="393895" y="228160"/>
                    <a:pt x="258934" y="228160"/>
                  </a:cubicBezTo>
                  <a:cubicBezTo>
                    <a:pt x="123532" y="228160"/>
                    <a:pt x="12749" y="166174"/>
                    <a:pt x="880" y="86604"/>
                  </a:cubicBezTo>
                  <a:cubicBezTo>
                    <a:pt x="308" y="81900"/>
                    <a:pt x="0" y="77240"/>
                    <a:pt x="0" y="72537"/>
                  </a:cubicBezTo>
                  <a:lnTo>
                    <a:pt x="0" y="0"/>
                  </a:lnTo>
                  <a:cubicBezTo>
                    <a:pt x="0" y="12617"/>
                    <a:pt x="2330" y="24618"/>
                    <a:pt x="7034" y="36048"/>
                  </a:cubicBezTo>
                  <a:cubicBezTo>
                    <a:pt x="8792" y="41016"/>
                    <a:pt x="10990" y="45720"/>
                    <a:pt x="13628" y="50116"/>
                  </a:cubicBezTo>
                  <a:cubicBezTo>
                    <a:pt x="48797" y="111662"/>
                    <a:pt x="145073" y="155624"/>
                    <a:pt x="258934" y="155624"/>
                  </a:cubicBezTo>
                  <a:cubicBezTo>
                    <a:pt x="372355" y="155624"/>
                    <a:pt x="469070" y="111662"/>
                    <a:pt x="503799" y="50116"/>
                  </a:cubicBezTo>
                  <a:cubicBezTo>
                    <a:pt x="506437" y="45720"/>
                    <a:pt x="508767" y="41016"/>
                    <a:pt x="510833" y="36048"/>
                  </a:cubicBezTo>
                  <a:cubicBezTo>
                    <a:pt x="515230" y="24618"/>
                    <a:pt x="517867" y="12309"/>
                    <a:pt x="517867" y="0"/>
                  </a:cubicBezTo>
                  <a:close/>
                </a:path>
              </a:pathLst>
            </a:custGeom>
            <a:solidFill>
              <a:srgbClr val="5E19F4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571DE334-2485-72CF-81C3-D3198948020D}"/>
                </a:ext>
              </a:extLst>
            </p:cNvPr>
            <p:cNvSpPr/>
            <p:nvPr/>
          </p:nvSpPr>
          <p:spPr>
            <a:xfrm>
              <a:off x="5982139" y="4611565"/>
              <a:ext cx="517867" cy="311247"/>
            </a:xfrm>
            <a:custGeom>
              <a:avLst/>
              <a:gdLst>
                <a:gd name="connsiteX0" fmla="*/ 517867 w 517867"/>
                <a:gd name="connsiteY0" fmla="*/ 155624 h 311247"/>
                <a:gd name="connsiteX1" fmla="*/ 510833 w 517867"/>
                <a:gd name="connsiteY1" fmla="*/ 192112 h 311247"/>
                <a:gd name="connsiteX2" fmla="*/ 258934 w 517867"/>
                <a:gd name="connsiteY2" fmla="*/ 311248 h 311247"/>
                <a:gd name="connsiteX3" fmla="*/ 7034 w 517867"/>
                <a:gd name="connsiteY3" fmla="*/ 192112 h 311247"/>
                <a:gd name="connsiteX4" fmla="*/ 0 w 517867"/>
                <a:gd name="connsiteY4" fmla="*/ 155624 h 311247"/>
                <a:gd name="connsiteX5" fmla="*/ 134522 w 517867"/>
                <a:gd name="connsiteY5" fmla="*/ 18904 h 311247"/>
                <a:gd name="connsiteX6" fmla="*/ 258934 w 517867"/>
                <a:gd name="connsiteY6" fmla="*/ 0 h 311247"/>
                <a:gd name="connsiteX7" fmla="*/ 427306 w 517867"/>
                <a:gd name="connsiteY7" fmla="*/ 37367 h 311247"/>
                <a:gd name="connsiteX8" fmla="*/ 517867 w 517867"/>
                <a:gd name="connsiteY8" fmla="*/ 155624 h 311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7867" h="311247">
                  <a:moveTo>
                    <a:pt x="517867" y="155624"/>
                  </a:moveTo>
                  <a:cubicBezTo>
                    <a:pt x="517867" y="167933"/>
                    <a:pt x="515230" y="180242"/>
                    <a:pt x="510833" y="192112"/>
                  </a:cubicBezTo>
                  <a:cubicBezTo>
                    <a:pt x="483577" y="260252"/>
                    <a:pt x="381147" y="311248"/>
                    <a:pt x="258934" y="311248"/>
                  </a:cubicBezTo>
                  <a:cubicBezTo>
                    <a:pt x="136720" y="311248"/>
                    <a:pt x="34290" y="260252"/>
                    <a:pt x="7034" y="192112"/>
                  </a:cubicBezTo>
                  <a:cubicBezTo>
                    <a:pt x="2198" y="180242"/>
                    <a:pt x="0" y="167933"/>
                    <a:pt x="0" y="155624"/>
                  </a:cubicBezTo>
                  <a:cubicBezTo>
                    <a:pt x="0" y="96715"/>
                    <a:pt x="54073" y="45720"/>
                    <a:pt x="134522" y="18904"/>
                  </a:cubicBezTo>
                  <a:cubicBezTo>
                    <a:pt x="171450" y="7034"/>
                    <a:pt x="213653" y="0"/>
                    <a:pt x="258934" y="0"/>
                  </a:cubicBezTo>
                  <a:cubicBezTo>
                    <a:pt x="323117" y="0"/>
                    <a:pt x="382026" y="14067"/>
                    <a:pt x="427306" y="37367"/>
                  </a:cubicBezTo>
                  <a:cubicBezTo>
                    <a:pt x="482698" y="65942"/>
                    <a:pt x="517867" y="108145"/>
                    <a:pt x="517867" y="155624"/>
                  </a:cubicBezTo>
                  <a:close/>
                </a:path>
              </a:pathLst>
            </a:custGeom>
            <a:solidFill>
              <a:srgbClr val="F6F5F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72161F2C-02EC-2106-3351-603FF8B07F03}"/>
                </a:ext>
              </a:extLst>
            </p:cNvPr>
            <p:cNvSpPr/>
            <p:nvPr/>
          </p:nvSpPr>
          <p:spPr>
            <a:xfrm>
              <a:off x="6109627" y="5092065"/>
              <a:ext cx="25058" cy="48357"/>
            </a:xfrm>
            <a:custGeom>
              <a:avLst/>
              <a:gdLst>
                <a:gd name="connsiteX0" fmla="*/ 25058 w 25058"/>
                <a:gd name="connsiteY0" fmla="*/ 24179 h 48357"/>
                <a:gd name="connsiteX1" fmla="*/ 12749 w 25058"/>
                <a:gd name="connsiteY1" fmla="*/ 48358 h 48357"/>
                <a:gd name="connsiteX2" fmla="*/ 0 w 25058"/>
                <a:gd name="connsiteY2" fmla="*/ 24179 h 48357"/>
                <a:gd name="connsiteX3" fmla="*/ 12749 w 25058"/>
                <a:gd name="connsiteY3" fmla="*/ 0 h 48357"/>
                <a:gd name="connsiteX4" fmla="*/ 25058 w 25058"/>
                <a:gd name="connsiteY4" fmla="*/ 24179 h 48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58" h="48357">
                  <a:moveTo>
                    <a:pt x="25058" y="24179"/>
                  </a:moveTo>
                  <a:cubicBezTo>
                    <a:pt x="25058" y="37367"/>
                    <a:pt x="19343" y="48358"/>
                    <a:pt x="12749" y="48358"/>
                  </a:cubicBezTo>
                  <a:cubicBezTo>
                    <a:pt x="5715" y="48358"/>
                    <a:pt x="0" y="37367"/>
                    <a:pt x="0" y="24179"/>
                  </a:cubicBezTo>
                  <a:cubicBezTo>
                    <a:pt x="0" y="10990"/>
                    <a:pt x="5715" y="0"/>
                    <a:pt x="12749" y="0"/>
                  </a:cubicBezTo>
                  <a:cubicBezTo>
                    <a:pt x="19343" y="0"/>
                    <a:pt x="25058" y="10990"/>
                    <a:pt x="25058" y="24179"/>
                  </a:cubicBezTo>
                  <a:close/>
                </a:path>
              </a:pathLst>
            </a:custGeom>
            <a:solidFill>
              <a:srgbClr val="F6F5F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3E64BD7-1EFC-5976-F07F-CF08ED914CC6}"/>
                </a:ext>
              </a:extLst>
            </p:cNvPr>
            <p:cNvSpPr/>
            <p:nvPr/>
          </p:nvSpPr>
          <p:spPr>
            <a:xfrm>
              <a:off x="6221290" y="5104813"/>
              <a:ext cx="33850" cy="48357"/>
            </a:xfrm>
            <a:custGeom>
              <a:avLst/>
              <a:gdLst>
                <a:gd name="connsiteX0" fmla="*/ 33850 w 33850"/>
                <a:gd name="connsiteY0" fmla="*/ 24179 h 48357"/>
                <a:gd name="connsiteX1" fmla="*/ 16706 w 33850"/>
                <a:gd name="connsiteY1" fmla="*/ 48358 h 48357"/>
                <a:gd name="connsiteX2" fmla="*/ 0 w 33850"/>
                <a:gd name="connsiteY2" fmla="*/ 24179 h 48357"/>
                <a:gd name="connsiteX3" fmla="*/ 16706 w 33850"/>
                <a:gd name="connsiteY3" fmla="*/ 0 h 48357"/>
                <a:gd name="connsiteX4" fmla="*/ 33850 w 33850"/>
                <a:gd name="connsiteY4" fmla="*/ 24179 h 48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50" h="48357">
                  <a:moveTo>
                    <a:pt x="33850" y="24179"/>
                  </a:moveTo>
                  <a:cubicBezTo>
                    <a:pt x="33850" y="37367"/>
                    <a:pt x="26377" y="48358"/>
                    <a:pt x="16706" y="48358"/>
                  </a:cubicBezTo>
                  <a:cubicBezTo>
                    <a:pt x="7473" y="48358"/>
                    <a:pt x="0" y="37367"/>
                    <a:pt x="0" y="24179"/>
                  </a:cubicBezTo>
                  <a:cubicBezTo>
                    <a:pt x="0" y="10990"/>
                    <a:pt x="7473" y="0"/>
                    <a:pt x="16706" y="0"/>
                  </a:cubicBezTo>
                  <a:cubicBezTo>
                    <a:pt x="26377" y="0"/>
                    <a:pt x="33850" y="10990"/>
                    <a:pt x="33850" y="24179"/>
                  </a:cubicBezTo>
                  <a:close/>
                </a:path>
              </a:pathLst>
            </a:custGeom>
            <a:solidFill>
              <a:srgbClr val="F6F5F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C3ED2819-C845-3268-AC98-222EC9EE9D79}"/>
                </a:ext>
              </a:extLst>
            </p:cNvPr>
            <p:cNvSpPr/>
            <p:nvPr/>
          </p:nvSpPr>
          <p:spPr>
            <a:xfrm>
              <a:off x="6343063" y="5092944"/>
              <a:ext cx="29015" cy="47918"/>
            </a:xfrm>
            <a:custGeom>
              <a:avLst/>
              <a:gdLst>
                <a:gd name="connsiteX0" fmla="*/ 29015 w 29015"/>
                <a:gd name="connsiteY0" fmla="*/ 24179 h 47918"/>
                <a:gd name="connsiteX1" fmla="*/ 14508 w 29015"/>
                <a:gd name="connsiteY1" fmla="*/ 47918 h 47918"/>
                <a:gd name="connsiteX2" fmla="*/ 0 w 29015"/>
                <a:gd name="connsiteY2" fmla="*/ 24179 h 47918"/>
                <a:gd name="connsiteX3" fmla="*/ 14508 w 29015"/>
                <a:gd name="connsiteY3" fmla="*/ 0 h 47918"/>
                <a:gd name="connsiteX4" fmla="*/ 29015 w 29015"/>
                <a:gd name="connsiteY4" fmla="*/ 24179 h 47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015" h="47918">
                  <a:moveTo>
                    <a:pt x="29015" y="24179"/>
                  </a:moveTo>
                  <a:cubicBezTo>
                    <a:pt x="29015" y="37367"/>
                    <a:pt x="22421" y="47918"/>
                    <a:pt x="14508" y="47918"/>
                  </a:cubicBezTo>
                  <a:cubicBezTo>
                    <a:pt x="6594" y="47918"/>
                    <a:pt x="0" y="37367"/>
                    <a:pt x="0" y="24179"/>
                  </a:cubicBezTo>
                  <a:cubicBezTo>
                    <a:pt x="0" y="10551"/>
                    <a:pt x="6594" y="0"/>
                    <a:pt x="14508" y="0"/>
                  </a:cubicBezTo>
                  <a:cubicBezTo>
                    <a:pt x="22421" y="0"/>
                    <a:pt x="29015" y="10551"/>
                    <a:pt x="29015" y="24179"/>
                  </a:cubicBezTo>
                  <a:close/>
                </a:path>
              </a:pathLst>
            </a:custGeom>
            <a:solidFill>
              <a:srgbClr val="F6F5F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D658D130-012C-413C-4558-4621C2206F88}"/>
                </a:ext>
              </a:extLst>
            </p:cNvPr>
            <p:cNvSpPr/>
            <p:nvPr/>
          </p:nvSpPr>
          <p:spPr>
            <a:xfrm>
              <a:off x="5982139" y="4853793"/>
              <a:ext cx="517867" cy="169691"/>
            </a:xfrm>
            <a:custGeom>
              <a:avLst/>
              <a:gdLst>
                <a:gd name="connsiteX0" fmla="*/ 517867 w 517867"/>
                <a:gd name="connsiteY0" fmla="*/ 14068 h 169691"/>
                <a:gd name="connsiteX1" fmla="*/ 510833 w 517867"/>
                <a:gd name="connsiteY1" fmla="*/ 50116 h 169691"/>
                <a:gd name="connsiteX2" fmla="*/ 258934 w 517867"/>
                <a:gd name="connsiteY2" fmla="*/ 169691 h 169691"/>
                <a:gd name="connsiteX3" fmla="*/ 7034 w 517867"/>
                <a:gd name="connsiteY3" fmla="*/ 50116 h 169691"/>
                <a:gd name="connsiteX4" fmla="*/ 0 w 517867"/>
                <a:gd name="connsiteY4" fmla="*/ 14068 h 169691"/>
                <a:gd name="connsiteX5" fmla="*/ 880 w 517867"/>
                <a:gd name="connsiteY5" fmla="*/ 0 h 169691"/>
                <a:gd name="connsiteX6" fmla="*/ 258934 w 517867"/>
                <a:gd name="connsiteY6" fmla="*/ 141556 h 169691"/>
                <a:gd name="connsiteX7" fmla="*/ 516988 w 517867"/>
                <a:gd name="connsiteY7" fmla="*/ 0 h 169691"/>
                <a:gd name="connsiteX8" fmla="*/ 517867 w 517867"/>
                <a:gd name="connsiteY8" fmla="*/ 14068 h 169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7867" h="169691">
                  <a:moveTo>
                    <a:pt x="517867" y="14068"/>
                  </a:moveTo>
                  <a:cubicBezTo>
                    <a:pt x="517867" y="26377"/>
                    <a:pt x="515230" y="38686"/>
                    <a:pt x="510833" y="50116"/>
                  </a:cubicBezTo>
                  <a:cubicBezTo>
                    <a:pt x="483577" y="118696"/>
                    <a:pt x="381147" y="169691"/>
                    <a:pt x="258934" y="169691"/>
                  </a:cubicBezTo>
                  <a:cubicBezTo>
                    <a:pt x="136720" y="169691"/>
                    <a:pt x="34290" y="118696"/>
                    <a:pt x="7034" y="50116"/>
                  </a:cubicBezTo>
                  <a:cubicBezTo>
                    <a:pt x="2198" y="38686"/>
                    <a:pt x="0" y="26377"/>
                    <a:pt x="0" y="14068"/>
                  </a:cubicBezTo>
                  <a:cubicBezTo>
                    <a:pt x="0" y="9364"/>
                    <a:pt x="308" y="4704"/>
                    <a:pt x="880" y="0"/>
                  </a:cubicBezTo>
                  <a:cubicBezTo>
                    <a:pt x="12749" y="79570"/>
                    <a:pt x="123532" y="141556"/>
                    <a:pt x="258934" y="141556"/>
                  </a:cubicBezTo>
                  <a:cubicBezTo>
                    <a:pt x="393895" y="141556"/>
                    <a:pt x="505118" y="79570"/>
                    <a:pt x="516988" y="0"/>
                  </a:cubicBezTo>
                  <a:cubicBezTo>
                    <a:pt x="517559" y="4704"/>
                    <a:pt x="517867" y="9364"/>
                    <a:pt x="517867" y="14068"/>
                  </a:cubicBezTo>
                  <a:close/>
                </a:path>
              </a:pathLst>
            </a:custGeom>
            <a:solidFill>
              <a:srgbClr val="3B09C6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951C1EB-8D63-1E67-E737-C6B9516D54AD}"/>
                </a:ext>
              </a:extLst>
            </p:cNvPr>
            <p:cNvSpPr/>
            <p:nvPr/>
          </p:nvSpPr>
          <p:spPr>
            <a:xfrm>
              <a:off x="6764654" y="5413863"/>
              <a:ext cx="721848" cy="318721"/>
            </a:xfrm>
            <a:custGeom>
              <a:avLst/>
              <a:gdLst>
                <a:gd name="connsiteX0" fmla="*/ 721849 w 721848"/>
                <a:gd name="connsiteY0" fmla="*/ 0 h 318721"/>
                <a:gd name="connsiteX1" fmla="*/ 721849 w 721848"/>
                <a:gd name="connsiteY1" fmla="*/ 101551 h 318721"/>
                <a:gd name="connsiteX2" fmla="*/ 360485 w 721848"/>
                <a:gd name="connsiteY2" fmla="*/ 318721 h 318721"/>
                <a:gd name="connsiteX3" fmla="*/ 0 w 721848"/>
                <a:gd name="connsiteY3" fmla="*/ 101551 h 318721"/>
                <a:gd name="connsiteX4" fmla="*/ 0 w 721848"/>
                <a:gd name="connsiteY4" fmla="*/ 0 h 318721"/>
                <a:gd name="connsiteX5" fmla="*/ 9672 w 721848"/>
                <a:gd name="connsiteY5" fmla="*/ 50995 h 318721"/>
                <a:gd name="connsiteX6" fmla="*/ 360485 w 721848"/>
                <a:gd name="connsiteY6" fmla="*/ 217170 h 318721"/>
                <a:gd name="connsiteX7" fmla="*/ 711737 w 721848"/>
                <a:gd name="connsiteY7" fmla="*/ 50995 h 318721"/>
                <a:gd name="connsiteX8" fmla="*/ 721849 w 721848"/>
                <a:gd name="connsiteY8" fmla="*/ 0 h 318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1848" h="318721">
                  <a:moveTo>
                    <a:pt x="721849" y="0"/>
                  </a:moveTo>
                  <a:lnTo>
                    <a:pt x="721849" y="101551"/>
                  </a:lnTo>
                  <a:cubicBezTo>
                    <a:pt x="721849" y="221566"/>
                    <a:pt x="560070" y="318721"/>
                    <a:pt x="360485" y="318721"/>
                  </a:cubicBezTo>
                  <a:cubicBezTo>
                    <a:pt x="161339" y="318721"/>
                    <a:pt x="0" y="221566"/>
                    <a:pt x="0" y="101551"/>
                  </a:cubicBezTo>
                  <a:lnTo>
                    <a:pt x="0" y="0"/>
                  </a:lnTo>
                  <a:cubicBezTo>
                    <a:pt x="0" y="17585"/>
                    <a:pt x="3078" y="34730"/>
                    <a:pt x="9672" y="50995"/>
                  </a:cubicBezTo>
                  <a:cubicBezTo>
                    <a:pt x="47479" y="146392"/>
                    <a:pt x="190354" y="217170"/>
                    <a:pt x="360485" y="217170"/>
                  </a:cubicBezTo>
                  <a:cubicBezTo>
                    <a:pt x="531056" y="217170"/>
                    <a:pt x="673931" y="146392"/>
                    <a:pt x="711737" y="50995"/>
                  </a:cubicBezTo>
                  <a:cubicBezTo>
                    <a:pt x="718332" y="34730"/>
                    <a:pt x="721849" y="17585"/>
                    <a:pt x="721849" y="0"/>
                  </a:cubicBezTo>
                  <a:close/>
                </a:path>
              </a:pathLst>
            </a:custGeom>
            <a:solidFill>
              <a:srgbClr val="5E19F4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1732898F-7D64-3E2A-01EF-0AE9D1F689CD}"/>
                </a:ext>
              </a:extLst>
            </p:cNvPr>
            <p:cNvSpPr/>
            <p:nvPr/>
          </p:nvSpPr>
          <p:spPr>
            <a:xfrm>
              <a:off x="6764654" y="5197132"/>
              <a:ext cx="721848" cy="433900"/>
            </a:xfrm>
            <a:custGeom>
              <a:avLst/>
              <a:gdLst>
                <a:gd name="connsiteX0" fmla="*/ 721849 w 721848"/>
                <a:gd name="connsiteY0" fmla="*/ 216731 h 433900"/>
                <a:gd name="connsiteX1" fmla="*/ 711737 w 721848"/>
                <a:gd name="connsiteY1" fmla="*/ 267726 h 433900"/>
                <a:gd name="connsiteX2" fmla="*/ 360485 w 721848"/>
                <a:gd name="connsiteY2" fmla="*/ 433901 h 433900"/>
                <a:gd name="connsiteX3" fmla="*/ 9672 w 721848"/>
                <a:gd name="connsiteY3" fmla="*/ 267726 h 433900"/>
                <a:gd name="connsiteX4" fmla="*/ 0 w 721848"/>
                <a:gd name="connsiteY4" fmla="*/ 216731 h 433900"/>
                <a:gd name="connsiteX5" fmla="*/ 360485 w 721848"/>
                <a:gd name="connsiteY5" fmla="*/ 0 h 433900"/>
                <a:gd name="connsiteX6" fmla="*/ 721849 w 721848"/>
                <a:gd name="connsiteY6" fmla="*/ 216731 h 43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21848" h="433900">
                  <a:moveTo>
                    <a:pt x="721849" y="216731"/>
                  </a:moveTo>
                  <a:cubicBezTo>
                    <a:pt x="721849" y="234315"/>
                    <a:pt x="718332" y="251460"/>
                    <a:pt x="711737" y="267726"/>
                  </a:cubicBezTo>
                  <a:cubicBezTo>
                    <a:pt x="673931" y="363123"/>
                    <a:pt x="531056" y="433901"/>
                    <a:pt x="360485" y="433901"/>
                  </a:cubicBezTo>
                  <a:cubicBezTo>
                    <a:pt x="190354" y="433901"/>
                    <a:pt x="47479" y="363123"/>
                    <a:pt x="9672" y="267726"/>
                  </a:cubicBezTo>
                  <a:cubicBezTo>
                    <a:pt x="3078" y="251460"/>
                    <a:pt x="0" y="234315"/>
                    <a:pt x="0" y="216731"/>
                  </a:cubicBezTo>
                  <a:cubicBezTo>
                    <a:pt x="0" y="97155"/>
                    <a:pt x="161339" y="0"/>
                    <a:pt x="360485" y="0"/>
                  </a:cubicBezTo>
                  <a:cubicBezTo>
                    <a:pt x="560070" y="0"/>
                    <a:pt x="721849" y="97155"/>
                    <a:pt x="721849" y="216731"/>
                  </a:cubicBezTo>
                  <a:close/>
                </a:path>
              </a:pathLst>
            </a:custGeom>
            <a:solidFill>
              <a:srgbClr val="F6F5F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42FF3A27-E27C-0A04-F52A-0BC07253F5CB}"/>
                </a:ext>
              </a:extLst>
            </p:cNvPr>
            <p:cNvSpPr/>
            <p:nvPr/>
          </p:nvSpPr>
          <p:spPr>
            <a:xfrm>
              <a:off x="6866645" y="5322863"/>
              <a:ext cx="517866" cy="228599"/>
            </a:xfrm>
            <a:custGeom>
              <a:avLst/>
              <a:gdLst>
                <a:gd name="connsiteX0" fmla="*/ 517867 w 517866"/>
                <a:gd name="connsiteY0" fmla="*/ 0 h 228599"/>
                <a:gd name="connsiteX1" fmla="*/ 517867 w 517866"/>
                <a:gd name="connsiteY1" fmla="*/ 72976 h 228599"/>
                <a:gd name="connsiteX2" fmla="*/ 516548 w 517866"/>
                <a:gd name="connsiteY2" fmla="*/ 86604 h 228599"/>
                <a:gd name="connsiteX3" fmla="*/ 258933 w 517866"/>
                <a:gd name="connsiteY3" fmla="*/ 228600 h 228599"/>
                <a:gd name="connsiteX4" fmla="*/ 879 w 517866"/>
                <a:gd name="connsiteY4" fmla="*/ 86604 h 228599"/>
                <a:gd name="connsiteX5" fmla="*/ 0 w 517866"/>
                <a:gd name="connsiteY5" fmla="*/ 72976 h 228599"/>
                <a:gd name="connsiteX6" fmla="*/ 0 w 517866"/>
                <a:gd name="connsiteY6" fmla="*/ 0 h 228599"/>
                <a:gd name="connsiteX7" fmla="*/ 7034 w 517866"/>
                <a:gd name="connsiteY7" fmla="*/ 36488 h 228599"/>
                <a:gd name="connsiteX8" fmla="*/ 13628 w 517866"/>
                <a:gd name="connsiteY8" fmla="*/ 50556 h 228599"/>
                <a:gd name="connsiteX9" fmla="*/ 258933 w 517866"/>
                <a:gd name="connsiteY9" fmla="*/ 156063 h 228599"/>
                <a:gd name="connsiteX10" fmla="*/ 503799 w 517866"/>
                <a:gd name="connsiteY10" fmla="*/ 50556 h 228599"/>
                <a:gd name="connsiteX11" fmla="*/ 510393 w 517866"/>
                <a:gd name="connsiteY11" fmla="*/ 36488 h 228599"/>
                <a:gd name="connsiteX12" fmla="*/ 517867 w 517866"/>
                <a:gd name="connsiteY12" fmla="*/ 0 h 228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17866" h="228599">
                  <a:moveTo>
                    <a:pt x="517867" y="0"/>
                  </a:moveTo>
                  <a:lnTo>
                    <a:pt x="517867" y="72976"/>
                  </a:lnTo>
                  <a:cubicBezTo>
                    <a:pt x="517867" y="77680"/>
                    <a:pt x="517427" y="82208"/>
                    <a:pt x="516548" y="86604"/>
                  </a:cubicBezTo>
                  <a:cubicBezTo>
                    <a:pt x="505118" y="166174"/>
                    <a:pt x="393895" y="228600"/>
                    <a:pt x="258933" y="228600"/>
                  </a:cubicBezTo>
                  <a:cubicBezTo>
                    <a:pt x="123532" y="228600"/>
                    <a:pt x="12748" y="166174"/>
                    <a:pt x="879" y="86604"/>
                  </a:cubicBezTo>
                  <a:cubicBezTo>
                    <a:pt x="307" y="82208"/>
                    <a:pt x="0" y="77680"/>
                    <a:pt x="0" y="72976"/>
                  </a:cubicBezTo>
                  <a:lnTo>
                    <a:pt x="0" y="0"/>
                  </a:lnTo>
                  <a:cubicBezTo>
                    <a:pt x="0" y="12617"/>
                    <a:pt x="2330" y="24750"/>
                    <a:pt x="7034" y="36488"/>
                  </a:cubicBezTo>
                  <a:cubicBezTo>
                    <a:pt x="8792" y="41192"/>
                    <a:pt x="10990" y="45852"/>
                    <a:pt x="13628" y="50556"/>
                  </a:cubicBezTo>
                  <a:cubicBezTo>
                    <a:pt x="48358" y="111662"/>
                    <a:pt x="145073" y="156063"/>
                    <a:pt x="258933" y="156063"/>
                  </a:cubicBezTo>
                  <a:cubicBezTo>
                    <a:pt x="372354" y="156063"/>
                    <a:pt x="469069" y="111662"/>
                    <a:pt x="503799" y="50556"/>
                  </a:cubicBezTo>
                  <a:cubicBezTo>
                    <a:pt x="506437" y="45852"/>
                    <a:pt x="508635" y="41192"/>
                    <a:pt x="510393" y="36488"/>
                  </a:cubicBezTo>
                  <a:cubicBezTo>
                    <a:pt x="515229" y="25058"/>
                    <a:pt x="517867" y="12748"/>
                    <a:pt x="517867" y="0"/>
                  </a:cubicBezTo>
                  <a:close/>
                </a:path>
              </a:pathLst>
            </a:custGeom>
            <a:solidFill>
              <a:srgbClr val="5E19F4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D7EBEDE-E741-7C08-5068-AEDB9FA9C925}"/>
                </a:ext>
              </a:extLst>
            </p:cNvPr>
            <p:cNvSpPr/>
            <p:nvPr/>
          </p:nvSpPr>
          <p:spPr>
            <a:xfrm>
              <a:off x="6866645" y="5167239"/>
              <a:ext cx="517866" cy="311687"/>
            </a:xfrm>
            <a:custGeom>
              <a:avLst/>
              <a:gdLst>
                <a:gd name="connsiteX0" fmla="*/ 517867 w 517866"/>
                <a:gd name="connsiteY0" fmla="*/ 155624 h 311687"/>
                <a:gd name="connsiteX1" fmla="*/ 510393 w 517866"/>
                <a:gd name="connsiteY1" fmla="*/ 192112 h 311687"/>
                <a:gd name="connsiteX2" fmla="*/ 258933 w 517866"/>
                <a:gd name="connsiteY2" fmla="*/ 311687 h 311687"/>
                <a:gd name="connsiteX3" fmla="*/ 7034 w 517866"/>
                <a:gd name="connsiteY3" fmla="*/ 192112 h 311687"/>
                <a:gd name="connsiteX4" fmla="*/ 0 w 517866"/>
                <a:gd name="connsiteY4" fmla="*/ 155624 h 311687"/>
                <a:gd name="connsiteX5" fmla="*/ 258933 w 517866"/>
                <a:gd name="connsiteY5" fmla="*/ 0 h 311687"/>
                <a:gd name="connsiteX6" fmla="*/ 517867 w 517866"/>
                <a:gd name="connsiteY6" fmla="*/ 155624 h 311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7866" h="311687">
                  <a:moveTo>
                    <a:pt x="517867" y="155624"/>
                  </a:moveTo>
                  <a:cubicBezTo>
                    <a:pt x="517559" y="168241"/>
                    <a:pt x="515097" y="180374"/>
                    <a:pt x="510393" y="192112"/>
                  </a:cubicBezTo>
                  <a:cubicBezTo>
                    <a:pt x="483137" y="260692"/>
                    <a:pt x="380707" y="311687"/>
                    <a:pt x="258933" y="311687"/>
                  </a:cubicBezTo>
                  <a:cubicBezTo>
                    <a:pt x="136720" y="311687"/>
                    <a:pt x="34290" y="260692"/>
                    <a:pt x="7034" y="192112"/>
                  </a:cubicBezTo>
                  <a:cubicBezTo>
                    <a:pt x="2330" y="180374"/>
                    <a:pt x="0" y="168241"/>
                    <a:pt x="0" y="155624"/>
                  </a:cubicBezTo>
                  <a:cubicBezTo>
                    <a:pt x="0" y="69899"/>
                    <a:pt x="115619" y="0"/>
                    <a:pt x="258933" y="0"/>
                  </a:cubicBezTo>
                  <a:cubicBezTo>
                    <a:pt x="401808" y="0"/>
                    <a:pt x="517867" y="69899"/>
                    <a:pt x="517867" y="155624"/>
                  </a:cubicBezTo>
                  <a:close/>
                </a:path>
              </a:pathLst>
            </a:custGeom>
            <a:solidFill>
              <a:srgbClr val="F6F5F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7DA139E9-6DC9-D848-BC94-E9580C3D3832}"/>
                </a:ext>
              </a:extLst>
            </p:cNvPr>
            <p:cNvSpPr/>
            <p:nvPr/>
          </p:nvSpPr>
          <p:spPr>
            <a:xfrm>
              <a:off x="6994134" y="5648178"/>
              <a:ext cx="24618" cy="47917"/>
            </a:xfrm>
            <a:custGeom>
              <a:avLst/>
              <a:gdLst>
                <a:gd name="connsiteX0" fmla="*/ 24618 w 24618"/>
                <a:gd name="connsiteY0" fmla="*/ 24179 h 47917"/>
                <a:gd name="connsiteX1" fmla="*/ 12309 w 24618"/>
                <a:gd name="connsiteY1" fmla="*/ 47918 h 47917"/>
                <a:gd name="connsiteX2" fmla="*/ 0 w 24618"/>
                <a:gd name="connsiteY2" fmla="*/ 24179 h 47917"/>
                <a:gd name="connsiteX3" fmla="*/ 12309 w 24618"/>
                <a:gd name="connsiteY3" fmla="*/ 0 h 47917"/>
                <a:gd name="connsiteX4" fmla="*/ 24618 w 24618"/>
                <a:gd name="connsiteY4" fmla="*/ 24179 h 47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18" h="47917">
                  <a:moveTo>
                    <a:pt x="24618" y="24179"/>
                  </a:moveTo>
                  <a:cubicBezTo>
                    <a:pt x="24618" y="37367"/>
                    <a:pt x="19343" y="47918"/>
                    <a:pt x="12309" y="47918"/>
                  </a:cubicBezTo>
                  <a:cubicBezTo>
                    <a:pt x="5715" y="47918"/>
                    <a:pt x="0" y="37367"/>
                    <a:pt x="0" y="24179"/>
                  </a:cubicBezTo>
                  <a:cubicBezTo>
                    <a:pt x="0" y="10550"/>
                    <a:pt x="5715" y="0"/>
                    <a:pt x="12309" y="0"/>
                  </a:cubicBezTo>
                  <a:cubicBezTo>
                    <a:pt x="19343" y="0"/>
                    <a:pt x="24618" y="10550"/>
                    <a:pt x="24618" y="24179"/>
                  </a:cubicBezTo>
                  <a:close/>
                </a:path>
              </a:pathLst>
            </a:custGeom>
            <a:solidFill>
              <a:srgbClr val="F6F5F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901579DE-7D02-E1C1-41C0-CB74347218AC}"/>
                </a:ext>
              </a:extLst>
            </p:cNvPr>
            <p:cNvSpPr/>
            <p:nvPr/>
          </p:nvSpPr>
          <p:spPr>
            <a:xfrm>
              <a:off x="7105356" y="5660927"/>
              <a:ext cx="34290" cy="48357"/>
            </a:xfrm>
            <a:custGeom>
              <a:avLst/>
              <a:gdLst>
                <a:gd name="connsiteX0" fmla="*/ 34290 w 34290"/>
                <a:gd name="connsiteY0" fmla="*/ 24179 h 48357"/>
                <a:gd name="connsiteX1" fmla="*/ 17145 w 34290"/>
                <a:gd name="connsiteY1" fmla="*/ 48358 h 48357"/>
                <a:gd name="connsiteX2" fmla="*/ 0 w 34290"/>
                <a:gd name="connsiteY2" fmla="*/ 24179 h 48357"/>
                <a:gd name="connsiteX3" fmla="*/ 17145 w 34290"/>
                <a:gd name="connsiteY3" fmla="*/ 0 h 48357"/>
                <a:gd name="connsiteX4" fmla="*/ 34290 w 34290"/>
                <a:gd name="connsiteY4" fmla="*/ 24179 h 48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90" h="48357">
                  <a:moveTo>
                    <a:pt x="34290" y="24179"/>
                  </a:moveTo>
                  <a:cubicBezTo>
                    <a:pt x="34290" y="37367"/>
                    <a:pt x="26377" y="48358"/>
                    <a:pt x="17145" y="48358"/>
                  </a:cubicBezTo>
                  <a:cubicBezTo>
                    <a:pt x="7913" y="48358"/>
                    <a:pt x="0" y="37367"/>
                    <a:pt x="0" y="24179"/>
                  </a:cubicBezTo>
                  <a:cubicBezTo>
                    <a:pt x="0" y="10551"/>
                    <a:pt x="7913" y="0"/>
                    <a:pt x="17145" y="0"/>
                  </a:cubicBezTo>
                  <a:cubicBezTo>
                    <a:pt x="26377" y="0"/>
                    <a:pt x="34290" y="10551"/>
                    <a:pt x="34290" y="24179"/>
                  </a:cubicBezTo>
                  <a:close/>
                </a:path>
              </a:pathLst>
            </a:custGeom>
            <a:solidFill>
              <a:srgbClr val="F6F5F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5399EA5C-6A4D-C480-C5BE-86A1AFD1CEA6}"/>
                </a:ext>
              </a:extLst>
            </p:cNvPr>
            <p:cNvSpPr/>
            <p:nvPr/>
          </p:nvSpPr>
          <p:spPr>
            <a:xfrm>
              <a:off x="7227570" y="5648618"/>
              <a:ext cx="29014" cy="48357"/>
            </a:xfrm>
            <a:custGeom>
              <a:avLst/>
              <a:gdLst>
                <a:gd name="connsiteX0" fmla="*/ 29015 w 29014"/>
                <a:gd name="connsiteY0" fmla="*/ 24179 h 48357"/>
                <a:gd name="connsiteX1" fmla="*/ 14507 w 29014"/>
                <a:gd name="connsiteY1" fmla="*/ 48358 h 48357"/>
                <a:gd name="connsiteX2" fmla="*/ 0 w 29014"/>
                <a:gd name="connsiteY2" fmla="*/ 24179 h 48357"/>
                <a:gd name="connsiteX3" fmla="*/ 14507 w 29014"/>
                <a:gd name="connsiteY3" fmla="*/ 0 h 48357"/>
                <a:gd name="connsiteX4" fmla="*/ 29015 w 29014"/>
                <a:gd name="connsiteY4" fmla="*/ 24179 h 48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014" h="48357">
                  <a:moveTo>
                    <a:pt x="29015" y="24179"/>
                  </a:moveTo>
                  <a:cubicBezTo>
                    <a:pt x="29015" y="37367"/>
                    <a:pt x="22420" y="48358"/>
                    <a:pt x="14507" y="48358"/>
                  </a:cubicBezTo>
                  <a:cubicBezTo>
                    <a:pt x="6594" y="48358"/>
                    <a:pt x="0" y="37367"/>
                    <a:pt x="0" y="24179"/>
                  </a:cubicBezTo>
                  <a:cubicBezTo>
                    <a:pt x="0" y="10990"/>
                    <a:pt x="6594" y="0"/>
                    <a:pt x="14507" y="0"/>
                  </a:cubicBezTo>
                  <a:cubicBezTo>
                    <a:pt x="22420" y="0"/>
                    <a:pt x="29015" y="10990"/>
                    <a:pt x="29015" y="24179"/>
                  </a:cubicBezTo>
                  <a:close/>
                </a:path>
              </a:pathLst>
            </a:custGeom>
            <a:solidFill>
              <a:srgbClr val="F6F5F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49DDD33-6538-270C-ED8B-5C87D1DE6982}"/>
                </a:ext>
              </a:extLst>
            </p:cNvPr>
            <p:cNvSpPr/>
            <p:nvPr/>
          </p:nvSpPr>
          <p:spPr>
            <a:xfrm>
              <a:off x="6866645" y="5409467"/>
              <a:ext cx="517866" cy="169691"/>
            </a:xfrm>
            <a:custGeom>
              <a:avLst/>
              <a:gdLst>
                <a:gd name="connsiteX0" fmla="*/ 517867 w 517866"/>
                <a:gd name="connsiteY0" fmla="*/ 14067 h 169691"/>
                <a:gd name="connsiteX1" fmla="*/ 510393 w 517866"/>
                <a:gd name="connsiteY1" fmla="*/ 50556 h 169691"/>
                <a:gd name="connsiteX2" fmla="*/ 258933 w 517866"/>
                <a:gd name="connsiteY2" fmla="*/ 169691 h 169691"/>
                <a:gd name="connsiteX3" fmla="*/ 7034 w 517866"/>
                <a:gd name="connsiteY3" fmla="*/ 50556 h 169691"/>
                <a:gd name="connsiteX4" fmla="*/ 0 w 517866"/>
                <a:gd name="connsiteY4" fmla="*/ 14067 h 169691"/>
                <a:gd name="connsiteX5" fmla="*/ 879 w 517866"/>
                <a:gd name="connsiteY5" fmla="*/ 0 h 169691"/>
                <a:gd name="connsiteX6" fmla="*/ 258933 w 517866"/>
                <a:gd name="connsiteY6" fmla="*/ 141996 h 169691"/>
                <a:gd name="connsiteX7" fmla="*/ 516548 w 517866"/>
                <a:gd name="connsiteY7" fmla="*/ 0 h 169691"/>
                <a:gd name="connsiteX8" fmla="*/ 517867 w 517866"/>
                <a:gd name="connsiteY8" fmla="*/ 14067 h 169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7866" h="169691">
                  <a:moveTo>
                    <a:pt x="517867" y="14067"/>
                  </a:moveTo>
                  <a:cubicBezTo>
                    <a:pt x="517867" y="26816"/>
                    <a:pt x="515229" y="38686"/>
                    <a:pt x="510393" y="50556"/>
                  </a:cubicBezTo>
                  <a:cubicBezTo>
                    <a:pt x="483577" y="119136"/>
                    <a:pt x="380707" y="169691"/>
                    <a:pt x="258933" y="169691"/>
                  </a:cubicBezTo>
                  <a:cubicBezTo>
                    <a:pt x="136720" y="169691"/>
                    <a:pt x="34290" y="119136"/>
                    <a:pt x="7034" y="50556"/>
                  </a:cubicBezTo>
                  <a:cubicBezTo>
                    <a:pt x="2198" y="38686"/>
                    <a:pt x="0" y="26816"/>
                    <a:pt x="0" y="14067"/>
                  </a:cubicBezTo>
                  <a:cubicBezTo>
                    <a:pt x="0" y="9364"/>
                    <a:pt x="307" y="4704"/>
                    <a:pt x="879" y="0"/>
                  </a:cubicBezTo>
                  <a:cubicBezTo>
                    <a:pt x="12748" y="79570"/>
                    <a:pt x="123532" y="141996"/>
                    <a:pt x="258933" y="141996"/>
                  </a:cubicBezTo>
                  <a:cubicBezTo>
                    <a:pt x="393895" y="141996"/>
                    <a:pt x="505118" y="79570"/>
                    <a:pt x="516548" y="0"/>
                  </a:cubicBezTo>
                  <a:cubicBezTo>
                    <a:pt x="517427" y="4704"/>
                    <a:pt x="517867" y="9364"/>
                    <a:pt x="517867" y="14067"/>
                  </a:cubicBezTo>
                  <a:close/>
                </a:path>
              </a:pathLst>
            </a:custGeom>
            <a:solidFill>
              <a:srgbClr val="3B09C6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CD6216D0-F822-CD25-6B17-76E8799E802B}"/>
                </a:ext>
              </a:extLst>
            </p:cNvPr>
            <p:cNvSpPr/>
            <p:nvPr/>
          </p:nvSpPr>
          <p:spPr>
            <a:xfrm>
              <a:off x="5871686" y="3467246"/>
              <a:ext cx="1896720" cy="1118931"/>
            </a:xfrm>
            <a:custGeom>
              <a:avLst/>
              <a:gdLst>
                <a:gd name="connsiteX0" fmla="*/ 14177 w 1896720"/>
                <a:gd name="connsiteY0" fmla="*/ 1061231 h 1118931"/>
                <a:gd name="connsiteX1" fmla="*/ 107376 w 1896720"/>
                <a:gd name="connsiteY1" fmla="*/ 1115304 h 1118931"/>
                <a:gd name="connsiteX2" fmla="*/ 135951 w 1896720"/>
                <a:gd name="connsiteY2" fmla="*/ 1115304 h 1118931"/>
                <a:gd name="connsiteX3" fmla="*/ 1882543 w 1896720"/>
                <a:gd name="connsiteY3" fmla="*/ 107266 h 1118931"/>
                <a:gd name="connsiteX4" fmla="*/ 1882543 w 1896720"/>
                <a:gd name="connsiteY4" fmla="*/ 58029 h 1118931"/>
                <a:gd name="connsiteX5" fmla="*/ 1788466 w 1896720"/>
                <a:gd name="connsiteY5" fmla="*/ 3956 h 1118931"/>
                <a:gd name="connsiteX6" fmla="*/ 1759891 w 1896720"/>
                <a:gd name="connsiteY6" fmla="*/ 3956 h 1118931"/>
                <a:gd name="connsiteX7" fmla="*/ 14177 w 1896720"/>
                <a:gd name="connsiteY7" fmla="*/ 1011995 h 1118931"/>
                <a:gd name="connsiteX8" fmla="*/ 14177 w 1896720"/>
                <a:gd name="connsiteY8" fmla="*/ 1061231 h 1118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6720" h="1118931">
                  <a:moveTo>
                    <a:pt x="14177" y="1061231"/>
                  </a:moveTo>
                  <a:lnTo>
                    <a:pt x="107376" y="1115304"/>
                  </a:lnTo>
                  <a:cubicBezTo>
                    <a:pt x="116168" y="1120140"/>
                    <a:pt x="127159" y="1120140"/>
                    <a:pt x="135951" y="1115304"/>
                  </a:cubicBezTo>
                  <a:lnTo>
                    <a:pt x="1882543" y="107266"/>
                  </a:lnTo>
                  <a:cubicBezTo>
                    <a:pt x="1901446" y="96276"/>
                    <a:pt x="1901446" y="69020"/>
                    <a:pt x="1882543" y="58029"/>
                  </a:cubicBezTo>
                  <a:lnTo>
                    <a:pt x="1788466" y="3956"/>
                  </a:lnTo>
                  <a:cubicBezTo>
                    <a:pt x="1779673" y="-1319"/>
                    <a:pt x="1768683" y="-1319"/>
                    <a:pt x="1759891" y="3956"/>
                  </a:cubicBezTo>
                  <a:lnTo>
                    <a:pt x="14177" y="1011995"/>
                  </a:lnTo>
                  <a:cubicBezTo>
                    <a:pt x="-4726" y="1022985"/>
                    <a:pt x="-4726" y="1050241"/>
                    <a:pt x="14177" y="1061231"/>
                  </a:cubicBezTo>
                  <a:close/>
                </a:path>
              </a:pathLst>
            </a:custGeom>
            <a:solidFill>
              <a:srgbClr val="E2E0F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45BD50B2-4FF8-DCF2-AAEE-86629D6FC7D8}"/>
                </a:ext>
              </a:extLst>
            </p:cNvPr>
            <p:cNvSpPr/>
            <p:nvPr/>
          </p:nvSpPr>
          <p:spPr>
            <a:xfrm>
              <a:off x="5843221" y="1474748"/>
              <a:ext cx="1802862" cy="2482623"/>
            </a:xfrm>
            <a:custGeom>
              <a:avLst/>
              <a:gdLst>
                <a:gd name="connsiteX0" fmla="*/ 1802863 w 1802862"/>
                <a:gd name="connsiteY0" fmla="*/ 81930 h 2482623"/>
                <a:gd name="connsiteX1" fmla="*/ 1802863 w 1802862"/>
                <a:gd name="connsiteY1" fmla="*/ 1454409 h 2482623"/>
                <a:gd name="connsiteX2" fmla="*/ 1761979 w 1802862"/>
                <a:gd name="connsiteY2" fmla="*/ 1525187 h 2482623"/>
                <a:gd name="connsiteX3" fmla="*/ 122653 w 1802862"/>
                <a:gd name="connsiteY3" fmla="*/ 2471679 h 2482623"/>
                <a:gd name="connsiteX4" fmla="*/ 58909 w 1802862"/>
                <a:gd name="connsiteY4" fmla="*/ 2479153 h 2482623"/>
                <a:gd name="connsiteX5" fmla="*/ 0 w 1802862"/>
                <a:gd name="connsiteY5" fmla="*/ 2400901 h 2482623"/>
                <a:gd name="connsiteX6" fmla="*/ 0 w 1802862"/>
                <a:gd name="connsiteY6" fmla="*/ 2395186 h 2482623"/>
                <a:gd name="connsiteX7" fmla="*/ 0 w 1802862"/>
                <a:gd name="connsiteY7" fmla="*/ 1067108 h 2482623"/>
                <a:gd name="connsiteX8" fmla="*/ 0 w 1802862"/>
                <a:gd name="connsiteY8" fmla="*/ 1028422 h 2482623"/>
                <a:gd name="connsiteX9" fmla="*/ 40884 w 1802862"/>
                <a:gd name="connsiteY9" fmla="*/ 957644 h 2482623"/>
                <a:gd name="connsiteX10" fmla="*/ 1680210 w 1802862"/>
                <a:gd name="connsiteY10" fmla="*/ 10712 h 2482623"/>
                <a:gd name="connsiteX11" fmla="*/ 1710543 w 1802862"/>
                <a:gd name="connsiteY11" fmla="*/ 601 h 2482623"/>
                <a:gd name="connsiteX12" fmla="*/ 1770771 w 1802862"/>
                <a:gd name="connsiteY12" fmla="*/ 16867 h 2482623"/>
                <a:gd name="connsiteX13" fmla="*/ 1781321 w 1802862"/>
                <a:gd name="connsiteY13" fmla="*/ 26538 h 2482623"/>
                <a:gd name="connsiteX14" fmla="*/ 1802863 w 1802862"/>
                <a:gd name="connsiteY14" fmla="*/ 81930 h 2482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02862" h="2482623">
                  <a:moveTo>
                    <a:pt x="1802863" y="81930"/>
                  </a:moveTo>
                  <a:lnTo>
                    <a:pt x="1802863" y="1454409"/>
                  </a:lnTo>
                  <a:cubicBezTo>
                    <a:pt x="1802863" y="1483424"/>
                    <a:pt x="1787037" y="1510680"/>
                    <a:pt x="1761979" y="1525187"/>
                  </a:cubicBezTo>
                  <a:lnTo>
                    <a:pt x="122653" y="2471679"/>
                  </a:lnTo>
                  <a:cubicBezTo>
                    <a:pt x="101991" y="2483549"/>
                    <a:pt x="79131" y="2485307"/>
                    <a:pt x="58909" y="2479153"/>
                  </a:cubicBezTo>
                  <a:cubicBezTo>
                    <a:pt x="26377" y="2469481"/>
                    <a:pt x="0" y="2439587"/>
                    <a:pt x="0" y="2400901"/>
                  </a:cubicBezTo>
                  <a:lnTo>
                    <a:pt x="0" y="2395186"/>
                  </a:lnTo>
                  <a:lnTo>
                    <a:pt x="0" y="1067108"/>
                  </a:lnTo>
                  <a:lnTo>
                    <a:pt x="0" y="1028422"/>
                  </a:lnTo>
                  <a:cubicBezTo>
                    <a:pt x="0" y="999407"/>
                    <a:pt x="15387" y="972151"/>
                    <a:pt x="40884" y="957644"/>
                  </a:cubicBezTo>
                  <a:lnTo>
                    <a:pt x="1680210" y="10712"/>
                  </a:lnTo>
                  <a:cubicBezTo>
                    <a:pt x="1689882" y="5437"/>
                    <a:pt x="1700433" y="1920"/>
                    <a:pt x="1710543" y="601"/>
                  </a:cubicBezTo>
                  <a:cubicBezTo>
                    <a:pt x="1732085" y="-2037"/>
                    <a:pt x="1753626" y="4118"/>
                    <a:pt x="1770771" y="16867"/>
                  </a:cubicBezTo>
                  <a:cubicBezTo>
                    <a:pt x="1774596" y="19799"/>
                    <a:pt x="1778112" y="23022"/>
                    <a:pt x="1781321" y="26538"/>
                  </a:cubicBezTo>
                  <a:cubicBezTo>
                    <a:pt x="1794510" y="40606"/>
                    <a:pt x="1802863" y="59949"/>
                    <a:pt x="1802863" y="81930"/>
                  </a:cubicBezTo>
                  <a:close/>
                </a:path>
              </a:pathLst>
            </a:custGeom>
            <a:solidFill>
              <a:srgbClr val="5E19F4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8E8716CE-C746-C9BD-A817-94A285DBE1C5}"/>
                </a:ext>
              </a:extLst>
            </p:cNvPr>
            <p:cNvSpPr/>
            <p:nvPr/>
          </p:nvSpPr>
          <p:spPr>
            <a:xfrm>
              <a:off x="5750901" y="1388143"/>
              <a:ext cx="1802862" cy="2482481"/>
            </a:xfrm>
            <a:custGeom>
              <a:avLst/>
              <a:gdLst>
                <a:gd name="connsiteX0" fmla="*/ 1802863 w 1802862"/>
                <a:gd name="connsiteY0" fmla="*/ 81491 h 2482481"/>
                <a:gd name="connsiteX1" fmla="*/ 1802863 w 1802862"/>
                <a:gd name="connsiteY1" fmla="*/ 87206 h 2482481"/>
                <a:gd name="connsiteX2" fmla="*/ 1772529 w 1802862"/>
                <a:gd name="connsiteY2" fmla="*/ 97317 h 2482481"/>
                <a:gd name="connsiteX3" fmla="*/ 133204 w 1802862"/>
                <a:gd name="connsiteY3" fmla="*/ 1044249 h 2482481"/>
                <a:gd name="connsiteX4" fmla="*/ 92319 w 1802862"/>
                <a:gd name="connsiteY4" fmla="*/ 1115027 h 2482481"/>
                <a:gd name="connsiteX5" fmla="*/ 92319 w 1802862"/>
                <a:gd name="connsiteY5" fmla="*/ 2481791 h 2482481"/>
                <a:gd name="connsiteX6" fmla="*/ 440 w 1802862"/>
                <a:gd name="connsiteY6" fmla="*/ 2400902 h 2482481"/>
                <a:gd name="connsiteX7" fmla="*/ 0 w 1802862"/>
                <a:gd name="connsiteY7" fmla="*/ 1028423 h 2482481"/>
                <a:gd name="connsiteX8" fmla="*/ 40884 w 1802862"/>
                <a:gd name="connsiteY8" fmla="*/ 957644 h 2482481"/>
                <a:gd name="connsiteX9" fmla="*/ 1680210 w 1802862"/>
                <a:gd name="connsiteY9" fmla="*/ 11153 h 2482481"/>
                <a:gd name="connsiteX10" fmla="*/ 1802863 w 1802862"/>
                <a:gd name="connsiteY10" fmla="*/ 81491 h 2482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02862" h="2482481">
                  <a:moveTo>
                    <a:pt x="1802863" y="81491"/>
                  </a:moveTo>
                  <a:lnTo>
                    <a:pt x="1802863" y="87206"/>
                  </a:lnTo>
                  <a:cubicBezTo>
                    <a:pt x="1792752" y="88525"/>
                    <a:pt x="1782201" y="92042"/>
                    <a:pt x="1772529" y="97317"/>
                  </a:cubicBezTo>
                  <a:lnTo>
                    <a:pt x="133204" y="1044249"/>
                  </a:lnTo>
                  <a:cubicBezTo>
                    <a:pt x="107706" y="1058756"/>
                    <a:pt x="92319" y="1085573"/>
                    <a:pt x="92319" y="1115027"/>
                  </a:cubicBezTo>
                  <a:lnTo>
                    <a:pt x="92319" y="2481791"/>
                  </a:lnTo>
                  <a:cubicBezTo>
                    <a:pt x="45720" y="2487946"/>
                    <a:pt x="440" y="2452337"/>
                    <a:pt x="440" y="2400902"/>
                  </a:cubicBezTo>
                  <a:lnTo>
                    <a:pt x="0" y="1028423"/>
                  </a:lnTo>
                  <a:cubicBezTo>
                    <a:pt x="0" y="999408"/>
                    <a:pt x="15387" y="972152"/>
                    <a:pt x="40884" y="957644"/>
                  </a:cubicBezTo>
                  <a:lnTo>
                    <a:pt x="1680210" y="11153"/>
                  </a:lnTo>
                  <a:cubicBezTo>
                    <a:pt x="1734722" y="-20500"/>
                    <a:pt x="1802863" y="19066"/>
                    <a:pt x="1802863" y="81491"/>
                  </a:cubicBezTo>
                  <a:close/>
                </a:path>
              </a:pathLst>
            </a:custGeom>
            <a:solidFill>
              <a:srgbClr val="E2E0F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19D447E-F242-41EE-F4E4-E67F821CFAA9}"/>
                </a:ext>
              </a:extLst>
            </p:cNvPr>
            <p:cNvSpPr/>
            <p:nvPr/>
          </p:nvSpPr>
          <p:spPr>
            <a:xfrm>
              <a:off x="5993569" y="2393604"/>
              <a:ext cx="299818" cy="1338830"/>
            </a:xfrm>
            <a:custGeom>
              <a:avLst/>
              <a:gdLst>
                <a:gd name="connsiteX0" fmla="*/ 16706 w 299818"/>
                <a:gd name="connsiteY0" fmla="*/ 139019 h 1338830"/>
                <a:gd name="connsiteX1" fmla="*/ 249702 w 299818"/>
                <a:gd name="connsiteY1" fmla="*/ 4497 h 1338830"/>
                <a:gd name="connsiteX2" fmla="*/ 299818 w 299818"/>
                <a:gd name="connsiteY2" fmla="*/ 33511 h 1338830"/>
                <a:gd name="connsiteX3" fmla="*/ 299818 w 299818"/>
                <a:gd name="connsiteY3" fmla="*/ 1170357 h 1338830"/>
                <a:gd name="connsiteX4" fmla="*/ 283552 w 299818"/>
                <a:gd name="connsiteY4" fmla="*/ 1199372 h 1338830"/>
                <a:gd name="connsiteX5" fmla="*/ 49677 w 299818"/>
                <a:gd name="connsiteY5" fmla="*/ 1334334 h 1338830"/>
                <a:gd name="connsiteX6" fmla="*/ 0 w 299818"/>
                <a:gd name="connsiteY6" fmla="*/ 1305319 h 1338830"/>
                <a:gd name="connsiteX7" fmla="*/ 0 w 299818"/>
                <a:gd name="connsiteY7" fmla="*/ 168034 h 1338830"/>
                <a:gd name="connsiteX8" fmla="*/ 16706 w 299818"/>
                <a:gd name="connsiteY8" fmla="*/ 139019 h 133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9818" h="1338830">
                  <a:moveTo>
                    <a:pt x="16706" y="139019"/>
                  </a:moveTo>
                  <a:lnTo>
                    <a:pt x="249702" y="4497"/>
                  </a:lnTo>
                  <a:cubicBezTo>
                    <a:pt x="272122" y="-8252"/>
                    <a:pt x="299818" y="7574"/>
                    <a:pt x="299818" y="33511"/>
                  </a:cubicBezTo>
                  <a:lnTo>
                    <a:pt x="299818" y="1170357"/>
                  </a:lnTo>
                  <a:cubicBezTo>
                    <a:pt x="299818" y="1182666"/>
                    <a:pt x="293663" y="1193657"/>
                    <a:pt x="283552" y="1199372"/>
                  </a:cubicBezTo>
                  <a:lnTo>
                    <a:pt x="49677" y="1334334"/>
                  </a:lnTo>
                  <a:cubicBezTo>
                    <a:pt x="27696" y="1347083"/>
                    <a:pt x="0" y="1331256"/>
                    <a:pt x="0" y="1305319"/>
                  </a:cubicBezTo>
                  <a:lnTo>
                    <a:pt x="0" y="168034"/>
                  </a:lnTo>
                  <a:cubicBezTo>
                    <a:pt x="0" y="156164"/>
                    <a:pt x="6155" y="145174"/>
                    <a:pt x="16706" y="139019"/>
                  </a:cubicBezTo>
                  <a:close/>
                </a:path>
              </a:pathLst>
            </a:custGeom>
            <a:solidFill>
              <a:srgbClr val="E2E0F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A58D2F86-3EF4-ABB9-76C0-2C0752B14B2B}"/>
                </a:ext>
              </a:extLst>
            </p:cNvPr>
            <p:cNvSpPr/>
            <p:nvPr/>
          </p:nvSpPr>
          <p:spPr>
            <a:xfrm>
              <a:off x="6514953" y="2697017"/>
              <a:ext cx="600954" cy="486760"/>
            </a:xfrm>
            <a:custGeom>
              <a:avLst/>
              <a:gdLst>
                <a:gd name="connsiteX0" fmla="*/ 0 w 600954"/>
                <a:gd name="connsiteY0" fmla="*/ 343363 h 486760"/>
                <a:gd name="connsiteX1" fmla="*/ 0 w 600954"/>
                <a:gd name="connsiteY1" fmla="*/ 464257 h 486760"/>
                <a:gd name="connsiteX2" fmla="*/ 34290 w 600954"/>
                <a:gd name="connsiteY2" fmla="*/ 483600 h 486760"/>
                <a:gd name="connsiteX3" fmla="*/ 589524 w 600954"/>
                <a:gd name="connsiteY3" fmla="*/ 163121 h 486760"/>
                <a:gd name="connsiteX4" fmla="*/ 600954 w 600954"/>
                <a:gd name="connsiteY4" fmla="*/ 143338 h 486760"/>
                <a:gd name="connsiteX5" fmla="*/ 600954 w 600954"/>
                <a:gd name="connsiteY5" fmla="*/ 22444 h 486760"/>
                <a:gd name="connsiteX6" fmla="*/ 566664 w 600954"/>
                <a:gd name="connsiteY6" fmla="*/ 3101 h 486760"/>
                <a:gd name="connsiteX7" fmla="*/ 11430 w 600954"/>
                <a:gd name="connsiteY7" fmla="*/ 323580 h 486760"/>
                <a:gd name="connsiteX8" fmla="*/ 0 w 600954"/>
                <a:gd name="connsiteY8" fmla="*/ 343363 h 486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0954" h="486760">
                  <a:moveTo>
                    <a:pt x="0" y="343363"/>
                  </a:moveTo>
                  <a:lnTo>
                    <a:pt x="0" y="464257"/>
                  </a:lnTo>
                  <a:cubicBezTo>
                    <a:pt x="0" y="481842"/>
                    <a:pt x="18903" y="492393"/>
                    <a:pt x="34290" y="483600"/>
                  </a:cubicBezTo>
                  <a:lnTo>
                    <a:pt x="589524" y="163121"/>
                  </a:lnTo>
                  <a:cubicBezTo>
                    <a:pt x="596558" y="159164"/>
                    <a:pt x="600954" y="151691"/>
                    <a:pt x="600954" y="143338"/>
                  </a:cubicBezTo>
                  <a:lnTo>
                    <a:pt x="600954" y="22444"/>
                  </a:lnTo>
                  <a:cubicBezTo>
                    <a:pt x="600954" y="5299"/>
                    <a:pt x="582050" y="-5692"/>
                    <a:pt x="566664" y="3101"/>
                  </a:cubicBezTo>
                  <a:lnTo>
                    <a:pt x="11430" y="323580"/>
                  </a:lnTo>
                  <a:cubicBezTo>
                    <a:pt x="4396" y="327537"/>
                    <a:pt x="0" y="335010"/>
                    <a:pt x="0" y="343363"/>
                  </a:cubicBezTo>
                  <a:close/>
                </a:path>
              </a:pathLst>
            </a:custGeom>
            <a:solidFill>
              <a:srgbClr val="EDEAF9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5652496F-0629-A1B2-255F-D12EF8162E7E}"/>
                </a:ext>
              </a:extLst>
            </p:cNvPr>
            <p:cNvSpPr/>
            <p:nvPr/>
          </p:nvSpPr>
          <p:spPr>
            <a:xfrm>
              <a:off x="6514513" y="2440810"/>
              <a:ext cx="600954" cy="479488"/>
            </a:xfrm>
            <a:custGeom>
              <a:avLst/>
              <a:gdLst>
                <a:gd name="connsiteX0" fmla="*/ 0 w 600954"/>
                <a:gd name="connsiteY0" fmla="*/ 342834 h 479488"/>
                <a:gd name="connsiteX1" fmla="*/ 440 w 600954"/>
                <a:gd name="connsiteY1" fmla="*/ 451419 h 479488"/>
                <a:gd name="connsiteX2" fmla="*/ 42204 w 600954"/>
                <a:gd name="connsiteY2" fmla="*/ 475598 h 479488"/>
                <a:gd name="connsiteX3" fmla="*/ 587327 w 600954"/>
                <a:gd name="connsiteY3" fmla="*/ 160833 h 479488"/>
                <a:gd name="connsiteX4" fmla="*/ 600955 w 600954"/>
                <a:gd name="connsiteY4" fmla="*/ 136654 h 479488"/>
                <a:gd name="connsiteX5" fmla="*/ 600955 w 600954"/>
                <a:gd name="connsiteY5" fmla="*/ 28069 h 479488"/>
                <a:gd name="connsiteX6" fmla="*/ 559191 w 600954"/>
                <a:gd name="connsiteY6" fmla="*/ 3891 h 479488"/>
                <a:gd name="connsiteX7" fmla="*/ 14068 w 600954"/>
                <a:gd name="connsiteY7" fmla="*/ 318216 h 479488"/>
                <a:gd name="connsiteX8" fmla="*/ 0 w 600954"/>
                <a:gd name="connsiteY8" fmla="*/ 342834 h 479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0954" h="479488">
                  <a:moveTo>
                    <a:pt x="0" y="342834"/>
                  </a:moveTo>
                  <a:lnTo>
                    <a:pt x="440" y="451419"/>
                  </a:lnTo>
                  <a:cubicBezTo>
                    <a:pt x="440" y="472960"/>
                    <a:pt x="23739" y="486589"/>
                    <a:pt x="42204" y="475598"/>
                  </a:cubicBezTo>
                  <a:lnTo>
                    <a:pt x="587327" y="160833"/>
                  </a:lnTo>
                  <a:cubicBezTo>
                    <a:pt x="595679" y="155998"/>
                    <a:pt x="600955" y="146766"/>
                    <a:pt x="600955" y="136654"/>
                  </a:cubicBezTo>
                  <a:lnTo>
                    <a:pt x="600955" y="28069"/>
                  </a:lnTo>
                  <a:cubicBezTo>
                    <a:pt x="600955" y="6528"/>
                    <a:pt x="577655" y="-7100"/>
                    <a:pt x="559191" y="3891"/>
                  </a:cubicBezTo>
                  <a:lnTo>
                    <a:pt x="14068" y="318216"/>
                  </a:lnTo>
                  <a:cubicBezTo>
                    <a:pt x="5715" y="323491"/>
                    <a:pt x="0" y="332723"/>
                    <a:pt x="0" y="342834"/>
                  </a:cubicBezTo>
                  <a:close/>
                </a:path>
              </a:pathLst>
            </a:custGeom>
            <a:solidFill>
              <a:srgbClr val="EDEAF9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C801C2F2-6D9A-374C-8E09-092528E8551E}"/>
                </a:ext>
              </a:extLst>
            </p:cNvPr>
            <p:cNvSpPr/>
            <p:nvPr/>
          </p:nvSpPr>
          <p:spPr>
            <a:xfrm>
              <a:off x="6602342" y="2104602"/>
              <a:ext cx="333472" cy="411831"/>
            </a:xfrm>
            <a:custGeom>
              <a:avLst/>
              <a:gdLst>
                <a:gd name="connsiteX0" fmla="*/ 333323 w 333472"/>
                <a:gd name="connsiteY0" fmla="*/ 155460 h 411831"/>
                <a:gd name="connsiteX1" fmla="*/ 313980 w 333472"/>
                <a:gd name="connsiteY1" fmla="*/ 261847 h 411831"/>
                <a:gd name="connsiteX2" fmla="*/ 171984 w 333472"/>
                <a:gd name="connsiteY2" fmla="*/ 405601 h 411831"/>
                <a:gd name="connsiteX3" fmla="*/ 25153 w 333472"/>
                <a:gd name="connsiteY3" fmla="*/ 349770 h 411831"/>
                <a:gd name="connsiteX4" fmla="*/ 94 w 333472"/>
                <a:gd name="connsiteY4" fmla="*/ 256572 h 411831"/>
                <a:gd name="connsiteX5" fmla="*/ 161434 w 333472"/>
                <a:gd name="connsiteY5" fmla="*/ 6431 h 411831"/>
                <a:gd name="connsiteX6" fmla="*/ 333323 w 333472"/>
                <a:gd name="connsiteY6" fmla="*/ 155460 h 411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3472" h="411831">
                  <a:moveTo>
                    <a:pt x="333323" y="155460"/>
                  </a:moveTo>
                  <a:cubicBezTo>
                    <a:pt x="334642" y="191509"/>
                    <a:pt x="327168" y="227997"/>
                    <a:pt x="313980" y="261847"/>
                  </a:cubicBezTo>
                  <a:cubicBezTo>
                    <a:pt x="286724" y="330427"/>
                    <a:pt x="233970" y="386698"/>
                    <a:pt x="171984" y="405601"/>
                  </a:cubicBezTo>
                  <a:cubicBezTo>
                    <a:pt x="110438" y="424065"/>
                    <a:pt x="55486" y="400326"/>
                    <a:pt x="25153" y="349770"/>
                  </a:cubicBezTo>
                  <a:cubicBezTo>
                    <a:pt x="10206" y="324712"/>
                    <a:pt x="974" y="293060"/>
                    <a:pt x="94" y="256572"/>
                  </a:cubicBezTo>
                  <a:cubicBezTo>
                    <a:pt x="-2983" y="146228"/>
                    <a:pt x="69554" y="34126"/>
                    <a:pt x="161434" y="6431"/>
                  </a:cubicBezTo>
                  <a:cubicBezTo>
                    <a:pt x="253313" y="-21705"/>
                    <a:pt x="330686" y="45117"/>
                    <a:pt x="333323" y="155460"/>
                  </a:cubicBezTo>
                  <a:close/>
                </a:path>
              </a:pathLst>
            </a:custGeom>
            <a:solidFill>
              <a:srgbClr val="F6F5F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D5974C5-5DB5-7D7F-9D53-EC1102B929C4}"/>
                </a:ext>
              </a:extLst>
            </p:cNvPr>
            <p:cNvSpPr/>
            <p:nvPr/>
          </p:nvSpPr>
          <p:spPr>
            <a:xfrm>
              <a:off x="6627495" y="2304154"/>
              <a:ext cx="288827" cy="212278"/>
            </a:xfrm>
            <a:custGeom>
              <a:avLst/>
              <a:gdLst>
                <a:gd name="connsiteX0" fmla="*/ 288827 w 288827"/>
                <a:gd name="connsiteY0" fmla="*/ 62295 h 212278"/>
                <a:gd name="connsiteX1" fmla="*/ 146832 w 288827"/>
                <a:gd name="connsiteY1" fmla="*/ 206049 h 212278"/>
                <a:gd name="connsiteX2" fmla="*/ 0 w 288827"/>
                <a:gd name="connsiteY2" fmla="*/ 150218 h 212278"/>
                <a:gd name="connsiteX3" fmla="*/ 141556 w 288827"/>
                <a:gd name="connsiteY3" fmla="*/ 6463 h 212278"/>
                <a:gd name="connsiteX4" fmla="*/ 288827 w 288827"/>
                <a:gd name="connsiteY4" fmla="*/ 62295 h 212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8827" h="212278">
                  <a:moveTo>
                    <a:pt x="288827" y="62295"/>
                  </a:moveTo>
                  <a:cubicBezTo>
                    <a:pt x="261571" y="130875"/>
                    <a:pt x="208817" y="187145"/>
                    <a:pt x="146832" y="206049"/>
                  </a:cubicBezTo>
                  <a:cubicBezTo>
                    <a:pt x="85285" y="224513"/>
                    <a:pt x="30334" y="200773"/>
                    <a:pt x="0" y="150218"/>
                  </a:cubicBezTo>
                  <a:cubicBezTo>
                    <a:pt x="27256" y="81638"/>
                    <a:pt x="80010" y="24927"/>
                    <a:pt x="141556" y="6463"/>
                  </a:cubicBezTo>
                  <a:cubicBezTo>
                    <a:pt x="203542" y="-12440"/>
                    <a:pt x="258494" y="11299"/>
                    <a:pt x="288827" y="62295"/>
                  </a:cubicBezTo>
                  <a:close/>
                </a:path>
              </a:pathLst>
            </a:custGeom>
            <a:solidFill>
              <a:srgbClr val="FE617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92EBC7E7-95F3-4D0A-69D2-5EB90844F354}"/>
                </a:ext>
              </a:extLst>
            </p:cNvPr>
            <p:cNvSpPr/>
            <p:nvPr/>
          </p:nvSpPr>
          <p:spPr>
            <a:xfrm>
              <a:off x="6717590" y="2170667"/>
              <a:ext cx="99404" cy="122932"/>
            </a:xfrm>
            <a:custGeom>
              <a:avLst/>
              <a:gdLst>
                <a:gd name="connsiteX0" fmla="*/ 99379 w 99404"/>
                <a:gd name="connsiteY0" fmla="*/ 46313 h 122932"/>
                <a:gd name="connsiteX1" fmla="*/ 51461 w 99404"/>
                <a:gd name="connsiteY1" fmla="*/ 121048 h 122932"/>
                <a:gd name="connsiteX2" fmla="*/ 26 w 99404"/>
                <a:gd name="connsiteY2" fmla="*/ 76646 h 122932"/>
                <a:gd name="connsiteX3" fmla="*/ 47944 w 99404"/>
                <a:gd name="connsiteY3" fmla="*/ 1912 h 122932"/>
                <a:gd name="connsiteX4" fmla="*/ 99379 w 99404"/>
                <a:gd name="connsiteY4" fmla="*/ 46313 h 122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404" h="122932">
                  <a:moveTo>
                    <a:pt x="99379" y="46313"/>
                  </a:moveTo>
                  <a:cubicBezTo>
                    <a:pt x="100258" y="79284"/>
                    <a:pt x="78717" y="112695"/>
                    <a:pt x="51461" y="121048"/>
                  </a:cubicBezTo>
                  <a:cubicBezTo>
                    <a:pt x="23765" y="129400"/>
                    <a:pt x="905" y="109178"/>
                    <a:pt x="26" y="76646"/>
                  </a:cubicBezTo>
                  <a:cubicBezTo>
                    <a:pt x="-854" y="43675"/>
                    <a:pt x="20688" y="10265"/>
                    <a:pt x="47944" y="1912"/>
                  </a:cubicBezTo>
                  <a:cubicBezTo>
                    <a:pt x="75640" y="-6441"/>
                    <a:pt x="98500" y="13342"/>
                    <a:pt x="99379" y="46313"/>
                  </a:cubicBezTo>
                  <a:close/>
                </a:path>
              </a:pathLst>
            </a:custGeom>
            <a:solidFill>
              <a:srgbClr val="FE617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82CEB2DD-934A-4E5D-8B83-645F2C612C3D}"/>
                </a:ext>
              </a:extLst>
            </p:cNvPr>
            <p:cNvSpPr/>
            <p:nvPr/>
          </p:nvSpPr>
          <p:spPr>
            <a:xfrm>
              <a:off x="7195038" y="1700927"/>
              <a:ext cx="300697" cy="642167"/>
            </a:xfrm>
            <a:custGeom>
              <a:avLst/>
              <a:gdLst>
                <a:gd name="connsiteX0" fmla="*/ 0 w 300697"/>
                <a:gd name="connsiteY0" fmla="*/ 168317 h 642167"/>
                <a:gd name="connsiteX1" fmla="*/ 440 w 300697"/>
                <a:gd name="connsiteY1" fmla="*/ 606614 h 642167"/>
                <a:gd name="connsiteX2" fmla="*/ 53633 w 300697"/>
                <a:gd name="connsiteY2" fmla="*/ 637387 h 642167"/>
                <a:gd name="connsiteX3" fmla="*/ 283112 w 300697"/>
                <a:gd name="connsiteY3" fmla="*/ 505063 h 642167"/>
                <a:gd name="connsiteX4" fmla="*/ 300697 w 300697"/>
                <a:gd name="connsiteY4" fmla="*/ 474290 h 642167"/>
                <a:gd name="connsiteX5" fmla="*/ 300697 w 300697"/>
                <a:gd name="connsiteY5" fmla="*/ 35553 h 642167"/>
                <a:gd name="connsiteX6" fmla="*/ 247504 w 300697"/>
                <a:gd name="connsiteY6" fmla="*/ 4780 h 642167"/>
                <a:gd name="connsiteX7" fmla="*/ 18024 w 300697"/>
                <a:gd name="connsiteY7" fmla="*/ 137544 h 642167"/>
                <a:gd name="connsiteX8" fmla="*/ 0 w 300697"/>
                <a:gd name="connsiteY8" fmla="*/ 168317 h 64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0697" h="642167">
                  <a:moveTo>
                    <a:pt x="0" y="168317"/>
                  </a:moveTo>
                  <a:lnTo>
                    <a:pt x="440" y="606614"/>
                  </a:lnTo>
                  <a:cubicBezTo>
                    <a:pt x="440" y="633870"/>
                    <a:pt x="29894" y="651015"/>
                    <a:pt x="53633" y="637387"/>
                  </a:cubicBezTo>
                  <a:lnTo>
                    <a:pt x="283112" y="505063"/>
                  </a:lnTo>
                  <a:cubicBezTo>
                    <a:pt x="294103" y="498468"/>
                    <a:pt x="300697" y="486599"/>
                    <a:pt x="300697" y="474290"/>
                  </a:cubicBezTo>
                  <a:lnTo>
                    <a:pt x="300697" y="35553"/>
                  </a:lnTo>
                  <a:cubicBezTo>
                    <a:pt x="300697" y="8297"/>
                    <a:pt x="271242" y="-8848"/>
                    <a:pt x="247504" y="4780"/>
                  </a:cubicBezTo>
                  <a:lnTo>
                    <a:pt x="18024" y="137544"/>
                  </a:lnTo>
                  <a:cubicBezTo>
                    <a:pt x="7034" y="143699"/>
                    <a:pt x="0" y="155568"/>
                    <a:pt x="0" y="168317"/>
                  </a:cubicBezTo>
                  <a:close/>
                </a:path>
              </a:pathLst>
            </a:custGeom>
            <a:solidFill>
              <a:srgbClr val="E2E0F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8259D9D-D598-2826-B73F-DDB7BE6D6164}"/>
                </a:ext>
              </a:extLst>
            </p:cNvPr>
            <p:cNvSpPr/>
            <p:nvPr/>
          </p:nvSpPr>
          <p:spPr>
            <a:xfrm>
              <a:off x="6049840" y="2588715"/>
              <a:ext cx="187715" cy="294902"/>
            </a:xfrm>
            <a:custGeom>
              <a:avLst/>
              <a:gdLst>
                <a:gd name="connsiteX0" fmla="*/ 10551 w 187715"/>
                <a:gd name="connsiteY0" fmla="*/ 87224 h 294902"/>
                <a:gd name="connsiteX1" fmla="*/ 156942 w 187715"/>
                <a:gd name="connsiteY1" fmla="*/ 2818 h 294902"/>
                <a:gd name="connsiteX2" fmla="*/ 187716 w 187715"/>
                <a:gd name="connsiteY2" fmla="*/ 20402 h 294902"/>
                <a:gd name="connsiteX3" fmla="*/ 187716 w 187715"/>
                <a:gd name="connsiteY3" fmla="*/ 189654 h 294902"/>
                <a:gd name="connsiteX4" fmla="*/ 177605 w 187715"/>
                <a:gd name="connsiteY4" fmla="*/ 207239 h 294902"/>
                <a:gd name="connsiteX5" fmla="*/ 30773 w 187715"/>
                <a:gd name="connsiteY5" fmla="*/ 292085 h 294902"/>
                <a:gd name="connsiteX6" fmla="*/ 0 w 187715"/>
                <a:gd name="connsiteY6" fmla="*/ 274500 h 294902"/>
                <a:gd name="connsiteX7" fmla="*/ 440 w 187715"/>
                <a:gd name="connsiteY7" fmla="*/ 104808 h 294902"/>
                <a:gd name="connsiteX8" fmla="*/ 10551 w 187715"/>
                <a:gd name="connsiteY8" fmla="*/ 87224 h 294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7715" h="294902">
                  <a:moveTo>
                    <a:pt x="10551" y="87224"/>
                  </a:moveTo>
                  <a:lnTo>
                    <a:pt x="156942" y="2818"/>
                  </a:lnTo>
                  <a:cubicBezTo>
                    <a:pt x="170571" y="-5095"/>
                    <a:pt x="187716" y="4576"/>
                    <a:pt x="187716" y="20402"/>
                  </a:cubicBezTo>
                  <a:lnTo>
                    <a:pt x="187716" y="189654"/>
                  </a:lnTo>
                  <a:cubicBezTo>
                    <a:pt x="187716" y="197128"/>
                    <a:pt x="183759" y="203722"/>
                    <a:pt x="177605" y="207239"/>
                  </a:cubicBezTo>
                  <a:lnTo>
                    <a:pt x="30773" y="292085"/>
                  </a:lnTo>
                  <a:cubicBezTo>
                    <a:pt x="17145" y="299998"/>
                    <a:pt x="0" y="290326"/>
                    <a:pt x="0" y="274500"/>
                  </a:cubicBezTo>
                  <a:lnTo>
                    <a:pt x="440" y="104808"/>
                  </a:lnTo>
                  <a:cubicBezTo>
                    <a:pt x="440" y="97774"/>
                    <a:pt x="3957" y="91180"/>
                    <a:pt x="10551" y="87224"/>
                  </a:cubicBezTo>
                  <a:close/>
                </a:path>
              </a:pathLst>
            </a:custGeom>
            <a:solidFill>
              <a:srgbClr val="FE617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CFBDD365-7929-708A-815C-12C7EB886DF3}"/>
                </a:ext>
              </a:extLst>
            </p:cNvPr>
            <p:cNvSpPr/>
            <p:nvPr/>
          </p:nvSpPr>
          <p:spPr>
            <a:xfrm>
              <a:off x="6047184" y="2919028"/>
              <a:ext cx="193362" cy="114317"/>
            </a:xfrm>
            <a:custGeom>
              <a:avLst/>
              <a:gdLst>
                <a:gd name="connsiteX0" fmla="*/ 2655 w 193362"/>
                <a:gd name="connsiteY0" fmla="*/ 114318 h 114317"/>
                <a:gd name="connsiteX1" fmla="*/ 457 w 193362"/>
                <a:gd name="connsiteY1" fmla="*/ 112559 h 114317"/>
                <a:gd name="connsiteX2" fmla="*/ 1336 w 193362"/>
                <a:gd name="connsiteY2" fmla="*/ 108603 h 114317"/>
                <a:gd name="connsiteX3" fmla="*/ 189052 w 193362"/>
                <a:gd name="connsiteY3" fmla="*/ 457 h 114317"/>
                <a:gd name="connsiteX4" fmla="*/ 193009 w 193362"/>
                <a:gd name="connsiteY4" fmla="*/ 1337 h 114317"/>
                <a:gd name="connsiteX5" fmla="*/ 191690 w 193362"/>
                <a:gd name="connsiteY5" fmla="*/ 5293 h 114317"/>
                <a:gd name="connsiteX6" fmla="*/ 4414 w 193362"/>
                <a:gd name="connsiteY6" fmla="*/ 113878 h 114317"/>
                <a:gd name="connsiteX7" fmla="*/ 2655 w 193362"/>
                <a:gd name="connsiteY7" fmla="*/ 114318 h 114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3362" h="114317">
                  <a:moveTo>
                    <a:pt x="2655" y="114318"/>
                  </a:moveTo>
                  <a:cubicBezTo>
                    <a:pt x="1776" y="114318"/>
                    <a:pt x="897" y="113439"/>
                    <a:pt x="457" y="112559"/>
                  </a:cubicBezTo>
                  <a:cubicBezTo>
                    <a:pt x="-422" y="111240"/>
                    <a:pt x="18" y="109482"/>
                    <a:pt x="1336" y="108603"/>
                  </a:cubicBezTo>
                  <a:lnTo>
                    <a:pt x="189052" y="457"/>
                  </a:lnTo>
                  <a:cubicBezTo>
                    <a:pt x="190371" y="-422"/>
                    <a:pt x="192130" y="18"/>
                    <a:pt x="193009" y="1337"/>
                  </a:cubicBezTo>
                  <a:cubicBezTo>
                    <a:pt x="193888" y="3095"/>
                    <a:pt x="193009" y="4853"/>
                    <a:pt x="191690" y="5293"/>
                  </a:cubicBezTo>
                  <a:lnTo>
                    <a:pt x="4414" y="113878"/>
                  </a:lnTo>
                  <a:cubicBezTo>
                    <a:pt x="3842" y="114173"/>
                    <a:pt x="3227" y="114318"/>
                    <a:pt x="2655" y="114318"/>
                  </a:cubicBezTo>
                  <a:close/>
                </a:path>
              </a:pathLst>
            </a:custGeom>
            <a:solidFill>
              <a:srgbClr val="FFFFFF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E88F949D-8581-443D-0A63-B5BCE3F885EE}"/>
                </a:ext>
              </a:extLst>
            </p:cNvPr>
            <p:cNvSpPr/>
            <p:nvPr/>
          </p:nvSpPr>
          <p:spPr>
            <a:xfrm>
              <a:off x="6047184" y="3016622"/>
              <a:ext cx="193362" cy="113878"/>
            </a:xfrm>
            <a:custGeom>
              <a:avLst/>
              <a:gdLst>
                <a:gd name="connsiteX0" fmla="*/ 2655 w 193362"/>
                <a:gd name="connsiteY0" fmla="*/ 113878 h 113878"/>
                <a:gd name="connsiteX1" fmla="*/ 457 w 193362"/>
                <a:gd name="connsiteY1" fmla="*/ 112559 h 113878"/>
                <a:gd name="connsiteX2" fmla="*/ 1336 w 193362"/>
                <a:gd name="connsiteY2" fmla="*/ 108603 h 113878"/>
                <a:gd name="connsiteX3" fmla="*/ 189052 w 193362"/>
                <a:gd name="connsiteY3" fmla="*/ 457 h 113878"/>
                <a:gd name="connsiteX4" fmla="*/ 193009 w 193362"/>
                <a:gd name="connsiteY4" fmla="*/ 1337 h 113878"/>
                <a:gd name="connsiteX5" fmla="*/ 191690 w 193362"/>
                <a:gd name="connsiteY5" fmla="*/ 5293 h 113878"/>
                <a:gd name="connsiteX6" fmla="*/ 4414 w 193362"/>
                <a:gd name="connsiteY6" fmla="*/ 113439 h 113878"/>
                <a:gd name="connsiteX7" fmla="*/ 2655 w 193362"/>
                <a:gd name="connsiteY7" fmla="*/ 113878 h 113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3362" h="113878">
                  <a:moveTo>
                    <a:pt x="2655" y="113878"/>
                  </a:moveTo>
                  <a:cubicBezTo>
                    <a:pt x="1776" y="113878"/>
                    <a:pt x="897" y="113439"/>
                    <a:pt x="457" y="112559"/>
                  </a:cubicBezTo>
                  <a:cubicBezTo>
                    <a:pt x="-422" y="111241"/>
                    <a:pt x="18" y="109482"/>
                    <a:pt x="1336" y="108603"/>
                  </a:cubicBezTo>
                  <a:lnTo>
                    <a:pt x="189052" y="457"/>
                  </a:lnTo>
                  <a:cubicBezTo>
                    <a:pt x="190371" y="-422"/>
                    <a:pt x="192130" y="18"/>
                    <a:pt x="193009" y="1337"/>
                  </a:cubicBezTo>
                  <a:cubicBezTo>
                    <a:pt x="193888" y="2656"/>
                    <a:pt x="193009" y="4414"/>
                    <a:pt x="191690" y="5293"/>
                  </a:cubicBezTo>
                  <a:lnTo>
                    <a:pt x="4414" y="113439"/>
                  </a:lnTo>
                  <a:cubicBezTo>
                    <a:pt x="3842" y="113733"/>
                    <a:pt x="3227" y="113878"/>
                    <a:pt x="2655" y="113878"/>
                  </a:cubicBezTo>
                  <a:close/>
                </a:path>
              </a:pathLst>
            </a:custGeom>
            <a:solidFill>
              <a:srgbClr val="FFFFFF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9E293087-A6AB-669D-2276-52F675B4850D}"/>
                </a:ext>
              </a:extLst>
            </p:cNvPr>
            <p:cNvSpPr/>
            <p:nvPr/>
          </p:nvSpPr>
          <p:spPr>
            <a:xfrm>
              <a:off x="6047184" y="3113777"/>
              <a:ext cx="193362" cy="113878"/>
            </a:xfrm>
            <a:custGeom>
              <a:avLst/>
              <a:gdLst>
                <a:gd name="connsiteX0" fmla="*/ 2655 w 193362"/>
                <a:gd name="connsiteY0" fmla="*/ 113878 h 113878"/>
                <a:gd name="connsiteX1" fmla="*/ 457 w 193362"/>
                <a:gd name="connsiteY1" fmla="*/ 112559 h 113878"/>
                <a:gd name="connsiteX2" fmla="*/ 1336 w 193362"/>
                <a:gd name="connsiteY2" fmla="*/ 108603 h 113878"/>
                <a:gd name="connsiteX3" fmla="*/ 189052 w 193362"/>
                <a:gd name="connsiteY3" fmla="*/ 458 h 113878"/>
                <a:gd name="connsiteX4" fmla="*/ 193009 w 193362"/>
                <a:gd name="connsiteY4" fmla="*/ 1337 h 113878"/>
                <a:gd name="connsiteX5" fmla="*/ 191690 w 193362"/>
                <a:gd name="connsiteY5" fmla="*/ 5293 h 113878"/>
                <a:gd name="connsiteX6" fmla="*/ 4414 w 193362"/>
                <a:gd name="connsiteY6" fmla="*/ 113878 h 113878"/>
                <a:gd name="connsiteX7" fmla="*/ 2655 w 193362"/>
                <a:gd name="connsiteY7" fmla="*/ 113878 h 113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3362" h="113878">
                  <a:moveTo>
                    <a:pt x="2655" y="113878"/>
                  </a:moveTo>
                  <a:cubicBezTo>
                    <a:pt x="1776" y="113878"/>
                    <a:pt x="897" y="113438"/>
                    <a:pt x="457" y="112559"/>
                  </a:cubicBezTo>
                  <a:cubicBezTo>
                    <a:pt x="-422" y="111240"/>
                    <a:pt x="18" y="109482"/>
                    <a:pt x="1336" y="108603"/>
                  </a:cubicBezTo>
                  <a:lnTo>
                    <a:pt x="189052" y="458"/>
                  </a:lnTo>
                  <a:cubicBezTo>
                    <a:pt x="190371" y="-422"/>
                    <a:pt x="192130" y="18"/>
                    <a:pt x="193009" y="1337"/>
                  </a:cubicBezTo>
                  <a:cubicBezTo>
                    <a:pt x="193888" y="2656"/>
                    <a:pt x="193009" y="4414"/>
                    <a:pt x="191690" y="5293"/>
                  </a:cubicBezTo>
                  <a:lnTo>
                    <a:pt x="4414" y="113878"/>
                  </a:lnTo>
                  <a:cubicBezTo>
                    <a:pt x="3842" y="113878"/>
                    <a:pt x="3227" y="113878"/>
                    <a:pt x="2655" y="113878"/>
                  </a:cubicBezTo>
                  <a:close/>
                </a:path>
              </a:pathLst>
            </a:custGeom>
            <a:solidFill>
              <a:srgbClr val="FFFFFF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7BA14979-DB9A-BE51-9013-B630ABA828CC}"/>
                </a:ext>
              </a:extLst>
            </p:cNvPr>
            <p:cNvSpPr/>
            <p:nvPr/>
          </p:nvSpPr>
          <p:spPr>
            <a:xfrm>
              <a:off x="6047184" y="3211225"/>
              <a:ext cx="193362" cy="114025"/>
            </a:xfrm>
            <a:custGeom>
              <a:avLst/>
              <a:gdLst>
                <a:gd name="connsiteX0" fmla="*/ 2655 w 193362"/>
                <a:gd name="connsiteY0" fmla="*/ 114025 h 114025"/>
                <a:gd name="connsiteX1" fmla="*/ 457 w 193362"/>
                <a:gd name="connsiteY1" fmla="*/ 112706 h 114025"/>
                <a:gd name="connsiteX2" fmla="*/ 1336 w 193362"/>
                <a:gd name="connsiteY2" fmla="*/ 108750 h 114025"/>
                <a:gd name="connsiteX3" fmla="*/ 189052 w 193362"/>
                <a:gd name="connsiteY3" fmla="*/ 165 h 114025"/>
                <a:gd name="connsiteX4" fmla="*/ 193009 w 193362"/>
                <a:gd name="connsiteY4" fmla="*/ 1484 h 114025"/>
                <a:gd name="connsiteX5" fmla="*/ 191690 w 193362"/>
                <a:gd name="connsiteY5" fmla="*/ 5440 h 114025"/>
                <a:gd name="connsiteX6" fmla="*/ 4414 w 193362"/>
                <a:gd name="connsiteY6" fmla="*/ 113586 h 114025"/>
                <a:gd name="connsiteX7" fmla="*/ 2655 w 193362"/>
                <a:gd name="connsiteY7" fmla="*/ 114025 h 11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3362" h="114025">
                  <a:moveTo>
                    <a:pt x="2655" y="114025"/>
                  </a:moveTo>
                  <a:cubicBezTo>
                    <a:pt x="1776" y="114025"/>
                    <a:pt x="897" y="113586"/>
                    <a:pt x="457" y="112706"/>
                  </a:cubicBezTo>
                  <a:cubicBezTo>
                    <a:pt x="-422" y="111387"/>
                    <a:pt x="18" y="109629"/>
                    <a:pt x="1336" y="108750"/>
                  </a:cubicBezTo>
                  <a:lnTo>
                    <a:pt x="189052" y="165"/>
                  </a:lnTo>
                  <a:cubicBezTo>
                    <a:pt x="190371" y="-275"/>
                    <a:pt x="192130" y="165"/>
                    <a:pt x="193009" y="1484"/>
                  </a:cubicBezTo>
                  <a:cubicBezTo>
                    <a:pt x="193888" y="2802"/>
                    <a:pt x="193009" y="4561"/>
                    <a:pt x="191690" y="5440"/>
                  </a:cubicBezTo>
                  <a:lnTo>
                    <a:pt x="4414" y="113586"/>
                  </a:lnTo>
                  <a:cubicBezTo>
                    <a:pt x="3842" y="113880"/>
                    <a:pt x="3227" y="114025"/>
                    <a:pt x="2655" y="114025"/>
                  </a:cubicBezTo>
                  <a:close/>
                </a:path>
              </a:pathLst>
            </a:custGeom>
            <a:solidFill>
              <a:srgbClr val="FFFFFF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EE5A4497-8C3F-B770-4C57-4CE0D3B3C3BF}"/>
                </a:ext>
              </a:extLst>
            </p:cNvPr>
            <p:cNvSpPr/>
            <p:nvPr/>
          </p:nvSpPr>
          <p:spPr>
            <a:xfrm>
              <a:off x="6815169" y="3099066"/>
              <a:ext cx="142517" cy="176116"/>
            </a:xfrm>
            <a:custGeom>
              <a:avLst/>
              <a:gdLst>
                <a:gd name="connsiteX0" fmla="*/ 142476 w 142517"/>
                <a:gd name="connsiteY0" fmla="*/ 66604 h 176116"/>
                <a:gd name="connsiteX1" fmla="*/ 73457 w 142517"/>
                <a:gd name="connsiteY1" fmla="*/ 173430 h 176116"/>
                <a:gd name="connsiteX2" fmla="*/ 41 w 142517"/>
                <a:gd name="connsiteY2" fmla="*/ 109686 h 176116"/>
                <a:gd name="connsiteX3" fmla="*/ 69061 w 142517"/>
                <a:gd name="connsiteY3" fmla="*/ 2859 h 176116"/>
                <a:gd name="connsiteX4" fmla="*/ 142476 w 142517"/>
                <a:gd name="connsiteY4" fmla="*/ 66604 h 176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517" h="176116">
                  <a:moveTo>
                    <a:pt x="142476" y="66604"/>
                  </a:moveTo>
                  <a:cubicBezTo>
                    <a:pt x="143795" y="113643"/>
                    <a:pt x="113022" y="161561"/>
                    <a:pt x="73457" y="173430"/>
                  </a:cubicBezTo>
                  <a:cubicBezTo>
                    <a:pt x="34331" y="185300"/>
                    <a:pt x="1360" y="156725"/>
                    <a:pt x="41" y="109686"/>
                  </a:cubicBezTo>
                  <a:cubicBezTo>
                    <a:pt x="-1278" y="62647"/>
                    <a:pt x="29495" y="14729"/>
                    <a:pt x="69061" y="2859"/>
                  </a:cubicBezTo>
                  <a:cubicBezTo>
                    <a:pt x="108626" y="-9450"/>
                    <a:pt x="141157" y="19125"/>
                    <a:pt x="142476" y="66604"/>
                  </a:cubicBezTo>
                  <a:close/>
                </a:path>
              </a:pathLst>
            </a:custGeom>
            <a:solidFill>
              <a:srgbClr val="FE617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4DE8881A-7B9F-D821-A79D-FAE04ABBB4F2}"/>
                </a:ext>
              </a:extLst>
            </p:cNvPr>
            <p:cNvSpPr/>
            <p:nvPr/>
          </p:nvSpPr>
          <p:spPr>
            <a:xfrm>
              <a:off x="6867964" y="3143409"/>
              <a:ext cx="43961" cy="99780"/>
            </a:xfrm>
            <a:custGeom>
              <a:avLst/>
              <a:gdLst>
                <a:gd name="connsiteX0" fmla="*/ 7034 w 43961"/>
                <a:gd name="connsiteY0" fmla="*/ 99634 h 99780"/>
                <a:gd name="connsiteX1" fmla="*/ 4836 w 43961"/>
                <a:gd name="connsiteY1" fmla="*/ 99194 h 99780"/>
                <a:gd name="connsiteX2" fmla="*/ 3077 w 43961"/>
                <a:gd name="connsiteY2" fmla="*/ 93479 h 99780"/>
                <a:gd name="connsiteX3" fmla="*/ 33411 w 43961"/>
                <a:gd name="connsiteY3" fmla="*/ 40725 h 99780"/>
                <a:gd name="connsiteX4" fmla="*/ 1319 w 43961"/>
                <a:gd name="connsiteY4" fmla="*/ 7314 h 99780"/>
                <a:gd name="connsiteX5" fmla="*/ 1319 w 43961"/>
                <a:gd name="connsiteY5" fmla="*/ 1160 h 99780"/>
                <a:gd name="connsiteX6" fmla="*/ 7474 w 43961"/>
                <a:gd name="connsiteY6" fmla="*/ 1160 h 99780"/>
                <a:gd name="connsiteX7" fmla="*/ 43961 w 43961"/>
                <a:gd name="connsiteY7" fmla="*/ 39406 h 99780"/>
                <a:gd name="connsiteX8" fmla="*/ 10551 w 43961"/>
                <a:gd name="connsiteY8" fmla="*/ 97875 h 99780"/>
                <a:gd name="connsiteX9" fmla="*/ 7034 w 43961"/>
                <a:gd name="connsiteY9" fmla="*/ 99634 h 9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961" h="99780">
                  <a:moveTo>
                    <a:pt x="7034" y="99634"/>
                  </a:moveTo>
                  <a:cubicBezTo>
                    <a:pt x="6155" y="99928"/>
                    <a:pt x="5407" y="99779"/>
                    <a:pt x="4836" y="99194"/>
                  </a:cubicBezTo>
                  <a:cubicBezTo>
                    <a:pt x="2637" y="98315"/>
                    <a:pt x="2198" y="95677"/>
                    <a:pt x="3077" y="93479"/>
                  </a:cubicBezTo>
                  <a:lnTo>
                    <a:pt x="33411" y="40725"/>
                  </a:lnTo>
                  <a:lnTo>
                    <a:pt x="1319" y="7314"/>
                  </a:lnTo>
                  <a:cubicBezTo>
                    <a:pt x="-440" y="5556"/>
                    <a:pt x="-440" y="2918"/>
                    <a:pt x="1319" y="1160"/>
                  </a:cubicBezTo>
                  <a:cubicBezTo>
                    <a:pt x="3077" y="-599"/>
                    <a:pt x="5715" y="-159"/>
                    <a:pt x="7474" y="1160"/>
                  </a:cubicBezTo>
                  <a:lnTo>
                    <a:pt x="43961" y="39406"/>
                  </a:lnTo>
                  <a:lnTo>
                    <a:pt x="10551" y="97875"/>
                  </a:lnTo>
                  <a:cubicBezTo>
                    <a:pt x="9672" y="99194"/>
                    <a:pt x="8353" y="99634"/>
                    <a:pt x="7034" y="99634"/>
                  </a:cubicBezTo>
                  <a:close/>
                </a:path>
              </a:pathLst>
            </a:custGeom>
            <a:solidFill>
              <a:srgbClr val="FFF5F9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8920D9AF-06BE-D594-D3A9-683F2862085C}"/>
                </a:ext>
              </a:extLst>
            </p:cNvPr>
            <p:cNvSpPr/>
            <p:nvPr/>
          </p:nvSpPr>
          <p:spPr>
            <a:xfrm>
              <a:off x="7302744" y="1921900"/>
              <a:ext cx="127488" cy="200221"/>
            </a:xfrm>
            <a:custGeom>
              <a:avLst/>
              <a:gdLst>
                <a:gd name="connsiteX0" fmla="*/ 7034 w 127488"/>
                <a:gd name="connsiteY0" fmla="*/ 59446 h 200221"/>
                <a:gd name="connsiteX1" fmla="*/ 106827 w 127488"/>
                <a:gd name="connsiteY1" fmla="*/ 1857 h 200221"/>
                <a:gd name="connsiteX2" fmla="*/ 127488 w 127488"/>
                <a:gd name="connsiteY2" fmla="*/ 13726 h 200221"/>
                <a:gd name="connsiteX3" fmla="*/ 127488 w 127488"/>
                <a:gd name="connsiteY3" fmla="*/ 128906 h 200221"/>
                <a:gd name="connsiteX4" fmla="*/ 120455 w 127488"/>
                <a:gd name="connsiteY4" fmla="*/ 140775 h 200221"/>
                <a:gd name="connsiteX5" fmla="*/ 20662 w 127488"/>
                <a:gd name="connsiteY5" fmla="*/ 198365 h 200221"/>
                <a:gd name="connsiteX6" fmla="*/ 0 w 127488"/>
                <a:gd name="connsiteY6" fmla="*/ 186495 h 200221"/>
                <a:gd name="connsiteX7" fmla="*/ 0 w 127488"/>
                <a:gd name="connsiteY7" fmla="*/ 71316 h 200221"/>
                <a:gd name="connsiteX8" fmla="*/ 7034 w 127488"/>
                <a:gd name="connsiteY8" fmla="*/ 59446 h 200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7488" h="200221">
                  <a:moveTo>
                    <a:pt x="7034" y="59446"/>
                  </a:moveTo>
                  <a:lnTo>
                    <a:pt x="106827" y="1857"/>
                  </a:lnTo>
                  <a:cubicBezTo>
                    <a:pt x="116059" y="-3419"/>
                    <a:pt x="127488" y="3176"/>
                    <a:pt x="127488" y="13726"/>
                  </a:cubicBezTo>
                  <a:lnTo>
                    <a:pt x="127488" y="128906"/>
                  </a:lnTo>
                  <a:cubicBezTo>
                    <a:pt x="127488" y="133741"/>
                    <a:pt x="124851" y="138577"/>
                    <a:pt x="120455" y="140775"/>
                  </a:cubicBezTo>
                  <a:lnTo>
                    <a:pt x="20662" y="198365"/>
                  </a:lnTo>
                  <a:cubicBezTo>
                    <a:pt x="11430" y="203640"/>
                    <a:pt x="0" y="197046"/>
                    <a:pt x="0" y="186495"/>
                  </a:cubicBezTo>
                  <a:lnTo>
                    <a:pt x="0" y="71316"/>
                  </a:lnTo>
                  <a:cubicBezTo>
                    <a:pt x="0" y="66480"/>
                    <a:pt x="2638" y="61644"/>
                    <a:pt x="7034" y="59446"/>
                  </a:cubicBezTo>
                  <a:close/>
                </a:path>
              </a:pathLst>
            </a:custGeom>
            <a:solidFill>
              <a:srgbClr val="EDEAF9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6122F39F-EB75-9AC3-0721-4F30228B1E43}"/>
                </a:ext>
              </a:extLst>
            </p:cNvPr>
            <p:cNvSpPr/>
            <p:nvPr/>
          </p:nvSpPr>
          <p:spPr>
            <a:xfrm>
              <a:off x="7195038" y="2351059"/>
              <a:ext cx="300697" cy="641844"/>
            </a:xfrm>
            <a:custGeom>
              <a:avLst/>
              <a:gdLst>
                <a:gd name="connsiteX0" fmla="*/ 0 w 300697"/>
                <a:gd name="connsiteY0" fmla="*/ 167936 h 641844"/>
                <a:gd name="connsiteX1" fmla="*/ 440 w 300697"/>
                <a:gd name="connsiteY1" fmla="*/ 606233 h 641844"/>
                <a:gd name="connsiteX2" fmla="*/ 53633 w 300697"/>
                <a:gd name="connsiteY2" fmla="*/ 637006 h 641844"/>
                <a:gd name="connsiteX3" fmla="*/ 283112 w 300697"/>
                <a:gd name="connsiteY3" fmla="*/ 504682 h 641844"/>
                <a:gd name="connsiteX4" fmla="*/ 300697 w 300697"/>
                <a:gd name="connsiteY4" fmla="*/ 473908 h 641844"/>
                <a:gd name="connsiteX5" fmla="*/ 300697 w 300697"/>
                <a:gd name="connsiteY5" fmla="*/ 35612 h 641844"/>
                <a:gd name="connsiteX6" fmla="*/ 247504 w 300697"/>
                <a:gd name="connsiteY6" fmla="*/ 4839 h 641844"/>
                <a:gd name="connsiteX7" fmla="*/ 18024 w 300697"/>
                <a:gd name="connsiteY7" fmla="*/ 137163 h 641844"/>
                <a:gd name="connsiteX8" fmla="*/ 0 w 300697"/>
                <a:gd name="connsiteY8" fmla="*/ 167936 h 641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0697" h="641844">
                  <a:moveTo>
                    <a:pt x="0" y="167936"/>
                  </a:moveTo>
                  <a:lnTo>
                    <a:pt x="440" y="606233"/>
                  </a:lnTo>
                  <a:cubicBezTo>
                    <a:pt x="440" y="633929"/>
                    <a:pt x="29894" y="650634"/>
                    <a:pt x="53633" y="637006"/>
                  </a:cubicBezTo>
                  <a:lnTo>
                    <a:pt x="283112" y="504682"/>
                  </a:lnTo>
                  <a:cubicBezTo>
                    <a:pt x="294103" y="498527"/>
                    <a:pt x="300697" y="486657"/>
                    <a:pt x="300697" y="473908"/>
                  </a:cubicBezTo>
                  <a:lnTo>
                    <a:pt x="300697" y="35612"/>
                  </a:lnTo>
                  <a:cubicBezTo>
                    <a:pt x="300697" y="7916"/>
                    <a:pt x="271242" y="-8789"/>
                    <a:pt x="247504" y="4839"/>
                  </a:cubicBezTo>
                  <a:lnTo>
                    <a:pt x="18024" y="137163"/>
                  </a:lnTo>
                  <a:cubicBezTo>
                    <a:pt x="7034" y="143757"/>
                    <a:pt x="0" y="155187"/>
                    <a:pt x="0" y="167936"/>
                  </a:cubicBezTo>
                  <a:close/>
                </a:path>
              </a:pathLst>
            </a:custGeom>
            <a:solidFill>
              <a:srgbClr val="E2E0F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37DD88CE-2BE4-C78E-2C2D-03D02CE3ED80}"/>
                </a:ext>
              </a:extLst>
            </p:cNvPr>
            <p:cNvSpPr/>
            <p:nvPr/>
          </p:nvSpPr>
          <p:spPr>
            <a:xfrm>
              <a:off x="7254826" y="3060514"/>
              <a:ext cx="104628" cy="121421"/>
            </a:xfrm>
            <a:custGeom>
              <a:avLst/>
              <a:gdLst>
                <a:gd name="connsiteX0" fmla="*/ 0 w 104628"/>
                <a:gd name="connsiteY0" fmla="*/ 47127 h 121421"/>
                <a:gd name="connsiteX1" fmla="*/ 5715 w 104628"/>
                <a:gd name="connsiteY1" fmla="*/ 73064 h 121421"/>
                <a:gd name="connsiteX2" fmla="*/ 5715 w 104628"/>
                <a:gd name="connsiteY2" fmla="*/ 109112 h 121421"/>
                <a:gd name="connsiteX3" fmla="*/ 78691 w 104628"/>
                <a:gd name="connsiteY3" fmla="*/ 121422 h 121421"/>
                <a:gd name="connsiteX4" fmla="*/ 104629 w 104628"/>
                <a:gd name="connsiteY4" fmla="*/ 77021 h 121421"/>
                <a:gd name="connsiteX5" fmla="*/ 101551 w 104628"/>
                <a:gd name="connsiteY5" fmla="*/ 15474 h 121421"/>
                <a:gd name="connsiteX6" fmla="*/ 77812 w 104628"/>
                <a:gd name="connsiteY6" fmla="*/ 88 h 121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4628" h="121421">
                  <a:moveTo>
                    <a:pt x="0" y="47127"/>
                  </a:moveTo>
                  <a:cubicBezTo>
                    <a:pt x="0" y="47127"/>
                    <a:pt x="4396" y="58996"/>
                    <a:pt x="5715" y="73064"/>
                  </a:cubicBezTo>
                  <a:cubicBezTo>
                    <a:pt x="7034" y="87571"/>
                    <a:pt x="5715" y="109112"/>
                    <a:pt x="5715" y="109112"/>
                  </a:cubicBezTo>
                  <a:lnTo>
                    <a:pt x="78691" y="121422"/>
                  </a:lnTo>
                  <a:lnTo>
                    <a:pt x="104629" y="77021"/>
                  </a:lnTo>
                  <a:cubicBezTo>
                    <a:pt x="104629" y="77021"/>
                    <a:pt x="103749" y="33059"/>
                    <a:pt x="101551" y="15474"/>
                  </a:cubicBezTo>
                  <a:cubicBezTo>
                    <a:pt x="99353" y="-2110"/>
                    <a:pt x="77812" y="88"/>
                    <a:pt x="77812" y="88"/>
                  </a:cubicBezTo>
                  <a:close/>
                </a:path>
              </a:pathLst>
            </a:custGeom>
            <a:solidFill>
              <a:srgbClr val="F7D5E2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9C9F2EAA-5169-8C1E-7DE7-C211C8A74293}"/>
                </a:ext>
              </a:extLst>
            </p:cNvPr>
            <p:cNvSpPr/>
            <p:nvPr/>
          </p:nvSpPr>
          <p:spPr>
            <a:xfrm>
              <a:off x="7204661" y="2961688"/>
              <a:ext cx="111924" cy="151227"/>
            </a:xfrm>
            <a:custGeom>
              <a:avLst/>
              <a:gdLst>
                <a:gd name="connsiteX0" fmla="*/ 109513 w 111924"/>
                <a:gd name="connsiteY0" fmla="*/ 123092 h 151227"/>
                <a:gd name="connsiteX1" fmla="*/ 3126 w 111924"/>
                <a:gd name="connsiteY1" fmla="*/ 151228 h 151227"/>
                <a:gd name="connsiteX2" fmla="*/ 3126 w 111924"/>
                <a:gd name="connsiteY2" fmla="*/ 63744 h 151227"/>
                <a:gd name="connsiteX3" fmla="*/ 27305 w 111924"/>
                <a:gd name="connsiteY3" fmla="*/ 0 h 151227"/>
                <a:gd name="connsiteX4" fmla="*/ 27305 w 111924"/>
                <a:gd name="connsiteY4" fmla="*/ 440 h 151227"/>
                <a:gd name="connsiteX5" fmla="*/ 50165 w 111924"/>
                <a:gd name="connsiteY5" fmla="*/ 25058 h 151227"/>
                <a:gd name="connsiteX6" fmla="*/ 81377 w 111924"/>
                <a:gd name="connsiteY6" fmla="*/ 51875 h 151227"/>
                <a:gd name="connsiteX7" fmla="*/ 82257 w 111924"/>
                <a:gd name="connsiteY7" fmla="*/ 56271 h 151227"/>
                <a:gd name="connsiteX8" fmla="*/ 76981 w 111924"/>
                <a:gd name="connsiteY8" fmla="*/ 89242 h 151227"/>
                <a:gd name="connsiteX9" fmla="*/ 84455 w 111924"/>
                <a:gd name="connsiteY9" fmla="*/ 106826 h 151227"/>
                <a:gd name="connsiteX10" fmla="*/ 105996 w 111924"/>
                <a:gd name="connsiteY10" fmla="*/ 70778 h 151227"/>
                <a:gd name="connsiteX11" fmla="*/ 109513 w 111924"/>
                <a:gd name="connsiteY11" fmla="*/ 123092 h 151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1924" h="151227">
                  <a:moveTo>
                    <a:pt x="109513" y="123092"/>
                  </a:moveTo>
                  <a:cubicBezTo>
                    <a:pt x="64672" y="151667"/>
                    <a:pt x="3126" y="151228"/>
                    <a:pt x="3126" y="151228"/>
                  </a:cubicBezTo>
                  <a:cubicBezTo>
                    <a:pt x="3126" y="151228"/>
                    <a:pt x="-3908" y="97155"/>
                    <a:pt x="3126" y="63744"/>
                  </a:cubicBezTo>
                  <a:cubicBezTo>
                    <a:pt x="10160" y="29894"/>
                    <a:pt x="27305" y="0"/>
                    <a:pt x="27305" y="0"/>
                  </a:cubicBezTo>
                  <a:cubicBezTo>
                    <a:pt x="27305" y="0"/>
                    <a:pt x="27305" y="145"/>
                    <a:pt x="27305" y="440"/>
                  </a:cubicBezTo>
                  <a:cubicBezTo>
                    <a:pt x="29064" y="2198"/>
                    <a:pt x="36537" y="11870"/>
                    <a:pt x="50165" y="25058"/>
                  </a:cubicBezTo>
                  <a:cubicBezTo>
                    <a:pt x="58518" y="32971"/>
                    <a:pt x="69068" y="42643"/>
                    <a:pt x="81377" y="51875"/>
                  </a:cubicBezTo>
                  <a:cubicBezTo>
                    <a:pt x="81949" y="53339"/>
                    <a:pt x="82257" y="54807"/>
                    <a:pt x="82257" y="56271"/>
                  </a:cubicBezTo>
                  <a:cubicBezTo>
                    <a:pt x="82257" y="67701"/>
                    <a:pt x="76102" y="78251"/>
                    <a:pt x="76981" y="89242"/>
                  </a:cubicBezTo>
                  <a:cubicBezTo>
                    <a:pt x="78300" y="100672"/>
                    <a:pt x="84455" y="106826"/>
                    <a:pt x="84455" y="106826"/>
                  </a:cubicBezTo>
                  <a:cubicBezTo>
                    <a:pt x="84455" y="106826"/>
                    <a:pt x="88412" y="61986"/>
                    <a:pt x="105996" y="70778"/>
                  </a:cubicBezTo>
                  <a:cubicBezTo>
                    <a:pt x="123581" y="79570"/>
                    <a:pt x="95006" y="114740"/>
                    <a:pt x="109513" y="123092"/>
                  </a:cubicBezTo>
                  <a:close/>
                </a:path>
              </a:pathLst>
            </a:custGeom>
            <a:solidFill>
              <a:srgbClr val="FCE0E9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DDEF7407-0F7B-8470-E4C5-CFD770F03A10}"/>
                </a:ext>
              </a:extLst>
            </p:cNvPr>
            <p:cNvSpPr/>
            <p:nvPr/>
          </p:nvSpPr>
          <p:spPr>
            <a:xfrm>
              <a:off x="7231966" y="2962128"/>
              <a:ext cx="22859" cy="24618"/>
            </a:xfrm>
            <a:custGeom>
              <a:avLst/>
              <a:gdLst>
                <a:gd name="connsiteX0" fmla="*/ 22860 w 22859"/>
                <a:gd name="connsiteY0" fmla="*/ 24619 h 24618"/>
                <a:gd name="connsiteX1" fmla="*/ 0 w 22859"/>
                <a:gd name="connsiteY1" fmla="*/ 0 h 24618"/>
                <a:gd name="connsiteX2" fmla="*/ 22860 w 22859"/>
                <a:gd name="connsiteY2" fmla="*/ 24619 h 24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59" h="24618">
                  <a:moveTo>
                    <a:pt x="22860" y="24619"/>
                  </a:moveTo>
                  <a:cubicBezTo>
                    <a:pt x="5275" y="20222"/>
                    <a:pt x="879" y="2198"/>
                    <a:pt x="0" y="0"/>
                  </a:cubicBezTo>
                  <a:cubicBezTo>
                    <a:pt x="1759" y="1759"/>
                    <a:pt x="9232" y="11430"/>
                    <a:pt x="22860" y="24619"/>
                  </a:cubicBezTo>
                  <a:close/>
                </a:path>
              </a:pathLst>
            </a:custGeom>
            <a:solidFill>
              <a:srgbClr val="11057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94AAF7DE-69BB-7505-D959-ABF47E0A80C1}"/>
                </a:ext>
              </a:extLst>
            </p:cNvPr>
            <p:cNvSpPr/>
            <p:nvPr/>
          </p:nvSpPr>
          <p:spPr>
            <a:xfrm>
              <a:off x="7281556" y="3013563"/>
              <a:ext cx="95922" cy="73599"/>
            </a:xfrm>
            <a:custGeom>
              <a:avLst/>
              <a:gdLst>
                <a:gd name="connsiteX0" fmla="*/ 95922 w 95922"/>
                <a:gd name="connsiteY0" fmla="*/ 40884 h 73599"/>
                <a:gd name="connsiteX1" fmla="*/ 32618 w 95922"/>
                <a:gd name="connsiteY1" fmla="*/ 71218 h 73599"/>
                <a:gd name="connsiteX2" fmla="*/ 29101 w 95922"/>
                <a:gd name="connsiteY2" fmla="*/ 18903 h 73599"/>
                <a:gd name="connsiteX3" fmla="*/ 7560 w 95922"/>
                <a:gd name="connsiteY3" fmla="*/ 54952 h 73599"/>
                <a:gd name="connsiteX4" fmla="*/ 86 w 95922"/>
                <a:gd name="connsiteY4" fmla="*/ 37367 h 73599"/>
                <a:gd name="connsiteX5" fmla="*/ 5362 w 95922"/>
                <a:gd name="connsiteY5" fmla="*/ 4396 h 73599"/>
                <a:gd name="connsiteX6" fmla="*/ 4482 w 95922"/>
                <a:gd name="connsiteY6" fmla="*/ 0 h 73599"/>
                <a:gd name="connsiteX7" fmla="*/ 67787 w 95922"/>
                <a:gd name="connsiteY7" fmla="*/ 36928 h 73599"/>
                <a:gd name="connsiteX8" fmla="*/ 70424 w 95922"/>
                <a:gd name="connsiteY8" fmla="*/ 37807 h 73599"/>
                <a:gd name="connsiteX9" fmla="*/ 95922 w 95922"/>
                <a:gd name="connsiteY9" fmla="*/ 40884 h 73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922" h="73599">
                  <a:moveTo>
                    <a:pt x="95922" y="40884"/>
                  </a:moveTo>
                  <a:cubicBezTo>
                    <a:pt x="77898" y="68580"/>
                    <a:pt x="45806" y="78691"/>
                    <a:pt x="32618" y="71218"/>
                  </a:cubicBezTo>
                  <a:cubicBezTo>
                    <a:pt x="18111" y="62865"/>
                    <a:pt x="46686" y="27696"/>
                    <a:pt x="29101" y="18903"/>
                  </a:cubicBezTo>
                  <a:cubicBezTo>
                    <a:pt x="11516" y="10111"/>
                    <a:pt x="7560" y="54952"/>
                    <a:pt x="7560" y="54952"/>
                  </a:cubicBezTo>
                  <a:cubicBezTo>
                    <a:pt x="7560" y="54952"/>
                    <a:pt x="1405" y="48797"/>
                    <a:pt x="86" y="37367"/>
                  </a:cubicBezTo>
                  <a:cubicBezTo>
                    <a:pt x="-793" y="26377"/>
                    <a:pt x="5362" y="15826"/>
                    <a:pt x="5362" y="4396"/>
                  </a:cubicBezTo>
                  <a:cubicBezTo>
                    <a:pt x="5362" y="2932"/>
                    <a:pt x="5054" y="1464"/>
                    <a:pt x="4482" y="0"/>
                  </a:cubicBezTo>
                  <a:cubicBezTo>
                    <a:pt x="22067" y="13188"/>
                    <a:pt x="43168" y="26377"/>
                    <a:pt x="67787" y="36928"/>
                  </a:cubicBezTo>
                  <a:cubicBezTo>
                    <a:pt x="68666" y="37222"/>
                    <a:pt x="69545" y="37512"/>
                    <a:pt x="70424" y="37807"/>
                  </a:cubicBezTo>
                  <a:cubicBezTo>
                    <a:pt x="80975" y="42203"/>
                    <a:pt x="89328" y="43082"/>
                    <a:pt x="95922" y="40884"/>
                  </a:cubicBezTo>
                  <a:close/>
                </a:path>
              </a:pathLst>
            </a:custGeom>
            <a:solidFill>
              <a:srgbClr val="11057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512E3B31-158D-9DFE-8806-C8155627A67A}"/>
                </a:ext>
              </a:extLst>
            </p:cNvPr>
            <p:cNvSpPr/>
            <p:nvPr/>
          </p:nvSpPr>
          <p:spPr>
            <a:xfrm>
              <a:off x="7231966" y="2911080"/>
              <a:ext cx="166122" cy="144525"/>
            </a:xfrm>
            <a:custGeom>
              <a:avLst/>
              <a:gdLst>
                <a:gd name="connsiteX0" fmla="*/ 145513 w 166122"/>
                <a:gd name="connsiteY0" fmla="*/ 143368 h 144525"/>
                <a:gd name="connsiteX1" fmla="*/ 120015 w 166122"/>
                <a:gd name="connsiteY1" fmla="*/ 140290 h 144525"/>
                <a:gd name="connsiteX2" fmla="*/ 117377 w 166122"/>
                <a:gd name="connsiteY2" fmla="*/ 139411 h 144525"/>
                <a:gd name="connsiteX3" fmla="*/ 54072 w 166122"/>
                <a:gd name="connsiteY3" fmla="*/ 102483 h 144525"/>
                <a:gd name="connsiteX4" fmla="*/ 22860 w 166122"/>
                <a:gd name="connsiteY4" fmla="*/ 75667 h 144525"/>
                <a:gd name="connsiteX5" fmla="*/ 0 w 166122"/>
                <a:gd name="connsiteY5" fmla="*/ 51048 h 144525"/>
                <a:gd name="connsiteX6" fmla="*/ 0 w 166122"/>
                <a:gd name="connsiteY6" fmla="*/ 50609 h 144525"/>
                <a:gd name="connsiteX7" fmla="*/ 0 w 166122"/>
                <a:gd name="connsiteY7" fmla="*/ 50609 h 144525"/>
                <a:gd name="connsiteX8" fmla="*/ 38246 w 166122"/>
                <a:gd name="connsiteY8" fmla="*/ 15879 h 144525"/>
                <a:gd name="connsiteX9" fmla="*/ 111662 w 166122"/>
                <a:gd name="connsiteY9" fmla="*/ 4889 h 144525"/>
                <a:gd name="connsiteX10" fmla="*/ 111662 w 166122"/>
                <a:gd name="connsiteY10" fmla="*/ 4889 h 144525"/>
                <a:gd name="connsiteX11" fmla="*/ 123532 w 166122"/>
                <a:gd name="connsiteY11" fmla="*/ 10164 h 144525"/>
                <a:gd name="connsiteX12" fmla="*/ 129247 w 166122"/>
                <a:gd name="connsiteY12" fmla="*/ 14560 h 144525"/>
                <a:gd name="connsiteX13" fmla="*/ 145513 w 166122"/>
                <a:gd name="connsiteY13" fmla="*/ 143368 h 14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6122" h="144525">
                  <a:moveTo>
                    <a:pt x="145513" y="143368"/>
                  </a:moveTo>
                  <a:cubicBezTo>
                    <a:pt x="138918" y="145566"/>
                    <a:pt x="130566" y="144686"/>
                    <a:pt x="120015" y="140290"/>
                  </a:cubicBezTo>
                  <a:cubicBezTo>
                    <a:pt x="119136" y="139996"/>
                    <a:pt x="118257" y="139706"/>
                    <a:pt x="117377" y="139411"/>
                  </a:cubicBezTo>
                  <a:cubicBezTo>
                    <a:pt x="92759" y="128860"/>
                    <a:pt x="71657" y="115672"/>
                    <a:pt x="54072" y="102483"/>
                  </a:cubicBezTo>
                  <a:cubicBezTo>
                    <a:pt x="41763" y="93252"/>
                    <a:pt x="31213" y="83580"/>
                    <a:pt x="22860" y="75667"/>
                  </a:cubicBezTo>
                  <a:cubicBezTo>
                    <a:pt x="9232" y="62479"/>
                    <a:pt x="1759" y="52807"/>
                    <a:pt x="0" y="51048"/>
                  </a:cubicBezTo>
                  <a:cubicBezTo>
                    <a:pt x="0" y="50754"/>
                    <a:pt x="0" y="50609"/>
                    <a:pt x="0" y="50609"/>
                  </a:cubicBezTo>
                  <a:cubicBezTo>
                    <a:pt x="0" y="50609"/>
                    <a:pt x="0" y="50609"/>
                    <a:pt x="0" y="50609"/>
                  </a:cubicBezTo>
                  <a:cubicBezTo>
                    <a:pt x="1759" y="48850"/>
                    <a:pt x="16266" y="29947"/>
                    <a:pt x="38246" y="15879"/>
                  </a:cubicBezTo>
                  <a:cubicBezTo>
                    <a:pt x="58029" y="3130"/>
                    <a:pt x="83966" y="-6102"/>
                    <a:pt x="111662" y="4889"/>
                  </a:cubicBezTo>
                  <a:cubicBezTo>
                    <a:pt x="111662" y="4889"/>
                    <a:pt x="111662" y="4889"/>
                    <a:pt x="111662" y="4889"/>
                  </a:cubicBezTo>
                  <a:cubicBezTo>
                    <a:pt x="115487" y="6353"/>
                    <a:pt x="119443" y="8111"/>
                    <a:pt x="123532" y="10164"/>
                  </a:cubicBezTo>
                  <a:cubicBezTo>
                    <a:pt x="125598" y="11338"/>
                    <a:pt x="127488" y="12802"/>
                    <a:pt x="129247" y="14560"/>
                  </a:cubicBezTo>
                  <a:cubicBezTo>
                    <a:pt x="166614" y="43575"/>
                    <a:pt x="181561" y="132377"/>
                    <a:pt x="145513" y="143368"/>
                  </a:cubicBezTo>
                  <a:close/>
                </a:path>
              </a:pathLst>
            </a:custGeom>
            <a:solidFill>
              <a:srgbClr val="FE617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594AEF-E0E5-212C-A858-6E7E40CE0125}"/>
                </a:ext>
              </a:extLst>
            </p:cNvPr>
            <p:cNvSpPr/>
            <p:nvPr/>
          </p:nvSpPr>
          <p:spPr>
            <a:xfrm>
              <a:off x="7177195" y="2912284"/>
              <a:ext cx="93017" cy="49404"/>
            </a:xfrm>
            <a:custGeom>
              <a:avLst/>
              <a:gdLst>
                <a:gd name="connsiteX0" fmla="*/ 93017 w 93017"/>
                <a:gd name="connsiteY0" fmla="*/ 14674 h 49404"/>
                <a:gd name="connsiteX1" fmla="*/ 54771 w 93017"/>
                <a:gd name="connsiteY1" fmla="*/ 49404 h 49404"/>
                <a:gd name="connsiteX2" fmla="*/ 54771 w 93017"/>
                <a:gd name="connsiteY2" fmla="*/ 49404 h 49404"/>
                <a:gd name="connsiteX3" fmla="*/ 698 w 93017"/>
                <a:gd name="connsiteY3" fmla="*/ 1486 h 49404"/>
                <a:gd name="connsiteX4" fmla="*/ 93017 w 93017"/>
                <a:gd name="connsiteY4" fmla="*/ 14674 h 49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017" h="49404">
                  <a:moveTo>
                    <a:pt x="93017" y="14674"/>
                  </a:moveTo>
                  <a:cubicBezTo>
                    <a:pt x="71036" y="28742"/>
                    <a:pt x="56529" y="47645"/>
                    <a:pt x="54771" y="49404"/>
                  </a:cubicBezTo>
                  <a:cubicBezTo>
                    <a:pt x="54771" y="49404"/>
                    <a:pt x="54771" y="49404"/>
                    <a:pt x="54771" y="49404"/>
                  </a:cubicBezTo>
                  <a:cubicBezTo>
                    <a:pt x="54771" y="49404"/>
                    <a:pt x="-7215" y="8520"/>
                    <a:pt x="698" y="1486"/>
                  </a:cubicBezTo>
                  <a:cubicBezTo>
                    <a:pt x="9051" y="-5548"/>
                    <a:pt x="93017" y="14674"/>
                    <a:pt x="93017" y="14674"/>
                  </a:cubicBezTo>
                  <a:close/>
                </a:path>
              </a:pathLst>
            </a:custGeom>
            <a:solidFill>
              <a:srgbClr val="F9486E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681E592-B609-517B-A850-E4E3AB9EF05C}"/>
                </a:ext>
              </a:extLst>
            </p:cNvPr>
            <p:cNvSpPr/>
            <p:nvPr/>
          </p:nvSpPr>
          <p:spPr>
            <a:xfrm>
              <a:off x="7343628" y="2909779"/>
              <a:ext cx="18802" cy="15861"/>
            </a:xfrm>
            <a:custGeom>
              <a:avLst/>
              <a:gdLst>
                <a:gd name="connsiteX0" fmla="*/ 17585 w 18802"/>
                <a:gd name="connsiteY0" fmla="*/ 15861 h 15861"/>
                <a:gd name="connsiteX1" fmla="*/ 11869 w 18802"/>
                <a:gd name="connsiteY1" fmla="*/ 11465 h 15861"/>
                <a:gd name="connsiteX2" fmla="*/ 0 w 18802"/>
                <a:gd name="connsiteY2" fmla="*/ 6190 h 15861"/>
                <a:gd name="connsiteX3" fmla="*/ 0 w 18802"/>
                <a:gd name="connsiteY3" fmla="*/ 6190 h 15861"/>
                <a:gd name="connsiteX4" fmla="*/ 0 w 18802"/>
                <a:gd name="connsiteY4" fmla="*/ 6190 h 15861"/>
                <a:gd name="connsiteX5" fmla="*/ 14067 w 18802"/>
                <a:gd name="connsiteY5" fmla="*/ 1354 h 15861"/>
                <a:gd name="connsiteX6" fmla="*/ 17585 w 18802"/>
                <a:gd name="connsiteY6" fmla="*/ 15861 h 15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02" h="15861">
                  <a:moveTo>
                    <a:pt x="17585" y="15861"/>
                  </a:moveTo>
                  <a:cubicBezTo>
                    <a:pt x="15826" y="14103"/>
                    <a:pt x="13935" y="12639"/>
                    <a:pt x="11869" y="11465"/>
                  </a:cubicBezTo>
                  <a:cubicBezTo>
                    <a:pt x="7781" y="9412"/>
                    <a:pt x="3825" y="7654"/>
                    <a:pt x="0" y="6190"/>
                  </a:cubicBezTo>
                  <a:cubicBezTo>
                    <a:pt x="0" y="6190"/>
                    <a:pt x="0" y="6190"/>
                    <a:pt x="0" y="6190"/>
                  </a:cubicBezTo>
                  <a:cubicBezTo>
                    <a:pt x="0" y="6190"/>
                    <a:pt x="0" y="6190"/>
                    <a:pt x="0" y="6190"/>
                  </a:cubicBezTo>
                  <a:cubicBezTo>
                    <a:pt x="1319" y="6190"/>
                    <a:pt x="6154" y="-3482"/>
                    <a:pt x="14067" y="1354"/>
                  </a:cubicBezTo>
                  <a:cubicBezTo>
                    <a:pt x="21981" y="6190"/>
                    <a:pt x="17585" y="15861"/>
                    <a:pt x="17585" y="15861"/>
                  </a:cubicBezTo>
                  <a:close/>
                </a:path>
              </a:pathLst>
            </a:custGeom>
            <a:solidFill>
              <a:srgbClr val="FCE0E9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2CEAEDF-BB20-670D-9927-F16B3B879A72}"/>
                </a:ext>
              </a:extLst>
            </p:cNvPr>
            <p:cNvSpPr/>
            <p:nvPr/>
          </p:nvSpPr>
          <p:spPr>
            <a:xfrm>
              <a:off x="7183608" y="3137489"/>
              <a:ext cx="343779" cy="519671"/>
            </a:xfrm>
            <a:custGeom>
              <a:avLst/>
              <a:gdLst>
                <a:gd name="connsiteX0" fmla="*/ 343779 w 343779"/>
                <a:gd name="connsiteY0" fmla="*/ 408888 h 519671"/>
                <a:gd name="connsiteX1" fmla="*/ 321798 w 343779"/>
                <a:gd name="connsiteY1" fmla="*/ 441859 h 519671"/>
                <a:gd name="connsiteX2" fmla="*/ 229919 w 343779"/>
                <a:gd name="connsiteY2" fmla="*/ 493734 h 519671"/>
                <a:gd name="connsiteX3" fmla="*/ 180682 w 343779"/>
                <a:gd name="connsiteY3" fmla="*/ 495932 h 519671"/>
                <a:gd name="connsiteX4" fmla="*/ 180682 w 343779"/>
                <a:gd name="connsiteY4" fmla="*/ 495493 h 519671"/>
                <a:gd name="connsiteX5" fmla="*/ 179803 w 343779"/>
                <a:gd name="connsiteY5" fmla="*/ 495493 h 519671"/>
                <a:gd name="connsiteX6" fmla="*/ 31213 w 343779"/>
                <a:gd name="connsiteY6" fmla="*/ 510000 h 519671"/>
                <a:gd name="connsiteX7" fmla="*/ 5275 w 343779"/>
                <a:gd name="connsiteY7" fmla="*/ 519671 h 519671"/>
                <a:gd name="connsiteX8" fmla="*/ 0 w 343779"/>
                <a:gd name="connsiteY8" fmla="*/ 363608 h 519671"/>
                <a:gd name="connsiteX9" fmla="*/ 30773 w 343779"/>
                <a:gd name="connsiteY9" fmla="*/ 273047 h 519671"/>
                <a:gd name="connsiteX10" fmla="*/ 84845 w 343779"/>
                <a:gd name="connsiteY10" fmla="*/ 154791 h 519671"/>
                <a:gd name="connsiteX11" fmla="*/ 58029 w 343779"/>
                <a:gd name="connsiteY11" fmla="*/ 73022 h 519671"/>
                <a:gd name="connsiteX12" fmla="*/ 18903 w 343779"/>
                <a:gd name="connsiteY12" fmla="*/ 76979 h 519671"/>
                <a:gd name="connsiteX13" fmla="*/ 20662 w 343779"/>
                <a:gd name="connsiteY13" fmla="*/ 73901 h 519671"/>
                <a:gd name="connsiteX14" fmla="*/ 114740 w 343779"/>
                <a:gd name="connsiteY14" fmla="*/ 11916 h 519671"/>
                <a:gd name="connsiteX15" fmla="*/ 184638 w 343779"/>
                <a:gd name="connsiteY15" fmla="*/ 925 h 519671"/>
                <a:gd name="connsiteX16" fmla="*/ 214532 w 343779"/>
                <a:gd name="connsiteY16" fmla="*/ 8399 h 519671"/>
                <a:gd name="connsiteX17" fmla="*/ 214532 w 343779"/>
                <a:gd name="connsiteY17" fmla="*/ 8399 h 519671"/>
                <a:gd name="connsiteX18" fmla="*/ 269924 w 343779"/>
                <a:gd name="connsiteY18" fmla="*/ 73901 h 519671"/>
                <a:gd name="connsiteX19" fmla="*/ 289267 w 343779"/>
                <a:gd name="connsiteY19" fmla="*/ 246231 h 519671"/>
                <a:gd name="connsiteX20" fmla="*/ 295421 w 343779"/>
                <a:gd name="connsiteY20" fmla="*/ 277004 h 519671"/>
                <a:gd name="connsiteX21" fmla="*/ 343779 w 343779"/>
                <a:gd name="connsiteY21" fmla="*/ 408888 h 51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3779" h="519671">
                  <a:moveTo>
                    <a:pt x="343779" y="408888"/>
                  </a:moveTo>
                  <a:cubicBezTo>
                    <a:pt x="343779" y="408888"/>
                    <a:pt x="337185" y="424275"/>
                    <a:pt x="321798" y="441859"/>
                  </a:cubicBezTo>
                  <a:cubicBezTo>
                    <a:pt x="304214" y="462521"/>
                    <a:pt x="274760" y="485821"/>
                    <a:pt x="229919" y="493734"/>
                  </a:cubicBezTo>
                  <a:cubicBezTo>
                    <a:pt x="214972" y="496372"/>
                    <a:pt x="198706" y="497251"/>
                    <a:pt x="180682" y="495932"/>
                  </a:cubicBezTo>
                  <a:lnTo>
                    <a:pt x="180682" y="495493"/>
                  </a:lnTo>
                  <a:lnTo>
                    <a:pt x="179803" y="495493"/>
                  </a:lnTo>
                  <a:cubicBezTo>
                    <a:pt x="113860" y="490217"/>
                    <a:pt x="61107" y="501208"/>
                    <a:pt x="31213" y="510000"/>
                  </a:cubicBezTo>
                  <a:cubicBezTo>
                    <a:pt x="14507" y="515275"/>
                    <a:pt x="5275" y="519671"/>
                    <a:pt x="5275" y="519671"/>
                  </a:cubicBezTo>
                  <a:cubicBezTo>
                    <a:pt x="5275" y="519671"/>
                    <a:pt x="0" y="438343"/>
                    <a:pt x="0" y="363608"/>
                  </a:cubicBezTo>
                  <a:cubicBezTo>
                    <a:pt x="37807" y="345144"/>
                    <a:pt x="30773" y="273047"/>
                    <a:pt x="30773" y="273047"/>
                  </a:cubicBezTo>
                  <a:cubicBezTo>
                    <a:pt x="57590" y="227767"/>
                    <a:pt x="77812" y="172815"/>
                    <a:pt x="84845" y="154791"/>
                  </a:cubicBezTo>
                  <a:cubicBezTo>
                    <a:pt x="110343" y="87090"/>
                    <a:pt x="58029" y="73022"/>
                    <a:pt x="58029" y="73022"/>
                  </a:cubicBezTo>
                  <a:cubicBezTo>
                    <a:pt x="58029" y="73022"/>
                    <a:pt x="40884" y="65988"/>
                    <a:pt x="18903" y="76979"/>
                  </a:cubicBezTo>
                  <a:cubicBezTo>
                    <a:pt x="19475" y="75805"/>
                    <a:pt x="20090" y="74781"/>
                    <a:pt x="20662" y="73901"/>
                  </a:cubicBezTo>
                  <a:cubicBezTo>
                    <a:pt x="39126" y="47964"/>
                    <a:pt x="86604" y="24225"/>
                    <a:pt x="114740" y="11916"/>
                  </a:cubicBezTo>
                  <a:cubicBezTo>
                    <a:pt x="136720" y="2684"/>
                    <a:pt x="160899" y="-2152"/>
                    <a:pt x="184638" y="925"/>
                  </a:cubicBezTo>
                  <a:cubicBezTo>
                    <a:pt x="194310" y="1804"/>
                    <a:pt x="204421" y="4002"/>
                    <a:pt x="214532" y="8399"/>
                  </a:cubicBezTo>
                  <a:cubicBezTo>
                    <a:pt x="214532" y="8399"/>
                    <a:pt x="214532" y="8399"/>
                    <a:pt x="214532" y="8399"/>
                  </a:cubicBezTo>
                  <a:cubicBezTo>
                    <a:pt x="237392" y="17631"/>
                    <a:pt x="258934" y="36974"/>
                    <a:pt x="269924" y="73901"/>
                  </a:cubicBezTo>
                  <a:cubicBezTo>
                    <a:pt x="287948" y="133689"/>
                    <a:pt x="281354" y="189081"/>
                    <a:pt x="289267" y="246231"/>
                  </a:cubicBezTo>
                  <a:cubicBezTo>
                    <a:pt x="290586" y="256781"/>
                    <a:pt x="292784" y="266893"/>
                    <a:pt x="295421" y="277004"/>
                  </a:cubicBezTo>
                  <a:cubicBezTo>
                    <a:pt x="312566" y="345584"/>
                    <a:pt x="343779" y="408888"/>
                    <a:pt x="343779" y="408888"/>
                  </a:cubicBezTo>
                  <a:close/>
                </a:path>
              </a:pathLst>
            </a:custGeom>
            <a:solidFill>
              <a:srgbClr val="F6F5F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28C6B149-B1DA-6BC4-5E78-3BC1A93F6348}"/>
                </a:ext>
              </a:extLst>
            </p:cNvPr>
            <p:cNvSpPr/>
            <p:nvPr/>
          </p:nvSpPr>
          <p:spPr>
            <a:xfrm>
              <a:off x="7398140" y="3145887"/>
              <a:ext cx="107668" cy="237832"/>
            </a:xfrm>
            <a:custGeom>
              <a:avLst/>
              <a:gdLst>
                <a:gd name="connsiteX0" fmla="*/ 74735 w 107668"/>
                <a:gd name="connsiteY0" fmla="*/ 237832 h 237832"/>
                <a:gd name="connsiteX1" fmla="*/ 55392 w 107668"/>
                <a:gd name="connsiteY1" fmla="*/ 65503 h 237832"/>
                <a:gd name="connsiteX2" fmla="*/ 0 w 107668"/>
                <a:gd name="connsiteY2" fmla="*/ 0 h 237832"/>
                <a:gd name="connsiteX3" fmla="*/ 69020 w 107668"/>
                <a:gd name="connsiteY3" fmla="*/ 58469 h 237832"/>
                <a:gd name="connsiteX4" fmla="*/ 74735 w 107668"/>
                <a:gd name="connsiteY4" fmla="*/ 237832 h 237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668" h="237832">
                  <a:moveTo>
                    <a:pt x="74735" y="237832"/>
                  </a:moveTo>
                  <a:cubicBezTo>
                    <a:pt x="66822" y="180682"/>
                    <a:pt x="73416" y="125290"/>
                    <a:pt x="55392" y="65503"/>
                  </a:cubicBezTo>
                  <a:cubicBezTo>
                    <a:pt x="44402" y="28575"/>
                    <a:pt x="22860" y="9232"/>
                    <a:pt x="0" y="0"/>
                  </a:cubicBezTo>
                  <a:cubicBezTo>
                    <a:pt x="3078" y="440"/>
                    <a:pt x="44841" y="5275"/>
                    <a:pt x="69020" y="58469"/>
                  </a:cubicBezTo>
                  <a:cubicBezTo>
                    <a:pt x="94517" y="113421"/>
                    <a:pt x="138479" y="214533"/>
                    <a:pt x="74735" y="237832"/>
                  </a:cubicBezTo>
                  <a:close/>
                </a:path>
              </a:pathLst>
            </a:custGeom>
            <a:solidFill>
              <a:srgbClr val="E2E0F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21D96DB1-60FB-0E45-DE4D-A6E0D9ABB9B8}"/>
                </a:ext>
              </a:extLst>
            </p:cNvPr>
            <p:cNvSpPr/>
            <p:nvPr/>
          </p:nvSpPr>
          <p:spPr>
            <a:xfrm>
              <a:off x="7105675" y="3208294"/>
              <a:ext cx="169783" cy="267943"/>
            </a:xfrm>
            <a:custGeom>
              <a:avLst/>
              <a:gdLst>
                <a:gd name="connsiteX0" fmla="*/ 162779 w 169783"/>
                <a:gd name="connsiteY0" fmla="*/ 83985 h 267943"/>
                <a:gd name="connsiteX1" fmla="*/ 108706 w 169783"/>
                <a:gd name="connsiteY1" fmla="*/ 202242 h 267943"/>
                <a:gd name="connsiteX2" fmla="*/ 78373 w 169783"/>
                <a:gd name="connsiteY2" fmla="*/ 244445 h 267943"/>
                <a:gd name="connsiteX3" fmla="*/ 51996 w 169783"/>
                <a:gd name="connsiteY3" fmla="*/ 264667 h 267943"/>
                <a:gd name="connsiteX4" fmla="*/ 15947 w 169783"/>
                <a:gd name="connsiteY4" fmla="*/ 261150 h 267943"/>
                <a:gd name="connsiteX5" fmla="*/ 121 w 169783"/>
                <a:gd name="connsiteY5" fmla="*/ 226421 h 267943"/>
                <a:gd name="connsiteX6" fmla="*/ 10672 w 169783"/>
                <a:gd name="connsiteY6" fmla="*/ 158280 h 267943"/>
                <a:gd name="connsiteX7" fmla="*/ 17266 w 169783"/>
                <a:gd name="connsiteY7" fmla="*/ 138058 h 267943"/>
                <a:gd name="connsiteX8" fmla="*/ 48919 w 169783"/>
                <a:gd name="connsiteY8" fmla="*/ 62444 h 267943"/>
                <a:gd name="connsiteX9" fmla="*/ 96836 w 169783"/>
                <a:gd name="connsiteY9" fmla="*/ 6173 h 267943"/>
                <a:gd name="connsiteX10" fmla="*/ 135962 w 169783"/>
                <a:gd name="connsiteY10" fmla="*/ 2217 h 267943"/>
                <a:gd name="connsiteX11" fmla="*/ 162779 w 169783"/>
                <a:gd name="connsiteY11" fmla="*/ 83985 h 267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9783" h="267943">
                  <a:moveTo>
                    <a:pt x="162779" y="83985"/>
                  </a:moveTo>
                  <a:cubicBezTo>
                    <a:pt x="155745" y="102010"/>
                    <a:pt x="135523" y="156961"/>
                    <a:pt x="108706" y="202242"/>
                  </a:cubicBezTo>
                  <a:cubicBezTo>
                    <a:pt x="99474" y="218068"/>
                    <a:pt x="89363" y="233015"/>
                    <a:pt x="78373" y="244445"/>
                  </a:cubicBezTo>
                  <a:cubicBezTo>
                    <a:pt x="70020" y="253677"/>
                    <a:pt x="61227" y="260711"/>
                    <a:pt x="51996" y="264667"/>
                  </a:cubicBezTo>
                  <a:cubicBezTo>
                    <a:pt x="40126" y="269503"/>
                    <a:pt x="27817" y="269503"/>
                    <a:pt x="15947" y="261150"/>
                  </a:cubicBezTo>
                  <a:cubicBezTo>
                    <a:pt x="6276" y="254556"/>
                    <a:pt x="1440" y="242247"/>
                    <a:pt x="121" y="226421"/>
                  </a:cubicBezTo>
                  <a:cubicBezTo>
                    <a:pt x="-758" y="207957"/>
                    <a:pt x="3198" y="184218"/>
                    <a:pt x="10672" y="158280"/>
                  </a:cubicBezTo>
                  <a:cubicBezTo>
                    <a:pt x="12738" y="151541"/>
                    <a:pt x="14936" y="144797"/>
                    <a:pt x="17266" y="138058"/>
                  </a:cubicBezTo>
                  <a:cubicBezTo>
                    <a:pt x="26058" y="113000"/>
                    <a:pt x="37049" y="87063"/>
                    <a:pt x="48919" y="62444"/>
                  </a:cubicBezTo>
                  <a:cubicBezTo>
                    <a:pt x="64305" y="29473"/>
                    <a:pt x="81890" y="13647"/>
                    <a:pt x="96836" y="6173"/>
                  </a:cubicBezTo>
                  <a:cubicBezTo>
                    <a:pt x="118817" y="-4817"/>
                    <a:pt x="135962" y="2217"/>
                    <a:pt x="135962" y="2217"/>
                  </a:cubicBezTo>
                  <a:cubicBezTo>
                    <a:pt x="135962" y="2217"/>
                    <a:pt x="188276" y="16285"/>
                    <a:pt x="162779" y="83985"/>
                  </a:cubicBezTo>
                  <a:close/>
                </a:path>
              </a:pathLst>
            </a:custGeom>
            <a:solidFill>
              <a:srgbClr val="F6F5F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35413E03-F573-D91E-A87E-5CE54E89B7C8}"/>
                </a:ext>
              </a:extLst>
            </p:cNvPr>
            <p:cNvSpPr/>
            <p:nvPr/>
          </p:nvSpPr>
          <p:spPr>
            <a:xfrm>
              <a:off x="6910607" y="3278651"/>
              <a:ext cx="211015" cy="190793"/>
            </a:xfrm>
            <a:custGeom>
              <a:avLst/>
              <a:gdLst>
                <a:gd name="connsiteX0" fmla="*/ 211015 w 211015"/>
                <a:gd name="connsiteY0" fmla="*/ 190793 h 190793"/>
                <a:gd name="connsiteX1" fmla="*/ 105508 w 211015"/>
                <a:gd name="connsiteY1" fmla="*/ 148590 h 190793"/>
                <a:gd name="connsiteX2" fmla="*/ 0 w 211015"/>
                <a:gd name="connsiteY2" fmla="*/ 67701 h 190793"/>
                <a:gd name="connsiteX3" fmla="*/ 5715 w 211015"/>
                <a:gd name="connsiteY3" fmla="*/ 50116 h 190793"/>
                <a:gd name="connsiteX4" fmla="*/ 23299 w 211015"/>
                <a:gd name="connsiteY4" fmla="*/ 21981 h 190793"/>
                <a:gd name="connsiteX5" fmla="*/ 35609 w 211015"/>
                <a:gd name="connsiteY5" fmla="*/ 11430 h 190793"/>
                <a:gd name="connsiteX6" fmla="*/ 59788 w 211015"/>
                <a:gd name="connsiteY6" fmla="*/ 0 h 190793"/>
                <a:gd name="connsiteX7" fmla="*/ 160460 w 211015"/>
                <a:gd name="connsiteY7" fmla="*/ 67261 h 190793"/>
                <a:gd name="connsiteX8" fmla="*/ 160460 w 211015"/>
                <a:gd name="connsiteY8" fmla="*/ 67701 h 190793"/>
                <a:gd name="connsiteX9" fmla="*/ 189035 w 211015"/>
                <a:gd name="connsiteY9" fmla="*/ 111223 h 190793"/>
                <a:gd name="connsiteX10" fmla="*/ 195189 w 211015"/>
                <a:gd name="connsiteY10" fmla="*/ 156063 h 190793"/>
                <a:gd name="connsiteX11" fmla="*/ 211015 w 211015"/>
                <a:gd name="connsiteY11" fmla="*/ 190793 h 190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1015" h="190793">
                  <a:moveTo>
                    <a:pt x="211015" y="190793"/>
                  </a:moveTo>
                  <a:cubicBezTo>
                    <a:pt x="211015" y="190793"/>
                    <a:pt x="151667" y="178484"/>
                    <a:pt x="105508" y="148590"/>
                  </a:cubicBezTo>
                  <a:cubicBezTo>
                    <a:pt x="58908" y="119136"/>
                    <a:pt x="0" y="67701"/>
                    <a:pt x="0" y="67701"/>
                  </a:cubicBezTo>
                  <a:cubicBezTo>
                    <a:pt x="0" y="67701"/>
                    <a:pt x="1758" y="59788"/>
                    <a:pt x="5715" y="50116"/>
                  </a:cubicBezTo>
                  <a:cubicBezTo>
                    <a:pt x="9671" y="41324"/>
                    <a:pt x="15387" y="30334"/>
                    <a:pt x="23299" y="21981"/>
                  </a:cubicBezTo>
                  <a:cubicBezTo>
                    <a:pt x="27388" y="17585"/>
                    <a:pt x="31520" y="14068"/>
                    <a:pt x="35609" y="11430"/>
                  </a:cubicBezTo>
                  <a:cubicBezTo>
                    <a:pt x="48358" y="2638"/>
                    <a:pt x="59788" y="0"/>
                    <a:pt x="59788" y="0"/>
                  </a:cubicBezTo>
                  <a:cubicBezTo>
                    <a:pt x="59788" y="0"/>
                    <a:pt x="115179" y="41324"/>
                    <a:pt x="160460" y="67261"/>
                  </a:cubicBezTo>
                  <a:cubicBezTo>
                    <a:pt x="160460" y="67261"/>
                    <a:pt x="160460" y="67406"/>
                    <a:pt x="160460" y="67701"/>
                  </a:cubicBezTo>
                  <a:cubicBezTo>
                    <a:pt x="163976" y="70338"/>
                    <a:pt x="191672" y="94078"/>
                    <a:pt x="189035" y="111223"/>
                  </a:cubicBezTo>
                  <a:cubicBezTo>
                    <a:pt x="185957" y="133643"/>
                    <a:pt x="189035" y="145513"/>
                    <a:pt x="195189" y="156063"/>
                  </a:cubicBezTo>
                  <a:cubicBezTo>
                    <a:pt x="196508" y="171890"/>
                    <a:pt x="201344" y="184199"/>
                    <a:pt x="211015" y="190793"/>
                  </a:cubicBezTo>
                  <a:close/>
                </a:path>
              </a:pathLst>
            </a:custGeom>
            <a:solidFill>
              <a:srgbClr val="F6F5F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3F87D2F8-0D90-BC83-D69D-DC0DD9EDDB16}"/>
                </a:ext>
              </a:extLst>
            </p:cNvPr>
            <p:cNvSpPr/>
            <p:nvPr/>
          </p:nvSpPr>
          <p:spPr>
            <a:xfrm>
              <a:off x="6841985" y="3217525"/>
              <a:ext cx="104231" cy="111242"/>
            </a:xfrm>
            <a:custGeom>
              <a:avLst/>
              <a:gdLst>
                <a:gd name="connsiteX0" fmla="*/ 104231 w 104231"/>
                <a:gd name="connsiteY0" fmla="*/ 72556 h 111242"/>
                <a:gd name="connsiteX1" fmla="*/ 91922 w 104231"/>
                <a:gd name="connsiteY1" fmla="*/ 83107 h 111242"/>
                <a:gd name="connsiteX2" fmla="*/ 74337 w 104231"/>
                <a:gd name="connsiteY2" fmla="*/ 111242 h 111242"/>
                <a:gd name="connsiteX3" fmla="*/ 62028 w 104231"/>
                <a:gd name="connsiteY3" fmla="*/ 105088 h 111242"/>
                <a:gd name="connsiteX4" fmla="*/ 41366 w 104231"/>
                <a:gd name="connsiteY4" fmla="*/ 55851 h 111242"/>
                <a:gd name="connsiteX5" fmla="*/ 482 w 104231"/>
                <a:gd name="connsiteY5" fmla="*/ 20 h 111242"/>
                <a:gd name="connsiteX6" fmla="*/ 79173 w 104231"/>
                <a:gd name="connsiteY6" fmla="*/ 45300 h 111242"/>
                <a:gd name="connsiteX7" fmla="*/ 90603 w 104231"/>
                <a:gd name="connsiteY7" fmla="*/ 54532 h 111242"/>
                <a:gd name="connsiteX8" fmla="*/ 93241 w 104231"/>
                <a:gd name="connsiteY8" fmla="*/ 57609 h 111242"/>
                <a:gd name="connsiteX9" fmla="*/ 93680 w 104231"/>
                <a:gd name="connsiteY9" fmla="*/ 57609 h 111242"/>
                <a:gd name="connsiteX10" fmla="*/ 104231 w 104231"/>
                <a:gd name="connsiteY10" fmla="*/ 72556 h 11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231" h="111242">
                  <a:moveTo>
                    <a:pt x="104231" y="72556"/>
                  </a:moveTo>
                  <a:cubicBezTo>
                    <a:pt x="100143" y="75194"/>
                    <a:pt x="96010" y="78711"/>
                    <a:pt x="91922" y="83107"/>
                  </a:cubicBezTo>
                  <a:cubicBezTo>
                    <a:pt x="84009" y="91460"/>
                    <a:pt x="78294" y="102450"/>
                    <a:pt x="74337" y="111242"/>
                  </a:cubicBezTo>
                  <a:cubicBezTo>
                    <a:pt x="71700" y="109044"/>
                    <a:pt x="67303" y="105967"/>
                    <a:pt x="62028" y="105088"/>
                  </a:cubicBezTo>
                  <a:cubicBezTo>
                    <a:pt x="51477" y="103329"/>
                    <a:pt x="19385" y="94537"/>
                    <a:pt x="41366" y="55851"/>
                  </a:cubicBezTo>
                  <a:cubicBezTo>
                    <a:pt x="49279" y="42223"/>
                    <a:pt x="-5673" y="899"/>
                    <a:pt x="482" y="20"/>
                  </a:cubicBezTo>
                  <a:cubicBezTo>
                    <a:pt x="4878" y="-859"/>
                    <a:pt x="54554" y="27716"/>
                    <a:pt x="79173" y="45300"/>
                  </a:cubicBezTo>
                  <a:cubicBezTo>
                    <a:pt x="84009" y="48817"/>
                    <a:pt x="88405" y="52334"/>
                    <a:pt x="90603" y="54532"/>
                  </a:cubicBezTo>
                  <a:cubicBezTo>
                    <a:pt x="91790" y="55706"/>
                    <a:pt x="92669" y="56730"/>
                    <a:pt x="93241" y="57609"/>
                  </a:cubicBezTo>
                  <a:cubicBezTo>
                    <a:pt x="93548" y="57609"/>
                    <a:pt x="93680" y="57609"/>
                    <a:pt x="93680" y="57609"/>
                  </a:cubicBezTo>
                  <a:cubicBezTo>
                    <a:pt x="101154" y="65962"/>
                    <a:pt x="98077" y="67281"/>
                    <a:pt x="104231" y="72556"/>
                  </a:cubicBezTo>
                  <a:close/>
                </a:path>
              </a:pathLst>
            </a:custGeom>
            <a:solidFill>
              <a:srgbClr val="FCE0E9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992C896D-FBBF-C04B-18FD-B254B163D12A}"/>
                </a:ext>
              </a:extLst>
            </p:cNvPr>
            <p:cNvSpPr/>
            <p:nvPr/>
          </p:nvSpPr>
          <p:spPr>
            <a:xfrm>
              <a:off x="6919008" y="3250022"/>
              <a:ext cx="16217" cy="25112"/>
            </a:xfrm>
            <a:custGeom>
              <a:avLst/>
              <a:gdLst>
                <a:gd name="connsiteX0" fmla="*/ 16217 w 16217"/>
                <a:gd name="connsiteY0" fmla="*/ 25112 h 25112"/>
                <a:gd name="connsiteX1" fmla="*/ 13580 w 16217"/>
                <a:gd name="connsiteY1" fmla="*/ 22035 h 25112"/>
                <a:gd name="connsiteX2" fmla="*/ 2149 w 16217"/>
                <a:gd name="connsiteY2" fmla="*/ 12803 h 25112"/>
                <a:gd name="connsiteX3" fmla="*/ 2149 w 16217"/>
                <a:gd name="connsiteY3" fmla="*/ 54 h 25112"/>
                <a:gd name="connsiteX4" fmla="*/ 16217 w 16217"/>
                <a:gd name="connsiteY4" fmla="*/ 25112 h 25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17" h="25112">
                  <a:moveTo>
                    <a:pt x="16217" y="25112"/>
                  </a:moveTo>
                  <a:cubicBezTo>
                    <a:pt x="15646" y="24233"/>
                    <a:pt x="14766" y="23209"/>
                    <a:pt x="13580" y="22035"/>
                  </a:cubicBezTo>
                  <a:cubicBezTo>
                    <a:pt x="11382" y="19837"/>
                    <a:pt x="6985" y="16320"/>
                    <a:pt x="2149" y="12803"/>
                  </a:cubicBezTo>
                  <a:cubicBezTo>
                    <a:pt x="2149" y="12803"/>
                    <a:pt x="-2686" y="1373"/>
                    <a:pt x="2149" y="54"/>
                  </a:cubicBezTo>
                  <a:cubicBezTo>
                    <a:pt x="6545" y="-1265"/>
                    <a:pt x="15338" y="22035"/>
                    <a:pt x="16217" y="25112"/>
                  </a:cubicBezTo>
                  <a:close/>
                </a:path>
              </a:pathLst>
            </a:custGeom>
            <a:solidFill>
              <a:srgbClr val="F7D5E2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F5B7D44B-CBAB-215F-9195-7A7F2F06277E}"/>
                </a:ext>
              </a:extLst>
            </p:cNvPr>
            <p:cNvSpPr/>
            <p:nvPr/>
          </p:nvSpPr>
          <p:spPr>
            <a:xfrm>
              <a:off x="7183426" y="3410536"/>
              <a:ext cx="31472" cy="90560"/>
            </a:xfrm>
            <a:custGeom>
              <a:avLst/>
              <a:gdLst>
                <a:gd name="connsiteX0" fmla="*/ 182 w 31472"/>
                <a:gd name="connsiteY0" fmla="*/ 90561 h 90560"/>
                <a:gd name="connsiteX1" fmla="*/ 622 w 31472"/>
                <a:gd name="connsiteY1" fmla="*/ 42203 h 90560"/>
                <a:gd name="connsiteX2" fmla="*/ 30955 w 31472"/>
                <a:gd name="connsiteY2" fmla="*/ 0 h 90560"/>
                <a:gd name="connsiteX3" fmla="*/ 182 w 31472"/>
                <a:gd name="connsiteY3" fmla="*/ 90561 h 90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72" h="90560">
                  <a:moveTo>
                    <a:pt x="182" y="90561"/>
                  </a:moveTo>
                  <a:cubicBezTo>
                    <a:pt x="-257" y="73855"/>
                    <a:pt x="182" y="57150"/>
                    <a:pt x="622" y="42203"/>
                  </a:cubicBezTo>
                  <a:cubicBezTo>
                    <a:pt x="11612" y="30773"/>
                    <a:pt x="21723" y="15826"/>
                    <a:pt x="30955" y="0"/>
                  </a:cubicBezTo>
                  <a:cubicBezTo>
                    <a:pt x="30955" y="0"/>
                    <a:pt x="37989" y="72097"/>
                    <a:pt x="182" y="90561"/>
                  </a:cubicBezTo>
                  <a:close/>
                </a:path>
              </a:pathLst>
            </a:custGeom>
            <a:solidFill>
              <a:srgbClr val="E2E0F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84481834-ED13-DA67-7ACE-C8FB2D156255}"/>
                </a:ext>
              </a:extLst>
            </p:cNvPr>
            <p:cNvSpPr/>
            <p:nvPr/>
          </p:nvSpPr>
          <p:spPr>
            <a:xfrm>
              <a:off x="7071067" y="3346352"/>
              <a:ext cx="45280" cy="88362"/>
            </a:xfrm>
            <a:custGeom>
              <a:avLst/>
              <a:gdLst>
                <a:gd name="connsiteX0" fmla="*/ 45280 w 45280"/>
                <a:gd name="connsiteY0" fmla="*/ 20222 h 88362"/>
                <a:gd name="connsiteX1" fmla="*/ 34729 w 45280"/>
                <a:gd name="connsiteY1" fmla="*/ 88363 h 88362"/>
                <a:gd name="connsiteX2" fmla="*/ 28575 w 45280"/>
                <a:gd name="connsiteY2" fmla="*/ 43522 h 88362"/>
                <a:gd name="connsiteX3" fmla="*/ 0 w 45280"/>
                <a:gd name="connsiteY3" fmla="*/ 0 h 88362"/>
                <a:gd name="connsiteX4" fmla="*/ 45280 w 45280"/>
                <a:gd name="connsiteY4" fmla="*/ 20222 h 8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280" h="88362">
                  <a:moveTo>
                    <a:pt x="45280" y="20222"/>
                  </a:moveTo>
                  <a:cubicBezTo>
                    <a:pt x="37807" y="46160"/>
                    <a:pt x="33850" y="69899"/>
                    <a:pt x="34729" y="88363"/>
                  </a:cubicBezTo>
                  <a:cubicBezTo>
                    <a:pt x="28575" y="77812"/>
                    <a:pt x="25497" y="65942"/>
                    <a:pt x="28575" y="43522"/>
                  </a:cubicBezTo>
                  <a:cubicBezTo>
                    <a:pt x="31213" y="26377"/>
                    <a:pt x="3517" y="2638"/>
                    <a:pt x="0" y="0"/>
                  </a:cubicBezTo>
                  <a:cubicBezTo>
                    <a:pt x="18024" y="10551"/>
                    <a:pt x="34729" y="18464"/>
                    <a:pt x="45280" y="20222"/>
                  </a:cubicBezTo>
                  <a:close/>
                </a:path>
              </a:pathLst>
            </a:custGeom>
            <a:solidFill>
              <a:srgbClr val="E2E0F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038916EA-E7FA-B2F7-26D5-7EB4D63B95EB}"/>
                </a:ext>
              </a:extLst>
            </p:cNvPr>
            <p:cNvSpPr/>
            <p:nvPr/>
          </p:nvSpPr>
          <p:spPr>
            <a:xfrm>
              <a:off x="7173897" y="3631223"/>
              <a:ext cx="239629" cy="697236"/>
            </a:xfrm>
            <a:custGeom>
              <a:avLst/>
              <a:gdLst>
                <a:gd name="connsiteX0" fmla="*/ 143354 w 239629"/>
                <a:gd name="connsiteY0" fmla="*/ 219808 h 697236"/>
                <a:gd name="connsiteX1" fmla="*/ 157422 w 239629"/>
                <a:gd name="connsiteY1" fmla="*/ 563587 h 697236"/>
                <a:gd name="connsiteX2" fmla="*/ 163576 w 239629"/>
                <a:gd name="connsiteY2" fmla="*/ 619418 h 697236"/>
                <a:gd name="connsiteX3" fmla="*/ 171489 w 239629"/>
                <a:gd name="connsiteY3" fmla="*/ 682723 h 697236"/>
                <a:gd name="connsiteX4" fmla="*/ 143794 w 239629"/>
                <a:gd name="connsiteY4" fmla="*/ 692834 h 697236"/>
                <a:gd name="connsiteX5" fmla="*/ 143354 w 239629"/>
                <a:gd name="connsiteY5" fmla="*/ 692834 h 697236"/>
                <a:gd name="connsiteX6" fmla="*/ 86644 w 239629"/>
                <a:gd name="connsiteY6" fmla="*/ 694153 h 697236"/>
                <a:gd name="connsiteX7" fmla="*/ 37847 w 239629"/>
                <a:gd name="connsiteY7" fmla="*/ 657225 h 697236"/>
                <a:gd name="connsiteX8" fmla="*/ 36088 w 239629"/>
                <a:gd name="connsiteY8" fmla="*/ 650631 h 697236"/>
                <a:gd name="connsiteX9" fmla="*/ 39 w 239629"/>
                <a:gd name="connsiteY9" fmla="*/ 232557 h 697236"/>
                <a:gd name="connsiteX10" fmla="*/ 25098 w 239629"/>
                <a:gd name="connsiteY10" fmla="*/ 67701 h 697236"/>
                <a:gd name="connsiteX11" fmla="*/ 40924 w 239629"/>
                <a:gd name="connsiteY11" fmla="*/ 16266 h 697236"/>
                <a:gd name="connsiteX12" fmla="*/ 140716 w 239629"/>
                <a:gd name="connsiteY12" fmla="*/ 440 h 697236"/>
                <a:gd name="connsiteX13" fmla="*/ 189514 w 239629"/>
                <a:gd name="connsiteY13" fmla="*/ 1759 h 697236"/>
                <a:gd name="connsiteX14" fmla="*/ 190393 w 239629"/>
                <a:gd name="connsiteY14" fmla="*/ 1759 h 697236"/>
                <a:gd name="connsiteX15" fmla="*/ 190393 w 239629"/>
                <a:gd name="connsiteY15" fmla="*/ 2198 h 697236"/>
                <a:gd name="connsiteX16" fmla="*/ 211055 w 239629"/>
                <a:gd name="connsiteY16" fmla="*/ 2638 h 697236"/>
                <a:gd name="connsiteX17" fmla="*/ 239630 w 239629"/>
                <a:gd name="connsiteY17" fmla="*/ 0 h 697236"/>
                <a:gd name="connsiteX18" fmla="*/ 190393 w 239629"/>
                <a:gd name="connsiteY18" fmla="*/ 120455 h 697236"/>
                <a:gd name="connsiteX19" fmla="*/ 143354 w 239629"/>
                <a:gd name="connsiteY19" fmla="*/ 219808 h 69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9629" h="697236">
                  <a:moveTo>
                    <a:pt x="143354" y="219808"/>
                  </a:moveTo>
                  <a:cubicBezTo>
                    <a:pt x="127528" y="261132"/>
                    <a:pt x="143794" y="440495"/>
                    <a:pt x="157422" y="563587"/>
                  </a:cubicBezTo>
                  <a:cubicBezTo>
                    <a:pt x="159620" y="583809"/>
                    <a:pt x="161818" y="603152"/>
                    <a:pt x="163576" y="619418"/>
                  </a:cubicBezTo>
                  <a:cubicBezTo>
                    <a:pt x="167973" y="658104"/>
                    <a:pt x="171489" y="682723"/>
                    <a:pt x="171489" y="682723"/>
                  </a:cubicBezTo>
                  <a:cubicBezTo>
                    <a:pt x="171489" y="682723"/>
                    <a:pt x="160059" y="688877"/>
                    <a:pt x="143794" y="692834"/>
                  </a:cubicBezTo>
                  <a:cubicBezTo>
                    <a:pt x="143794" y="692834"/>
                    <a:pt x="143662" y="692834"/>
                    <a:pt x="143354" y="692834"/>
                  </a:cubicBezTo>
                  <a:cubicBezTo>
                    <a:pt x="127968" y="697230"/>
                    <a:pt x="107305" y="699428"/>
                    <a:pt x="86644" y="694153"/>
                  </a:cubicBezTo>
                  <a:cubicBezTo>
                    <a:pt x="52354" y="684921"/>
                    <a:pt x="41363" y="666897"/>
                    <a:pt x="37847" y="657225"/>
                  </a:cubicBezTo>
                  <a:cubicBezTo>
                    <a:pt x="36088" y="653268"/>
                    <a:pt x="36088" y="650631"/>
                    <a:pt x="36088" y="650631"/>
                  </a:cubicBezTo>
                  <a:cubicBezTo>
                    <a:pt x="36088" y="650631"/>
                    <a:pt x="1798" y="335866"/>
                    <a:pt x="39" y="232557"/>
                  </a:cubicBezTo>
                  <a:cubicBezTo>
                    <a:pt x="-840" y="173209"/>
                    <a:pt x="13228" y="109904"/>
                    <a:pt x="25098" y="67701"/>
                  </a:cubicBezTo>
                  <a:cubicBezTo>
                    <a:pt x="33450" y="36488"/>
                    <a:pt x="40924" y="16266"/>
                    <a:pt x="40924" y="16266"/>
                  </a:cubicBezTo>
                  <a:cubicBezTo>
                    <a:pt x="62904" y="10111"/>
                    <a:pt x="97634" y="2198"/>
                    <a:pt x="140716" y="440"/>
                  </a:cubicBezTo>
                  <a:cubicBezTo>
                    <a:pt x="156103" y="0"/>
                    <a:pt x="172369" y="440"/>
                    <a:pt x="189514" y="1759"/>
                  </a:cubicBezTo>
                  <a:lnTo>
                    <a:pt x="190393" y="1759"/>
                  </a:lnTo>
                  <a:lnTo>
                    <a:pt x="190393" y="2198"/>
                  </a:lnTo>
                  <a:cubicBezTo>
                    <a:pt x="197427" y="2783"/>
                    <a:pt x="204329" y="2932"/>
                    <a:pt x="211055" y="2638"/>
                  </a:cubicBezTo>
                  <a:cubicBezTo>
                    <a:pt x="221034" y="2343"/>
                    <a:pt x="230530" y="1464"/>
                    <a:pt x="239630" y="0"/>
                  </a:cubicBezTo>
                  <a:cubicBezTo>
                    <a:pt x="233035" y="34730"/>
                    <a:pt x="211934" y="77812"/>
                    <a:pt x="190393" y="120455"/>
                  </a:cubicBezTo>
                  <a:cubicBezTo>
                    <a:pt x="172808" y="155624"/>
                    <a:pt x="154345" y="190353"/>
                    <a:pt x="143354" y="219808"/>
                  </a:cubicBezTo>
                  <a:close/>
                </a:path>
              </a:pathLst>
            </a:custGeom>
            <a:solidFill>
              <a:srgbClr val="5E19F4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6C2B9C38-0D9B-DF7E-DC50-8FDBA6AF6363}"/>
                </a:ext>
              </a:extLst>
            </p:cNvPr>
            <p:cNvSpPr/>
            <p:nvPr/>
          </p:nvSpPr>
          <p:spPr>
            <a:xfrm>
              <a:off x="7125545" y="4287821"/>
              <a:ext cx="208342" cy="101870"/>
            </a:xfrm>
            <a:custGeom>
              <a:avLst/>
              <a:gdLst>
                <a:gd name="connsiteX0" fmla="*/ 196982 w 208342"/>
                <a:gd name="connsiteY0" fmla="*/ 100859 h 101870"/>
                <a:gd name="connsiteX1" fmla="*/ 913 w 208342"/>
                <a:gd name="connsiteY1" fmla="*/ 12056 h 101870"/>
                <a:gd name="connsiteX2" fmla="*/ 86199 w 208342"/>
                <a:gd name="connsiteY2" fmla="*/ 626 h 101870"/>
                <a:gd name="connsiteX3" fmla="*/ 134996 w 208342"/>
                <a:gd name="connsiteY3" fmla="*/ 37554 h 101870"/>
                <a:gd name="connsiteX4" fmla="*/ 191706 w 208342"/>
                <a:gd name="connsiteY4" fmla="*/ 36235 h 101870"/>
                <a:gd name="connsiteX5" fmla="*/ 192146 w 208342"/>
                <a:gd name="connsiteY5" fmla="*/ 36235 h 101870"/>
                <a:gd name="connsiteX6" fmla="*/ 193025 w 208342"/>
                <a:gd name="connsiteY6" fmla="*/ 36675 h 101870"/>
                <a:gd name="connsiteX7" fmla="*/ 196982 w 208342"/>
                <a:gd name="connsiteY7" fmla="*/ 100859 h 101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8342" h="101870">
                  <a:moveTo>
                    <a:pt x="196982" y="100859"/>
                  </a:moveTo>
                  <a:cubicBezTo>
                    <a:pt x="169286" y="111849"/>
                    <a:pt x="-14473" y="30081"/>
                    <a:pt x="913" y="12056"/>
                  </a:cubicBezTo>
                  <a:cubicBezTo>
                    <a:pt x="11464" y="-1132"/>
                    <a:pt x="59822" y="-692"/>
                    <a:pt x="86199" y="626"/>
                  </a:cubicBezTo>
                  <a:cubicBezTo>
                    <a:pt x="89715" y="10298"/>
                    <a:pt x="100706" y="28322"/>
                    <a:pt x="134996" y="37554"/>
                  </a:cubicBezTo>
                  <a:cubicBezTo>
                    <a:pt x="155658" y="42829"/>
                    <a:pt x="176320" y="40631"/>
                    <a:pt x="191706" y="36235"/>
                  </a:cubicBezTo>
                  <a:cubicBezTo>
                    <a:pt x="192014" y="36235"/>
                    <a:pt x="192146" y="36235"/>
                    <a:pt x="192146" y="36235"/>
                  </a:cubicBezTo>
                  <a:cubicBezTo>
                    <a:pt x="192717" y="36530"/>
                    <a:pt x="193025" y="36675"/>
                    <a:pt x="193025" y="36675"/>
                  </a:cubicBezTo>
                  <a:cubicBezTo>
                    <a:pt x="193025" y="36675"/>
                    <a:pt x="224678" y="89429"/>
                    <a:pt x="196982" y="100859"/>
                  </a:cubicBezTo>
                  <a:close/>
                </a:path>
              </a:pathLst>
            </a:custGeom>
            <a:solidFill>
              <a:srgbClr val="FE617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2DF2434C-E9E3-2E0C-47C7-10830EC95EFF}"/>
                </a:ext>
              </a:extLst>
            </p:cNvPr>
            <p:cNvSpPr/>
            <p:nvPr/>
          </p:nvSpPr>
          <p:spPr>
            <a:xfrm>
              <a:off x="7364290" y="3579348"/>
              <a:ext cx="143401" cy="659423"/>
            </a:xfrm>
            <a:custGeom>
              <a:avLst/>
              <a:gdLst>
                <a:gd name="connsiteX0" fmla="*/ 135402 w 143401"/>
                <a:gd name="connsiteY0" fmla="*/ 89681 h 659423"/>
                <a:gd name="connsiteX1" fmla="*/ 131885 w 143401"/>
                <a:gd name="connsiteY1" fmla="*/ 643157 h 659423"/>
                <a:gd name="connsiteX2" fmla="*/ 106387 w 143401"/>
                <a:gd name="connsiteY2" fmla="*/ 651950 h 659423"/>
                <a:gd name="connsiteX3" fmla="*/ 106387 w 143401"/>
                <a:gd name="connsiteY3" fmla="*/ 651950 h 659423"/>
                <a:gd name="connsiteX4" fmla="*/ 60227 w 143401"/>
                <a:gd name="connsiteY4" fmla="*/ 659423 h 659423"/>
                <a:gd name="connsiteX5" fmla="*/ 0 w 143401"/>
                <a:gd name="connsiteY5" fmla="*/ 642278 h 659423"/>
                <a:gd name="connsiteX6" fmla="*/ 0 w 143401"/>
                <a:gd name="connsiteY6" fmla="*/ 196068 h 659423"/>
                <a:gd name="connsiteX7" fmla="*/ 69459 w 143401"/>
                <a:gd name="connsiteY7" fmla="*/ 47039 h 659423"/>
                <a:gd name="connsiteX8" fmla="*/ 141116 w 143401"/>
                <a:gd name="connsiteY8" fmla="*/ 0 h 659423"/>
                <a:gd name="connsiteX9" fmla="*/ 135402 w 143401"/>
                <a:gd name="connsiteY9" fmla="*/ 89681 h 659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3401" h="659423">
                  <a:moveTo>
                    <a:pt x="135402" y="89681"/>
                  </a:moveTo>
                  <a:cubicBezTo>
                    <a:pt x="122213" y="128807"/>
                    <a:pt x="131885" y="643157"/>
                    <a:pt x="131885" y="643157"/>
                  </a:cubicBezTo>
                  <a:cubicBezTo>
                    <a:pt x="131885" y="643157"/>
                    <a:pt x="121334" y="647553"/>
                    <a:pt x="106387" y="651950"/>
                  </a:cubicBezTo>
                  <a:cubicBezTo>
                    <a:pt x="106387" y="651950"/>
                    <a:pt x="106387" y="651950"/>
                    <a:pt x="106387" y="651950"/>
                  </a:cubicBezTo>
                  <a:cubicBezTo>
                    <a:pt x="92759" y="655906"/>
                    <a:pt x="75614" y="659423"/>
                    <a:pt x="60227" y="659423"/>
                  </a:cubicBezTo>
                  <a:cubicBezTo>
                    <a:pt x="31652" y="659423"/>
                    <a:pt x="0" y="642278"/>
                    <a:pt x="0" y="642278"/>
                  </a:cubicBezTo>
                  <a:lnTo>
                    <a:pt x="0" y="196068"/>
                  </a:lnTo>
                  <a:cubicBezTo>
                    <a:pt x="51435" y="138479"/>
                    <a:pt x="69459" y="47039"/>
                    <a:pt x="69459" y="47039"/>
                  </a:cubicBezTo>
                  <a:cubicBezTo>
                    <a:pt x="103310" y="36488"/>
                    <a:pt x="126169" y="17145"/>
                    <a:pt x="141116" y="0"/>
                  </a:cubicBezTo>
                  <a:cubicBezTo>
                    <a:pt x="141116" y="0"/>
                    <a:pt x="149030" y="50556"/>
                    <a:pt x="135402" y="89681"/>
                  </a:cubicBezTo>
                  <a:close/>
                </a:path>
              </a:pathLst>
            </a:custGeom>
            <a:solidFill>
              <a:srgbClr val="5E19F4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31A44040-8425-710A-1DC8-82F879416671}"/>
                </a:ext>
              </a:extLst>
            </p:cNvPr>
            <p:cNvSpPr/>
            <p:nvPr/>
          </p:nvSpPr>
          <p:spPr>
            <a:xfrm>
              <a:off x="7331319" y="4194627"/>
              <a:ext cx="155018" cy="101795"/>
            </a:xfrm>
            <a:custGeom>
              <a:avLst/>
              <a:gdLst>
                <a:gd name="connsiteX0" fmla="*/ 143754 w 155018"/>
                <a:gd name="connsiteY0" fmla="*/ 100854 h 101795"/>
                <a:gd name="connsiteX1" fmla="*/ 6155 w 155018"/>
                <a:gd name="connsiteY1" fmla="*/ 56013 h 101795"/>
                <a:gd name="connsiteX2" fmla="*/ 0 w 155018"/>
                <a:gd name="connsiteY2" fmla="*/ 182 h 101795"/>
                <a:gd name="connsiteX3" fmla="*/ 32971 w 155018"/>
                <a:gd name="connsiteY3" fmla="*/ 622 h 101795"/>
                <a:gd name="connsiteX4" fmla="*/ 32971 w 155018"/>
                <a:gd name="connsiteY4" fmla="*/ 26999 h 101795"/>
                <a:gd name="connsiteX5" fmla="*/ 93198 w 155018"/>
                <a:gd name="connsiteY5" fmla="*/ 44144 h 101795"/>
                <a:gd name="connsiteX6" fmla="*/ 139358 w 155018"/>
                <a:gd name="connsiteY6" fmla="*/ 36670 h 101795"/>
                <a:gd name="connsiteX7" fmla="*/ 139358 w 155018"/>
                <a:gd name="connsiteY7" fmla="*/ 36670 h 101795"/>
                <a:gd name="connsiteX8" fmla="*/ 143754 w 155018"/>
                <a:gd name="connsiteY8" fmla="*/ 100854 h 101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018" h="101795">
                  <a:moveTo>
                    <a:pt x="143754" y="100854"/>
                  </a:moveTo>
                  <a:cubicBezTo>
                    <a:pt x="127488" y="107009"/>
                    <a:pt x="58029" y="81951"/>
                    <a:pt x="6155" y="56013"/>
                  </a:cubicBezTo>
                  <a:cubicBezTo>
                    <a:pt x="4396" y="39748"/>
                    <a:pt x="2198" y="20404"/>
                    <a:pt x="0" y="182"/>
                  </a:cubicBezTo>
                  <a:cubicBezTo>
                    <a:pt x="11869" y="-258"/>
                    <a:pt x="23739" y="182"/>
                    <a:pt x="32971" y="622"/>
                  </a:cubicBezTo>
                  <a:lnTo>
                    <a:pt x="32971" y="26999"/>
                  </a:lnTo>
                  <a:cubicBezTo>
                    <a:pt x="32971" y="26999"/>
                    <a:pt x="64623" y="44144"/>
                    <a:pt x="93198" y="44144"/>
                  </a:cubicBezTo>
                  <a:cubicBezTo>
                    <a:pt x="108585" y="44144"/>
                    <a:pt x="125730" y="40627"/>
                    <a:pt x="139358" y="36670"/>
                  </a:cubicBezTo>
                  <a:cubicBezTo>
                    <a:pt x="139358" y="36670"/>
                    <a:pt x="139358" y="36670"/>
                    <a:pt x="139358" y="36670"/>
                  </a:cubicBezTo>
                  <a:cubicBezTo>
                    <a:pt x="139358" y="36670"/>
                    <a:pt x="171450" y="89864"/>
                    <a:pt x="143754" y="100854"/>
                  </a:cubicBezTo>
                  <a:close/>
                </a:path>
              </a:pathLst>
            </a:custGeom>
            <a:solidFill>
              <a:srgbClr val="FE617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8D508DE2-72F8-A369-B2DE-017C6615CDE7}"/>
                </a:ext>
              </a:extLst>
            </p:cNvPr>
            <p:cNvSpPr/>
            <p:nvPr/>
          </p:nvSpPr>
          <p:spPr>
            <a:xfrm>
              <a:off x="6116661" y="4611565"/>
              <a:ext cx="292784" cy="168629"/>
            </a:xfrm>
            <a:custGeom>
              <a:avLst/>
              <a:gdLst>
                <a:gd name="connsiteX0" fmla="*/ 292784 w 292784"/>
                <a:gd name="connsiteY0" fmla="*/ 37367 h 168629"/>
                <a:gd name="connsiteX1" fmla="*/ 163098 w 292784"/>
                <a:gd name="connsiteY1" fmla="*/ 162658 h 168629"/>
                <a:gd name="connsiteX2" fmla="*/ 71218 w 292784"/>
                <a:gd name="connsiteY2" fmla="*/ 156063 h 168629"/>
                <a:gd name="connsiteX3" fmla="*/ 0 w 292784"/>
                <a:gd name="connsiteY3" fmla="*/ 21541 h 168629"/>
                <a:gd name="connsiteX4" fmla="*/ 0 w 292784"/>
                <a:gd name="connsiteY4" fmla="*/ 18904 h 168629"/>
                <a:gd name="connsiteX5" fmla="*/ 124411 w 292784"/>
                <a:gd name="connsiteY5" fmla="*/ 0 h 168629"/>
                <a:gd name="connsiteX6" fmla="*/ 292784 w 292784"/>
                <a:gd name="connsiteY6" fmla="*/ 37367 h 168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2784" h="168629">
                  <a:moveTo>
                    <a:pt x="292784" y="37367"/>
                  </a:moveTo>
                  <a:cubicBezTo>
                    <a:pt x="265967" y="97155"/>
                    <a:pt x="218050" y="145952"/>
                    <a:pt x="163098" y="162658"/>
                  </a:cubicBezTo>
                  <a:cubicBezTo>
                    <a:pt x="129247" y="172769"/>
                    <a:pt x="97595" y="169691"/>
                    <a:pt x="71218" y="156063"/>
                  </a:cubicBezTo>
                  <a:cubicBezTo>
                    <a:pt x="29455" y="134083"/>
                    <a:pt x="1319" y="85285"/>
                    <a:pt x="0" y="21541"/>
                  </a:cubicBezTo>
                  <a:lnTo>
                    <a:pt x="0" y="18904"/>
                  </a:lnTo>
                  <a:cubicBezTo>
                    <a:pt x="36928" y="7034"/>
                    <a:pt x="79131" y="0"/>
                    <a:pt x="124411" y="0"/>
                  </a:cubicBezTo>
                  <a:cubicBezTo>
                    <a:pt x="188595" y="0"/>
                    <a:pt x="247504" y="14067"/>
                    <a:pt x="292784" y="37367"/>
                  </a:cubicBezTo>
                  <a:close/>
                </a:path>
              </a:pathLst>
            </a:custGeom>
            <a:solidFill>
              <a:srgbClr val="E8E7F7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EAE7808C-1B69-80AD-E767-5A0F9D69F9D3}"/>
                </a:ext>
              </a:extLst>
            </p:cNvPr>
            <p:cNvSpPr/>
            <p:nvPr/>
          </p:nvSpPr>
          <p:spPr>
            <a:xfrm>
              <a:off x="7364290" y="3626387"/>
              <a:ext cx="69459" cy="149029"/>
            </a:xfrm>
            <a:custGeom>
              <a:avLst/>
              <a:gdLst>
                <a:gd name="connsiteX0" fmla="*/ 69459 w 69459"/>
                <a:gd name="connsiteY0" fmla="*/ 0 h 149029"/>
                <a:gd name="connsiteX1" fmla="*/ 0 w 69459"/>
                <a:gd name="connsiteY1" fmla="*/ 149029 h 149029"/>
                <a:gd name="connsiteX2" fmla="*/ 0 w 69459"/>
                <a:gd name="connsiteY2" fmla="*/ 125290 h 149029"/>
                <a:gd name="connsiteX3" fmla="*/ 49237 w 69459"/>
                <a:gd name="connsiteY3" fmla="*/ 4836 h 149029"/>
                <a:gd name="connsiteX4" fmla="*/ 69459 w 69459"/>
                <a:gd name="connsiteY4" fmla="*/ 0 h 149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59" h="149029">
                  <a:moveTo>
                    <a:pt x="69459" y="0"/>
                  </a:moveTo>
                  <a:cubicBezTo>
                    <a:pt x="69459" y="0"/>
                    <a:pt x="51435" y="91440"/>
                    <a:pt x="0" y="149029"/>
                  </a:cubicBezTo>
                  <a:lnTo>
                    <a:pt x="0" y="125290"/>
                  </a:lnTo>
                  <a:cubicBezTo>
                    <a:pt x="21541" y="82648"/>
                    <a:pt x="42642" y="39565"/>
                    <a:pt x="49237" y="4836"/>
                  </a:cubicBezTo>
                  <a:cubicBezTo>
                    <a:pt x="56271" y="3662"/>
                    <a:pt x="62997" y="2053"/>
                    <a:pt x="69459" y="0"/>
                  </a:cubicBezTo>
                  <a:close/>
                </a:path>
              </a:pathLst>
            </a:custGeom>
            <a:solidFill>
              <a:srgbClr val="11057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0E8E655A-46C4-006E-DA8C-785621EBE437}"/>
                </a:ext>
              </a:extLst>
            </p:cNvPr>
            <p:cNvSpPr/>
            <p:nvPr/>
          </p:nvSpPr>
          <p:spPr>
            <a:xfrm>
              <a:off x="6116148" y="4233649"/>
              <a:ext cx="316670" cy="390671"/>
            </a:xfrm>
            <a:custGeom>
              <a:avLst/>
              <a:gdLst>
                <a:gd name="connsiteX0" fmla="*/ 316597 w 316670"/>
                <a:gd name="connsiteY0" fmla="*/ 147117 h 390671"/>
                <a:gd name="connsiteX1" fmla="*/ 163611 w 316670"/>
                <a:gd name="connsiteY1" fmla="*/ 384510 h 390671"/>
                <a:gd name="connsiteX2" fmla="*/ 71731 w 316670"/>
                <a:gd name="connsiteY2" fmla="*/ 377915 h 390671"/>
                <a:gd name="connsiteX3" fmla="*/ 74 w 316670"/>
                <a:gd name="connsiteY3" fmla="*/ 243393 h 390671"/>
                <a:gd name="connsiteX4" fmla="*/ 153499 w 316670"/>
                <a:gd name="connsiteY4" fmla="*/ 6001 h 390671"/>
                <a:gd name="connsiteX5" fmla="*/ 206253 w 316670"/>
                <a:gd name="connsiteY5" fmla="*/ 725 h 390671"/>
                <a:gd name="connsiteX6" fmla="*/ 316597 w 316670"/>
                <a:gd name="connsiteY6" fmla="*/ 147117 h 390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6670" h="390671">
                  <a:moveTo>
                    <a:pt x="316597" y="147117"/>
                  </a:moveTo>
                  <a:cubicBezTo>
                    <a:pt x="319234" y="251746"/>
                    <a:pt x="250654" y="358133"/>
                    <a:pt x="163611" y="384510"/>
                  </a:cubicBezTo>
                  <a:cubicBezTo>
                    <a:pt x="129760" y="395061"/>
                    <a:pt x="98108" y="391543"/>
                    <a:pt x="71731" y="377915"/>
                  </a:cubicBezTo>
                  <a:cubicBezTo>
                    <a:pt x="29968" y="355935"/>
                    <a:pt x="1832" y="307137"/>
                    <a:pt x="74" y="243393"/>
                  </a:cubicBezTo>
                  <a:cubicBezTo>
                    <a:pt x="-2564" y="138765"/>
                    <a:pt x="66016" y="32378"/>
                    <a:pt x="153499" y="6001"/>
                  </a:cubicBezTo>
                  <a:cubicBezTo>
                    <a:pt x="171963" y="286"/>
                    <a:pt x="189548" y="-1033"/>
                    <a:pt x="206253" y="725"/>
                  </a:cubicBezTo>
                  <a:cubicBezTo>
                    <a:pt x="268679" y="8199"/>
                    <a:pt x="314399" y="64909"/>
                    <a:pt x="316597" y="147117"/>
                  </a:cubicBezTo>
                  <a:close/>
                </a:path>
              </a:pathLst>
            </a:custGeom>
            <a:solidFill>
              <a:srgbClr val="5E19F4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8A5D952-1950-6689-33F5-4B1F144A29B8}"/>
                </a:ext>
              </a:extLst>
            </p:cNvPr>
            <p:cNvSpPr/>
            <p:nvPr/>
          </p:nvSpPr>
          <p:spPr>
            <a:xfrm>
              <a:off x="6077462" y="4221492"/>
              <a:ext cx="244939" cy="390072"/>
            </a:xfrm>
            <a:custGeom>
              <a:avLst/>
              <a:gdLst>
                <a:gd name="connsiteX0" fmla="*/ 244939 w 244939"/>
                <a:gd name="connsiteY0" fmla="*/ 12883 h 390072"/>
                <a:gd name="connsiteX1" fmla="*/ 192185 w 244939"/>
                <a:gd name="connsiteY1" fmla="*/ 18158 h 390072"/>
                <a:gd name="connsiteX2" fmla="*/ 38759 w 244939"/>
                <a:gd name="connsiteY2" fmla="*/ 255551 h 390072"/>
                <a:gd name="connsiteX3" fmla="*/ 110417 w 244939"/>
                <a:gd name="connsiteY3" fmla="*/ 390073 h 390072"/>
                <a:gd name="connsiteX4" fmla="*/ 74 w 244939"/>
                <a:gd name="connsiteY4" fmla="*/ 243241 h 390072"/>
                <a:gd name="connsiteX5" fmla="*/ 153499 w 244939"/>
                <a:gd name="connsiteY5" fmla="*/ 6289 h 390072"/>
                <a:gd name="connsiteX6" fmla="*/ 244939 w 244939"/>
                <a:gd name="connsiteY6" fmla="*/ 12883 h 390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939" h="390072">
                  <a:moveTo>
                    <a:pt x="244939" y="12883"/>
                  </a:moveTo>
                  <a:cubicBezTo>
                    <a:pt x="228234" y="11124"/>
                    <a:pt x="210649" y="12443"/>
                    <a:pt x="192185" y="18158"/>
                  </a:cubicBezTo>
                  <a:cubicBezTo>
                    <a:pt x="104702" y="44535"/>
                    <a:pt x="36122" y="150922"/>
                    <a:pt x="38759" y="255551"/>
                  </a:cubicBezTo>
                  <a:cubicBezTo>
                    <a:pt x="40518" y="319295"/>
                    <a:pt x="68654" y="368092"/>
                    <a:pt x="110417" y="390073"/>
                  </a:cubicBezTo>
                  <a:cubicBezTo>
                    <a:pt x="48431" y="382600"/>
                    <a:pt x="2272" y="325889"/>
                    <a:pt x="74" y="243241"/>
                  </a:cubicBezTo>
                  <a:cubicBezTo>
                    <a:pt x="-2564" y="138613"/>
                    <a:pt x="66016" y="32666"/>
                    <a:pt x="153499" y="6289"/>
                  </a:cubicBezTo>
                  <a:cubicBezTo>
                    <a:pt x="187350" y="-4262"/>
                    <a:pt x="218562" y="-1185"/>
                    <a:pt x="244939" y="12883"/>
                  </a:cubicBezTo>
                  <a:close/>
                </a:path>
              </a:pathLst>
            </a:custGeom>
            <a:solidFill>
              <a:srgbClr val="E2E0F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423FBFE3-6F5A-3329-7D85-6C133EE2C88F}"/>
                </a:ext>
              </a:extLst>
            </p:cNvPr>
            <p:cNvSpPr/>
            <p:nvPr/>
          </p:nvSpPr>
          <p:spPr>
            <a:xfrm>
              <a:off x="6206548" y="4318815"/>
              <a:ext cx="168204" cy="196034"/>
            </a:xfrm>
            <a:custGeom>
              <a:avLst/>
              <a:gdLst>
                <a:gd name="connsiteX0" fmla="*/ 81563 w 168204"/>
                <a:gd name="connsiteY0" fmla="*/ 196034 h 196034"/>
                <a:gd name="connsiteX1" fmla="*/ 71013 w 168204"/>
                <a:gd name="connsiteY1" fmla="*/ 192078 h 196034"/>
                <a:gd name="connsiteX2" fmla="*/ 5949 w 168204"/>
                <a:gd name="connsiteY2" fmla="*/ 137565 h 196034"/>
                <a:gd name="connsiteX3" fmla="*/ 3751 w 168204"/>
                <a:gd name="connsiteY3" fmla="*/ 114705 h 196034"/>
                <a:gd name="connsiteX4" fmla="*/ 26611 w 168204"/>
                <a:gd name="connsiteY4" fmla="*/ 112507 h 196034"/>
                <a:gd name="connsiteX5" fmla="*/ 75409 w 168204"/>
                <a:gd name="connsiteY5" fmla="*/ 152952 h 196034"/>
                <a:gd name="connsiteX6" fmla="*/ 136955 w 168204"/>
                <a:gd name="connsiteY6" fmla="*/ 10077 h 196034"/>
                <a:gd name="connsiteX7" fmla="*/ 158496 w 168204"/>
                <a:gd name="connsiteY7" fmla="*/ 1285 h 196034"/>
                <a:gd name="connsiteX8" fmla="*/ 166849 w 168204"/>
                <a:gd name="connsiteY8" fmla="*/ 22826 h 196034"/>
                <a:gd name="connsiteX9" fmla="*/ 96510 w 168204"/>
                <a:gd name="connsiteY9" fmla="*/ 185923 h 196034"/>
                <a:gd name="connsiteX10" fmla="*/ 85520 w 168204"/>
                <a:gd name="connsiteY10" fmla="*/ 195595 h 196034"/>
                <a:gd name="connsiteX11" fmla="*/ 81563 w 168204"/>
                <a:gd name="connsiteY11" fmla="*/ 196034 h 196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8204" h="196034">
                  <a:moveTo>
                    <a:pt x="81563" y="196034"/>
                  </a:moveTo>
                  <a:cubicBezTo>
                    <a:pt x="77607" y="196034"/>
                    <a:pt x="74090" y="194715"/>
                    <a:pt x="71013" y="192078"/>
                  </a:cubicBezTo>
                  <a:lnTo>
                    <a:pt x="5949" y="137565"/>
                  </a:lnTo>
                  <a:cubicBezTo>
                    <a:pt x="-1084" y="131850"/>
                    <a:pt x="-1964" y="121300"/>
                    <a:pt x="3751" y="114705"/>
                  </a:cubicBezTo>
                  <a:cubicBezTo>
                    <a:pt x="9467" y="107672"/>
                    <a:pt x="19577" y="106792"/>
                    <a:pt x="26611" y="112507"/>
                  </a:cubicBezTo>
                  <a:lnTo>
                    <a:pt x="75409" y="152952"/>
                  </a:lnTo>
                  <a:lnTo>
                    <a:pt x="136955" y="10077"/>
                  </a:lnTo>
                  <a:cubicBezTo>
                    <a:pt x="140472" y="1724"/>
                    <a:pt x="150144" y="-2232"/>
                    <a:pt x="158496" y="1285"/>
                  </a:cubicBezTo>
                  <a:cubicBezTo>
                    <a:pt x="166849" y="4801"/>
                    <a:pt x="170366" y="14473"/>
                    <a:pt x="166849" y="22826"/>
                  </a:cubicBezTo>
                  <a:lnTo>
                    <a:pt x="96510" y="185923"/>
                  </a:lnTo>
                  <a:cubicBezTo>
                    <a:pt x="94312" y="190759"/>
                    <a:pt x="90355" y="194276"/>
                    <a:pt x="85520" y="195595"/>
                  </a:cubicBezTo>
                  <a:cubicBezTo>
                    <a:pt x="84069" y="195902"/>
                    <a:pt x="82750" y="196034"/>
                    <a:pt x="81563" y="196034"/>
                  </a:cubicBezTo>
                  <a:close/>
                </a:path>
              </a:pathLst>
            </a:custGeom>
            <a:solidFill>
              <a:srgbClr val="E2E0F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A25DAAB9-0EE9-F93E-A901-23A06F56B5E6}"/>
                </a:ext>
              </a:extLst>
            </p:cNvPr>
            <p:cNvSpPr/>
            <p:nvPr/>
          </p:nvSpPr>
          <p:spPr>
            <a:xfrm>
              <a:off x="7002486" y="5168557"/>
              <a:ext cx="293223" cy="168629"/>
            </a:xfrm>
            <a:custGeom>
              <a:avLst/>
              <a:gdLst>
                <a:gd name="connsiteX0" fmla="*/ 293224 w 293223"/>
                <a:gd name="connsiteY0" fmla="*/ 37367 h 168629"/>
                <a:gd name="connsiteX1" fmla="*/ 163098 w 293223"/>
                <a:gd name="connsiteY1" fmla="*/ 162658 h 168629"/>
                <a:gd name="connsiteX2" fmla="*/ 71658 w 293223"/>
                <a:gd name="connsiteY2" fmla="*/ 156063 h 168629"/>
                <a:gd name="connsiteX3" fmla="*/ 0 w 293223"/>
                <a:gd name="connsiteY3" fmla="*/ 21541 h 168629"/>
                <a:gd name="connsiteX4" fmla="*/ 0 w 293223"/>
                <a:gd name="connsiteY4" fmla="*/ 18904 h 168629"/>
                <a:gd name="connsiteX5" fmla="*/ 124851 w 293223"/>
                <a:gd name="connsiteY5" fmla="*/ 0 h 168629"/>
                <a:gd name="connsiteX6" fmla="*/ 293224 w 293223"/>
                <a:gd name="connsiteY6" fmla="*/ 37367 h 168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3223" h="168629">
                  <a:moveTo>
                    <a:pt x="293224" y="37367"/>
                  </a:moveTo>
                  <a:cubicBezTo>
                    <a:pt x="266407" y="97155"/>
                    <a:pt x="218489" y="145953"/>
                    <a:pt x="163098" y="162658"/>
                  </a:cubicBezTo>
                  <a:cubicBezTo>
                    <a:pt x="129247" y="172769"/>
                    <a:pt x="98034" y="169692"/>
                    <a:pt x="71658" y="156063"/>
                  </a:cubicBezTo>
                  <a:cubicBezTo>
                    <a:pt x="29894" y="134083"/>
                    <a:pt x="1759" y="85285"/>
                    <a:pt x="0" y="21541"/>
                  </a:cubicBezTo>
                  <a:lnTo>
                    <a:pt x="0" y="18904"/>
                  </a:lnTo>
                  <a:cubicBezTo>
                    <a:pt x="36928" y="7034"/>
                    <a:pt x="79571" y="0"/>
                    <a:pt x="124851" y="0"/>
                  </a:cubicBezTo>
                  <a:cubicBezTo>
                    <a:pt x="189035" y="0"/>
                    <a:pt x="247943" y="14068"/>
                    <a:pt x="293224" y="37367"/>
                  </a:cubicBezTo>
                  <a:close/>
                </a:path>
              </a:pathLst>
            </a:custGeom>
            <a:solidFill>
              <a:srgbClr val="E8E7F7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63B7FF3-E3D5-CF34-A3DB-3180E2573FFE}"/>
                </a:ext>
              </a:extLst>
            </p:cNvPr>
            <p:cNvSpPr/>
            <p:nvPr/>
          </p:nvSpPr>
          <p:spPr>
            <a:xfrm>
              <a:off x="7002413" y="4790642"/>
              <a:ext cx="316670" cy="390671"/>
            </a:xfrm>
            <a:custGeom>
              <a:avLst/>
              <a:gdLst>
                <a:gd name="connsiteX0" fmla="*/ 316597 w 316670"/>
                <a:gd name="connsiteY0" fmla="*/ 147117 h 390671"/>
                <a:gd name="connsiteX1" fmla="*/ 163611 w 316670"/>
                <a:gd name="connsiteY1" fmla="*/ 384509 h 390671"/>
                <a:gd name="connsiteX2" fmla="*/ 71731 w 316670"/>
                <a:gd name="connsiteY2" fmla="*/ 377915 h 390671"/>
                <a:gd name="connsiteX3" fmla="*/ 74 w 316670"/>
                <a:gd name="connsiteY3" fmla="*/ 243393 h 390671"/>
                <a:gd name="connsiteX4" fmla="*/ 153499 w 316670"/>
                <a:gd name="connsiteY4" fmla="*/ 6001 h 390671"/>
                <a:gd name="connsiteX5" fmla="*/ 206253 w 316670"/>
                <a:gd name="connsiteY5" fmla="*/ 725 h 390671"/>
                <a:gd name="connsiteX6" fmla="*/ 316597 w 316670"/>
                <a:gd name="connsiteY6" fmla="*/ 147117 h 390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6670" h="390671">
                  <a:moveTo>
                    <a:pt x="316597" y="147117"/>
                  </a:moveTo>
                  <a:cubicBezTo>
                    <a:pt x="319235" y="251746"/>
                    <a:pt x="250654" y="358132"/>
                    <a:pt x="163611" y="384509"/>
                  </a:cubicBezTo>
                  <a:cubicBezTo>
                    <a:pt x="129321" y="395060"/>
                    <a:pt x="98108" y="391544"/>
                    <a:pt x="71731" y="377915"/>
                  </a:cubicBezTo>
                  <a:cubicBezTo>
                    <a:pt x="29968" y="355934"/>
                    <a:pt x="1832" y="307137"/>
                    <a:pt x="74" y="243393"/>
                  </a:cubicBezTo>
                  <a:cubicBezTo>
                    <a:pt x="-2564" y="138765"/>
                    <a:pt x="66016" y="32378"/>
                    <a:pt x="153499" y="6001"/>
                  </a:cubicBezTo>
                  <a:cubicBezTo>
                    <a:pt x="171964" y="286"/>
                    <a:pt x="189548" y="-1033"/>
                    <a:pt x="206253" y="725"/>
                  </a:cubicBezTo>
                  <a:cubicBezTo>
                    <a:pt x="268239" y="8199"/>
                    <a:pt x="314399" y="64909"/>
                    <a:pt x="316597" y="147117"/>
                  </a:cubicBezTo>
                  <a:close/>
                </a:path>
              </a:pathLst>
            </a:custGeom>
            <a:solidFill>
              <a:srgbClr val="5E19F4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B6D0239B-8129-DFF7-052C-95DCC932F1E3}"/>
                </a:ext>
              </a:extLst>
            </p:cNvPr>
            <p:cNvSpPr/>
            <p:nvPr/>
          </p:nvSpPr>
          <p:spPr>
            <a:xfrm>
              <a:off x="6963727" y="4778390"/>
              <a:ext cx="244939" cy="390167"/>
            </a:xfrm>
            <a:custGeom>
              <a:avLst/>
              <a:gdLst>
                <a:gd name="connsiteX0" fmla="*/ 244939 w 244939"/>
                <a:gd name="connsiteY0" fmla="*/ 12978 h 390167"/>
                <a:gd name="connsiteX1" fmla="*/ 192185 w 244939"/>
                <a:gd name="connsiteY1" fmla="*/ 18253 h 390167"/>
                <a:gd name="connsiteX2" fmla="*/ 38759 w 244939"/>
                <a:gd name="connsiteY2" fmla="*/ 255646 h 390167"/>
                <a:gd name="connsiteX3" fmla="*/ 110417 w 244939"/>
                <a:gd name="connsiteY3" fmla="*/ 390168 h 390167"/>
                <a:gd name="connsiteX4" fmla="*/ 74 w 244939"/>
                <a:gd name="connsiteY4" fmla="*/ 243337 h 390167"/>
                <a:gd name="connsiteX5" fmla="*/ 153059 w 244939"/>
                <a:gd name="connsiteY5" fmla="*/ 5944 h 390167"/>
                <a:gd name="connsiteX6" fmla="*/ 244939 w 244939"/>
                <a:gd name="connsiteY6" fmla="*/ 12978 h 3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939" h="390167">
                  <a:moveTo>
                    <a:pt x="244939" y="12978"/>
                  </a:moveTo>
                  <a:cubicBezTo>
                    <a:pt x="228234" y="11219"/>
                    <a:pt x="210649" y="12539"/>
                    <a:pt x="192185" y="18253"/>
                  </a:cubicBezTo>
                  <a:cubicBezTo>
                    <a:pt x="104702" y="44630"/>
                    <a:pt x="36122" y="151017"/>
                    <a:pt x="38759" y="255646"/>
                  </a:cubicBezTo>
                  <a:cubicBezTo>
                    <a:pt x="40518" y="319390"/>
                    <a:pt x="68653" y="368187"/>
                    <a:pt x="110417" y="390168"/>
                  </a:cubicBezTo>
                  <a:cubicBezTo>
                    <a:pt x="47992" y="382694"/>
                    <a:pt x="2272" y="325984"/>
                    <a:pt x="74" y="243337"/>
                  </a:cubicBezTo>
                  <a:cubicBezTo>
                    <a:pt x="-2564" y="138708"/>
                    <a:pt x="66016" y="32761"/>
                    <a:pt x="153059" y="5944"/>
                  </a:cubicBezTo>
                  <a:cubicBezTo>
                    <a:pt x="186910" y="-4167"/>
                    <a:pt x="218562" y="-1090"/>
                    <a:pt x="244939" y="12978"/>
                  </a:cubicBezTo>
                  <a:close/>
                </a:path>
              </a:pathLst>
            </a:custGeom>
            <a:solidFill>
              <a:srgbClr val="E2E0F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772AD94C-B181-2A63-1CC0-425BF39DA3A9}"/>
                </a:ext>
              </a:extLst>
            </p:cNvPr>
            <p:cNvSpPr/>
            <p:nvPr/>
          </p:nvSpPr>
          <p:spPr>
            <a:xfrm>
              <a:off x="7134750" y="4886402"/>
              <a:ext cx="70399" cy="84328"/>
            </a:xfrm>
            <a:custGeom>
              <a:avLst/>
              <a:gdLst>
                <a:gd name="connsiteX0" fmla="*/ 61 w 70399"/>
                <a:gd name="connsiteY0" fmla="*/ 84329 h 84328"/>
                <a:gd name="connsiteX1" fmla="*/ 13689 w 70399"/>
                <a:gd name="connsiteY1" fmla="*/ 24981 h 84328"/>
                <a:gd name="connsiteX2" fmla="*/ 35230 w 70399"/>
                <a:gd name="connsiteY2" fmla="*/ 3879 h 84328"/>
                <a:gd name="connsiteX3" fmla="*/ 70399 w 70399"/>
                <a:gd name="connsiteY3" fmla="*/ 44763 h 84328"/>
                <a:gd name="connsiteX4" fmla="*/ 56771 w 70399"/>
                <a:gd name="connsiteY4" fmla="*/ 52237 h 84328"/>
                <a:gd name="connsiteX5" fmla="*/ 35230 w 70399"/>
                <a:gd name="connsiteY5" fmla="*/ 17507 h 84328"/>
                <a:gd name="connsiteX6" fmla="*/ 23800 w 70399"/>
                <a:gd name="connsiteY6" fmla="*/ 28937 h 84328"/>
                <a:gd name="connsiteX7" fmla="*/ 13689 w 70399"/>
                <a:gd name="connsiteY7" fmla="*/ 75976 h 84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399" h="84328">
                  <a:moveTo>
                    <a:pt x="61" y="84329"/>
                  </a:moveTo>
                  <a:cubicBezTo>
                    <a:pt x="61" y="83010"/>
                    <a:pt x="-1698" y="50039"/>
                    <a:pt x="13689" y="24981"/>
                  </a:cubicBezTo>
                  <a:cubicBezTo>
                    <a:pt x="19404" y="15749"/>
                    <a:pt x="26877" y="8715"/>
                    <a:pt x="35230" y="3879"/>
                  </a:cubicBezTo>
                  <a:cubicBezTo>
                    <a:pt x="63365" y="-11507"/>
                    <a:pt x="70399" y="22343"/>
                    <a:pt x="70399" y="44763"/>
                  </a:cubicBezTo>
                  <a:lnTo>
                    <a:pt x="56771" y="52237"/>
                  </a:lnTo>
                  <a:cubicBezTo>
                    <a:pt x="56771" y="51798"/>
                    <a:pt x="56331" y="6078"/>
                    <a:pt x="35230" y="17507"/>
                  </a:cubicBezTo>
                  <a:cubicBezTo>
                    <a:pt x="30834" y="20145"/>
                    <a:pt x="26877" y="23662"/>
                    <a:pt x="23800" y="28937"/>
                  </a:cubicBezTo>
                  <a:cubicBezTo>
                    <a:pt x="14128" y="44324"/>
                    <a:pt x="13249" y="68063"/>
                    <a:pt x="13689" y="75976"/>
                  </a:cubicBezTo>
                  <a:close/>
                </a:path>
              </a:pathLst>
            </a:custGeom>
            <a:solidFill>
              <a:srgbClr val="E2E0F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61F92D27-DCE0-D1F6-B91E-57C0FCB7024D}"/>
                </a:ext>
              </a:extLst>
            </p:cNvPr>
            <p:cNvSpPr/>
            <p:nvPr/>
          </p:nvSpPr>
          <p:spPr>
            <a:xfrm>
              <a:off x="7114588" y="4924751"/>
              <a:ext cx="110783" cy="154471"/>
            </a:xfrm>
            <a:custGeom>
              <a:avLst/>
              <a:gdLst>
                <a:gd name="connsiteX0" fmla="*/ 101991 w 110783"/>
                <a:gd name="connsiteY0" fmla="*/ 101372 h 154471"/>
                <a:gd name="connsiteX1" fmla="*/ 8792 w 110783"/>
                <a:gd name="connsiteY1" fmla="*/ 153246 h 154471"/>
                <a:gd name="connsiteX2" fmla="*/ 0 w 110783"/>
                <a:gd name="connsiteY2" fmla="*/ 149289 h 154471"/>
                <a:gd name="connsiteX3" fmla="*/ 0 w 110783"/>
                <a:gd name="connsiteY3" fmla="*/ 82468 h 154471"/>
                <a:gd name="connsiteX4" fmla="*/ 35609 w 110783"/>
                <a:gd name="connsiteY4" fmla="*/ 27077 h 154471"/>
                <a:gd name="connsiteX5" fmla="*/ 75175 w 110783"/>
                <a:gd name="connsiteY5" fmla="*/ 5096 h 154471"/>
                <a:gd name="connsiteX6" fmla="*/ 110783 w 110783"/>
                <a:gd name="connsiteY6" fmla="*/ 20922 h 154471"/>
                <a:gd name="connsiteX7" fmla="*/ 110783 w 110783"/>
                <a:gd name="connsiteY7" fmla="*/ 87743 h 154471"/>
                <a:gd name="connsiteX8" fmla="*/ 101991 w 110783"/>
                <a:gd name="connsiteY8" fmla="*/ 101372 h 15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783" h="154471">
                  <a:moveTo>
                    <a:pt x="101991" y="101372"/>
                  </a:moveTo>
                  <a:lnTo>
                    <a:pt x="8792" y="153246"/>
                  </a:lnTo>
                  <a:cubicBezTo>
                    <a:pt x="3957" y="155884"/>
                    <a:pt x="0" y="154126"/>
                    <a:pt x="0" y="149289"/>
                  </a:cubicBezTo>
                  <a:lnTo>
                    <a:pt x="0" y="82468"/>
                  </a:lnTo>
                  <a:cubicBezTo>
                    <a:pt x="0" y="63125"/>
                    <a:pt x="15827" y="38067"/>
                    <a:pt x="35609" y="27077"/>
                  </a:cubicBezTo>
                  <a:lnTo>
                    <a:pt x="75175" y="5096"/>
                  </a:lnTo>
                  <a:cubicBezTo>
                    <a:pt x="94957" y="-5895"/>
                    <a:pt x="110783" y="1579"/>
                    <a:pt x="110783" y="20922"/>
                  </a:cubicBezTo>
                  <a:lnTo>
                    <a:pt x="110783" y="87743"/>
                  </a:lnTo>
                  <a:cubicBezTo>
                    <a:pt x="110783" y="92579"/>
                    <a:pt x="106827" y="98734"/>
                    <a:pt x="101991" y="101372"/>
                  </a:cubicBezTo>
                  <a:close/>
                </a:path>
              </a:pathLst>
            </a:custGeom>
            <a:solidFill>
              <a:srgbClr val="F6F5F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299A38E9-F81A-FE3E-2CDE-D2DDB47AE593}"/>
                </a:ext>
              </a:extLst>
            </p:cNvPr>
            <p:cNvSpPr/>
            <p:nvPr/>
          </p:nvSpPr>
          <p:spPr>
            <a:xfrm>
              <a:off x="7157671" y="4974147"/>
              <a:ext cx="24618" cy="49777"/>
            </a:xfrm>
            <a:custGeom>
              <a:avLst/>
              <a:gdLst>
                <a:gd name="connsiteX0" fmla="*/ 22420 w 24618"/>
                <a:gd name="connsiteY0" fmla="*/ 15487 h 49777"/>
                <a:gd name="connsiteX1" fmla="*/ 24618 w 24618"/>
                <a:gd name="connsiteY1" fmla="*/ 36149 h 49777"/>
                <a:gd name="connsiteX2" fmla="*/ 0 w 24618"/>
                <a:gd name="connsiteY2" fmla="*/ 49777 h 49777"/>
                <a:gd name="connsiteX3" fmla="*/ 2198 w 24618"/>
                <a:gd name="connsiteY3" fmla="*/ 26477 h 49777"/>
                <a:gd name="connsiteX4" fmla="*/ 0 w 24618"/>
                <a:gd name="connsiteY4" fmla="*/ 20762 h 49777"/>
                <a:gd name="connsiteX5" fmla="*/ 12309 w 24618"/>
                <a:gd name="connsiteY5" fmla="*/ 1859 h 49777"/>
                <a:gd name="connsiteX6" fmla="*/ 24618 w 24618"/>
                <a:gd name="connsiteY6" fmla="*/ 7134 h 49777"/>
                <a:gd name="connsiteX7" fmla="*/ 22420 w 24618"/>
                <a:gd name="connsiteY7" fmla="*/ 15487 h 4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618" h="49777">
                  <a:moveTo>
                    <a:pt x="22420" y="15487"/>
                  </a:moveTo>
                  <a:lnTo>
                    <a:pt x="24618" y="36149"/>
                  </a:lnTo>
                  <a:lnTo>
                    <a:pt x="0" y="49777"/>
                  </a:lnTo>
                  <a:lnTo>
                    <a:pt x="2198" y="26477"/>
                  </a:lnTo>
                  <a:cubicBezTo>
                    <a:pt x="879" y="25598"/>
                    <a:pt x="0" y="23400"/>
                    <a:pt x="0" y="20762"/>
                  </a:cubicBezTo>
                  <a:cubicBezTo>
                    <a:pt x="0" y="14168"/>
                    <a:pt x="5715" y="5376"/>
                    <a:pt x="12309" y="1859"/>
                  </a:cubicBezTo>
                  <a:cubicBezTo>
                    <a:pt x="19343" y="-2098"/>
                    <a:pt x="24618" y="540"/>
                    <a:pt x="24618" y="7134"/>
                  </a:cubicBezTo>
                  <a:cubicBezTo>
                    <a:pt x="24618" y="9772"/>
                    <a:pt x="23739" y="12849"/>
                    <a:pt x="22420" y="15487"/>
                  </a:cubicBezTo>
                  <a:close/>
                </a:path>
              </a:pathLst>
            </a:custGeom>
            <a:solidFill>
              <a:srgbClr val="5E19F4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50CB5515-9A30-4DC0-7DA1-A30C814BB18F}"/>
                </a:ext>
              </a:extLst>
            </p:cNvPr>
            <p:cNvSpPr/>
            <p:nvPr/>
          </p:nvSpPr>
          <p:spPr>
            <a:xfrm>
              <a:off x="7413527" y="3443507"/>
              <a:ext cx="1047164" cy="1304338"/>
            </a:xfrm>
            <a:custGeom>
              <a:avLst/>
              <a:gdLst>
                <a:gd name="connsiteX0" fmla="*/ 1047164 w 1047164"/>
                <a:gd name="connsiteY0" fmla="*/ 925830 h 1304338"/>
                <a:gd name="connsiteX1" fmla="*/ 335427 w 1047164"/>
                <a:gd name="connsiteY1" fmla="*/ 0 h 1304338"/>
                <a:gd name="connsiteX2" fmla="*/ 0 w 1047164"/>
                <a:gd name="connsiteY2" fmla="*/ 959241 h 1304338"/>
                <a:gd name="connsiteX3" fmla="*/ 719211 w 1047164"/>
                <a:gd name="connsiteY3" fmla="*/ 1304339 h 1304338"/>
                <a:gd name="connsiteX4" fmla="*/ 1047164 w 1047164"/>
                <a:gd name="connsiteY4" fmla="*/ 1145638 h 130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164" h="1304338">
                  <a:moveTo>
                    <a:pt x="1047164" y="925830"/>
                  </a:moveTo>
                  <a:lnTo>
                    <a:pt x="335427" y="0"/>
                  </a:lnTo>
                  <a:lnTo>
                    <a:pt x="0" y="959241"/>
                  </a:lnTo>
                  <a:lnTo>
                    <a:pt x="719211" y="1304339"/>
                  </a:lnTo>
                  <a:lnTo>
                    <a:pt x="1047164" y="1145638"/>
                  </a:lnTo>
                  <a:close/>
                </a:path>
              </a:pathLst>
            </a:custGeom>
            <a:gradFill>
              <a:gsLst>
                <a:gs pos="200">
                  <a:srgbClr val="FFFFFF">
                    <a:alpha val="0"/>
                  </a:srgbClr>
                </a:gs>
                <a:gs pos="100000">
                  <a:srgbClr val="FE617C"/>
                </a:gs>
              </a:gsLst>
              <a:lin ang="2365668" scaled="1"/>
            </a:gra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C9A6DFC8-59FC-DC95-FC6B-E4F8480D5B16}"/>
                </a:ext>
              </a:extLst>
            </p:cNvPr>
            <p:cNvSpPr/>
            <p:nvPr/>
          </p:nvSpPr>
          <p:spPr>
            <a:xfrm>
              <a:off x="8197361" y="4344268"/>
              <a:ext cx="1218174" cy="1012884"/>
            </a:xfrm>
            <a:custGeom>
              <a:avLst/>
              <a:gdLst>
                <a:gd name="connsiteX0" fmla="*/ 1218174 w 1218174"/>
                <a:gd name="connsiteY0" fmla="*/ 621627 h 1012884"/>
                <a:gd name="connsiteX1" fmla="*/ 540287 w 1218174"/>
                <a:gd name="connsiteY1" fmla="*/ 1012885 h 1012884"/>
                <a:gd name="connsiteX2" fmla="*/ 532374 w 1218174"/>
                <a:gd name="connsiteY2" fmla="*/ 1003653 h 1012884"/>
                <a:gd name="connsiteX3" fmla="*/ 372354 w 1218174"/>
                <a:gd name="connsiteY3" fmla="*/ 818575 h 1012884"/>
                <a:gd name="connsiteX4" fmla="*/ 0 w 1218174"/>
                <a:gd name="connsiteY4" fmla="*/ 388631 h 1012884"/>
                <a:gd name="connsiteX5" fmla="*/ 879 w 1218174"/>
                <a:gd name="connsiteY5" fmla="*/ 385554 h 1012884"/>
                <a:gd name="connsiteX6" fmla="*/ 879 w 1218174"/>
                <a:gd name="connsiteY6" fmla="*/ 385554 h 1012884"/>
                <a:gd name="connsiteX7" fmla="*/ 2198 w 1218174"/>
                <a:gd name="connsiteY7" fmla="*/ 379399 h 1012884"/>
                <a:gd name="connsiteX8" fmla="*/ 269484 w 1218174"/>
                <a:gd name="connsiteY8" fmla="*/ 73866 h 1012884"/>
                <a:gd name="connsiteX9" fmla="*/ 449727 w 1218174"/>
                <a:gd name="connsiteY9" fmla="*/ 7045 h 1012884"/>
                <a:gd name="connsiteX10" fmla="*/ 453243 w 1218174"/>
                <a:gd name="connsiteY10" fmla="*/ 6605 h 1012884"/>
                <a:gd name="connsiteX11" fmla="*/ 458959 w 1218174"/>
                <a:gd name="connsiteY11" fmla="*/ 5286 h 1012884"/>
                <a:gd name="connsiteX12" fmla="*/ 786472 w 1218174"/>
                <a:gd name="connsiteY12" fmla="*/ 123103 h 1012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8174" h="1012884">
                  <a:moveTo>
                    <a:pt x="1218174" y="621627"/>
                  </a:moveTo>
                  <a:lnTo>
                    <a:pt x="540287" y="1012885"/>
                  </a:lnTo>
                  <a:lnTo>
                    <a:pt x="532374" y="1003653"/>
                  </a:lnTo>
                  <a:lnTo>
                    <a:pt x="372354" y="818575"/>
                  </a:lnTo>
                  <a:lnTo>
                    <a:pt x="0" y="388631"/>
                  </a:lnTo>
                  <a:cubicBezTo>
                    <a:pt x="307" y="387444"/>
                    <a:pt x="572" y="386433"/>
                    <a:pt x="879" y="385554"/>
                  </a:cubicBezTo>
                  <a:cubicBezTo>
                    <a:pt x="879" y="385554"/>
                    <a:pt x="879" y="385554"/>
                    <a:pt x="879" y="385554"/>
                  </a:cubicBezTo>
                  <a:cubicBezTo>
                    <a:pt x="1319" y="383355"/>
                    <a:pt x="1759" y="381597"/>
                    <a:pt x="2198" y="379399"/>
                  </a:cubicBezTo>
                  <a:cubicBezTo>
                    <a:pt x="40444" y="217620"/>
                    <a:pt x="143754" y="146403"/>
                    <a:pt x="269484" y="73866"/>
                  </a:cubicBezTo>
                  <a:cubicBezTo>
                    <a:pt x="329272" y="39576"/>
                    <a:pt x="391697" y="18914"/>
                    <a:pt x="449727" y="7045"/>
                  </a:cubicBezTo>
                  <a:cubicBezTo>
                    <a:pt x="450913" y="7045"/>
                    <a:pt x="452056" y="6900"/>
                    <a:pt x="453243" y="6605"/>
                  </a:cubicBezTo>
                  <a:cubicBezTo>
                    <a:pt x="455002" y="6310"/>
                    <a:pt x="456893" y="5871"/>
                    <a:pt x="458959" y="5286"/>
                  </a:cubicBezTo>
                  <a:cubicBezTo>
                    <a:pt x="580732" y="-16255"/>
                    <a:pt x="705143" y="29025"/>
                    <a:pt x="786472" y="123103"/>
                  </a:cubicBezTo>
                  <a:close/>
                </a:path>
              </a:pathLst>
            </a:custGeom>
            <a:solidFill>
              <a:srgbClr val="F6F5F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2D16FE0A-3F44-2D2F-FB22-AB70AF551B06}"/>
                </a:ext>
              </a:extLst>
            </p:cNvPr>
            <p:cNvSpPr/>
            <p:nvPr/>
          </p:nvSpPr>
          <p:spPr>
            <a:xfrm>
              <a:off x="8656320" y="4344268"/>
              <a:ext cx="759215" cy="1012884"/>
            </a:xfrm>
            <a:custGeom>
              <a:avLst/>
              <a:gdLst>
                <a:gd name="connsiteX0" fmla="*/ 759216 w 759215"/>
                <a:gd name="connsiteY0" fmla="*/ 621627 h 1012884"/>
                <a:gd name="connsiteX1" fmla="*/ 81329 w 759215"/>
                <a:gd name="connsiteY1" fmla="*/ 1012885 h 1012884"/>
                <a:gd name="connsiteX2" fmla="*/ 73416 w 759215"/>
                <a:gd name="connsiteY2" fmla="*/ 1003653 h 1012884"/>
                <a:gd name="connsiteX3" fmla="*/ 0 w 759215"/>
                <a:gd name="connsiteY3" fmla="*/ 5286 h 1012884"/>
                <a:gd name="connsiteX4" fmla="*/ 327513 w 759215"/>
                <a:gd name="connsiteY4" fmla="*/ 123103 h 1012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9215" h="1012884">
                  <a:moveTo>
                    <a:pt x="759216" y="621627"/>
                  </a:moveTo>
                  <a:lnTo>
                    <a:pt x="81329" y="1012885"/>
                  </a:lnTo>
                  <a:lnTo>
                    <a:pt x="73416" y="1003653"/>
                  </a:lnTo>
                  <a:lnTo>
                    <a:pt x="0" y="5286"/>
                  </a:lnTo>
                  <a:cubicBezTo>
                    <a:pt x="121773" y="-16255"/>
                    <a:pt x="246185" y="29025"/>
                    <a:pt x="327513" y="123103"/>
                  </a:cubicBezTo>
                  <a:close/>
                </a:path>
              </a:pathLst>
            </a:custGeom>
            <a:solidFill>
              <a:srgbClr val="F0EFF9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6E6112FB-B634-10E7-503C-42573F559CAE}"/>
                </a:ext>
              </a:extLst>
            </p:cNvPr>
            <p:cNvSpPr/>
            <p:nvPr/>
          </p:nvSpPr>
          <p:spPr>
            <a:xfrm>
              <a:off x="8183468" y="4732899"/>
              <a:ext cx="554619" cy="624253"/>
            </a:xfrm>
            <a:custGeom>
              <a:avLst/>
              <a:gdLst>
                <a:gd name="connsiteX0" fmla="*/ 554620 w 554619"/>
                <a:gd name="connsiteY0" fmla="*/ 624254 h 624253"/>
                <a:gd name="connsiteX1" fmla="*/ 12574 w 554619"/>
                <a:gd name="connsiteY1" fmla="*/ 311248 h 624253"/>
                <a:gd name="connsiteX2" fmla="*/ 2023 w 554619"/>
                <a:gd name="connsiteY2" fmla="*/ 207938 h 624253"/>
                <a:gd name="connsiteX3" fmla="*/ 12574 w 554619"/>
                <a:gd name="connsiteY3" fmla="*/ 7913 h 624253"/>
                <a:gd name="connsiteX4" fmla="*/ 13893 w 554619"/>
                <a:gd name="connsiteY4" fmla="*/ 0 h 624253"/>
                <a:gd name="connsiteX5" fmla="*/ 386247 w 554619"/>
                <a:gd name="connsiteY5" fmla="*/ 429944 h 624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4619" h="624253">
                  <a:moveTo>
                    <a:pt x="554620" y="624254"/>
                  </a:moveTo>
                  <a:lnTo>
                    <a:pt x="12574" y="311248"/>
                  </a:lnTo>
                  <a:cubicBezTo>
                    <a:pt x="7298" y="274320"/>
                    <a:pt x="4221" y="240030"/>
                    <a:pt x="2023" y="207938"/>
                  </a:cubicBezTo>
                  <a:cubicBezTo>
                    <a:pt x="-2813" y="128808"/>
                    <a:pt x="1144" y="63305"/>
                    <a:pt x="12574" y="7913"/>
                  </a:cubicBezTo>
                  <a:cubicBezTo>
                    <a:pt x="12882" y="5276"/>
                    <a:pt x="13321" y="2638"/>
                    <a:pt x="13893" y="0"/>
                  </a:cubicBezTo>
                  <a:lnTo>
                    <a:pt x="386247" y="429944"/>
                  </a:lnTo>
                  <a:close/>
                </a:path>
              </a:pathLst>
            </a:custGeom>
            <a:solidFill>
              <a:srgbClr val="CACAF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26CB5113-C6C4-145F-0D9B-38639E27AFAB}"/>
                </a:ext>
              </a:extLst>
            </p:cNvPr>
            <p:cNvSpPr/>
            <p:nvPr/>
          </p:nvSpPr>
          <p:spPr>
            <a:xfrm>
              <a:off x="8664734" y="4600903"/>
              <a:ext cx="93530" cy="94739"/>
            </a:xfrm>
            <a:custGeom>
              <a:avLst/>
              <a:gdLst>
                <a:gd name="connsiteX0" fmla="*/ 92697 w 93530"/>
                <a:gd name="connsiteY0" fmla="*/ 44072 h 94739"/>
                <a:gd name="connsiteX1" fmla="*/ 55330 w 93530"/>
                <a:gd name="connsiteY1" fmla="*/ 94628 h 94739"/>
                <a:gd name="connsiteX2" fmla="*/ 818 w 93530"/>
                <a:gd name="connsiteY2" fmla="*/ 51106 h 94739"/>
                <a:gd name="connsiteX3" fmla="*/ 38185 w 93530"/>
                <a:gd name="connsiteY3" fmla="*/ 111 h 94739"/>
                <a:gd name="connsiteX4" fmla="*/ 92697 w 93530"/>
                <a:gd name="connsiteY4" fmla="*/ 44072 h 94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530" h="94739">
                  <a:moveTo>
                    <a:pt x="92697" y="44072"/>
                  </a:moveTo>
                  <a:cubicBezTo>
                    <a:pt x="97533" y="70010"/>
                    <a:pt x="80827" y="92430"/>
                    <a:pt x="55330" y="94628"/>
                  </a:cubicBezTo>
                  <a:cubicBezTo>
                    <a:pt x="29832" y="96387"/>
                    <a:pt x="5653" y="77044"/>
                    <a:pt x="818" y="51106"/>
                  </a:cubicBezTo>
                  <a:cubicBezTo>
                    <a:pt x="-4018" y="24729"/>
                    <a:pt x="13127" y="2309"/>
                    <a:pt x="38185" y="111"/>
                  </a:cubicBezTo>
                  <a:cubicBezTo>
                    <a:pt x="63683" y="-1648"/>
                    <a:pt x="88301" y="17696"/>
                    <a:pt x="92697" y="44072"/>
                  </a:cubicBezTo>
                  <a:close/>
                </a:path>
              </a:pathLst>
            </a:custGeom>
            <a:solidFill>
              <a:srgbClr val="FE617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1963638C-B0B4-4659-E2F7-E45A367B40F2}"/>
                </a:ext>
              </a:extLst>
            </p:cNvPr>
            <p:cNvSpPr/>
            <p:nvPr/>
          </p:nvSpPr>
          <p:spPr>
            <a:xfrm>
              <a:off x="8767604" y="4753889"/>
              <a:ext cx="93530" cy="94355"/>
            </a:xfrm>
            <a:custGeom>
              <a:avLst/>
              <a:gdLst>
                <a:gd name="connsiteX0" fmla="*/ 92697 w 93530"/>
                <a:gd name="connsiteY0" fmla="*/ 43633 h 94355"/>
                <a:gd name="connsiteX1" fmla="*/ 55330 w 93530"/>
                <a:gd name="connsiteY1" fmla="*/ 94189 h 94355"/>
                <a:gd name="connsiteX2" fmla="*/ 818 w 93530"/>
                <a:gd name="connsiteY2" fmla="*/ 50667 h 94355"/>
                <a:gd name="connsiteX3" fmla="*/ 38185 w 93530"/>
                <a:gd name="connsiteY3" fmla="*/ 111 h 94355"/>
                <a:gd name="connsiteX4" fmla="*/ 92697 w 93530"/>
                <a:gd name="connsiteY4" fmla="*/ 43633 h 94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530" h="94355">
                  <a:moveTo>
                    <a:pt x="92697" y="43633"/>
                  </a:moveTo>
                  <a:cubicBezTo>
                    <a:pt x="97533" y="69570"/>
                    <a:pt x="80827" y="92430"/>
                    <a:pt x="55330" y="94189"/>
                  </a:cubicBezTo>
                  <a:cubicBezTo>
                    <a:pt x="29832" y="96387"/>
                    <a:pt x="5653" y="76604"/>
                    <a:pt x="818" y="50667"/>
                  </a:cubicBezTo>
                  <a:cubicBezTo>
                    <a:pt x="-4018" y="24729"/>
                    <a:pt x="13127" y="1870"/>
                    <a:pt x="38185" y="111"/>
                  </a:cubicBezTo>
                  <a:cubicBezTo>
                    <a:pt x="63682" y="-1648"/>
                    <a:pt x="87861" y="17696"/>
                    <a:pt x="92697" y="43633"/>
                  </a:cubicBezTo>
                  <a:close/>
                </a:path>
              </a:pathLst>
            </a:custGeom>
            <a:solidFill>
              <a:srgbClr val="FE617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F42218C-F78C-981D-F3A9-C6FF84635E32}"/>
                </a:ext>
              </a:extLst>
            </p:cNvPr>
            <p:cNvSpPr/>
            <p:nvPr/>
          </p:nvSpPr>
          <p:spPr>
            <a:xfrm>
              <a:off x="8878371" y="4893687"/>
              <a:ext cx="93530" cy="94739"/>
            </a:xfrm>
            <a:custGeom>
              <a:avLst/>
              <a:gdLst>
                <a:gd name="connsiteX0" fmla="*/ 92713 w 93530"/>
                <a:gd name="connsiteY0" fmla="*/ 44072 h 94739"/>
                <a:gd name="connsiteX1" fmla="*/ 55346 w 93530"/>
                <a:gd name="connsiteY1" fmla="*/ 94628 h 94739"/>
                <a:gd name="connsiteX2" fmla="*/ 833 w 93530"/>
                <a:gd name="connsiteY2" fmla="*/ 50667 h 94739"/>
                <a:gd name="connsiteX3" fmla="*/ 38200 w 93530"/>
                <a:gd name="connsiteY3" fmla="*/ 111 h 94739"/>
                <a:gd name="connsiteX4" fmla="*/ 92713 w 93530"/>
                <a:gd name="connsiteY4" fmla="*/ 44072 h 94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530" h="94739">
                  <a:moveTo>
                    <a:pt x="92713" y="44072"/>
                  </a:moveTo>
                  <a:cubicBezTo>
                    <a:pt x="97549" y="70010"/>
                    <a:pt x="80403" y="92430"/>
                    <a:pt x="55346" y="94628"/>
                  </a:cubicBezTo>
                  <a:cubicBezTo>
                    <a:pt x="29848" y="96387"/>
                    <a:pt x="5229" y="77044"/>
                    <a:pt x="833" y="50667"/>
                  </a:cubicBezTo>
                  <a:cubicBezTo>
                    <a:pt x="-4003" y="24730"/>
                    <a:pt x="12703" y="2309"/>
                    <a:pt x="38200" y="111"/>
                  </a:cubicBezTo>
                  <a:cubicBezTo>
                    <a:pt x="63698" y="-1647"/>
                    <a:pt x="87877" y="17696"/>
                    <a:pt x="92713" y="44072"/>
                  </a:cubicBezTo>
                  <a:close/>
                </a:path>
              </a:pathLst>
            </a:custGeom>
            <a:solidFill>
              <a:srgbClr val="FE617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B696DC78-3CC4-F401-D121-6E42EBE2FAD1}"/>
                </a:ext>
              </a:extLst>
            </p:cNvPr>
            <p:cNvSpPr/>
            <p:nvPr/>
          </p:nvSpPr>
          <p:spPr>
            <a:xfrm>
              <a:off x="8132786" y="4339915"/>
              <a:ext cx="517818" cy="600921"/>
            </a:xfrm>
            <a:custGeom>
              <a:avLst/>
              <a:gdLst>
                <a:gd name="connsiteX0" fmla="*/ 517818 w 517818"/>
                <a:gd name="connsiteY0" fmla="*/ 10958 h 600921"/>
                <a:gd name="connsiteX1" fmla="*/ 514301 w 517818"/>
                <a:gd name="connsiteY1" fmla="*/ 11397 h 600921"/>
                <a:gd name="connsiteX2" fmla="*/ 334059 w 517818"/>
                <a:gd name="connsiteY2" fmla="*/ 78219 h 600921"/>
                <a:gd name="connsiteX3" fmla="*/ 66773 w 517818"/>
                <a:gd name="connsiteY3" fmla="*/ 383752 h 600921"/>
                <a:gd name="connsiteX4" fmla="*/ 65454 w 517818"/>
                <a:gd name="connsiteY4" fmla="*/ 389906 h 600921"/>
                <a:gd name="connsiteX5" fmla="*/ 65454 w 517818"/>
                <a:gd name="connsiteY5" fmla="*/ 389906 h 600921"/>
                <a:gd name="connsiteX6" fmla="*/ 64575 w 517818"/>
                <a:gd name="connsiteY6" fmla="*/ 392983 h 600921"/>
                <a:gd name="connsiteX7" fmla="*/ 63256 w 517818"/>
                <a:gd name="connsiteY7" fmla="*/ 400897 h 600921"/>
                <a:gd name="connsiteX8" fmla="*/ 52705 w 517818"/>
                <a:gd name="connsiteY8" fmla="*/ 600922 h 600921"/>
                <a:gd name="connsiteX9" fmla="*/ 10062 w 517818"/>
                <a:gd name="connsiteY9" fmla="*/ 576303 h 600921"/>
                <a:gd name="connsiteX10" fmla="*/ 10062 w 517818"/>
                <a:gd name="connsiteY10" fmla="*/ 326602 h 600921"/>
                <a:gd name="connsiteX11" fmla="*/ 11381 w 517818"/>
                <a:gd name="connsiteY11" fmla="*/ 320007 h 600921"/>
                <a:gd name="connsiteX12" fmla="*/ 11821 w 517818"/>
                <a:gd name="connsiteY12" fmla="*/ 317370 h 600921"/>
                <a:gd name="connsiteX13" fmla="*/ 11821 w 517818"/>
                <a:gd name="connsiteY13" fmla="*/ 317370 h 600921"/>
                <a:gd name="connsiteX14" fmla="*/ 233387 w 517818"/>
                <a:gd name="connsiteY14" fmla="*/ 60634 h 600921"/>
                <a:gd name="connsiteX15" fmla="*/ 381977 w 517818"/>
                <a:gd name="connsiteY15" fmla="*/ 5682 h 600921"/>
                <a:gd name="connsiteX16" fmla="*/ 517818 w 517818"/>
                <a:gd name="connsiteY16" fmla="*/ 10958 h 600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17818" h="600921">
                  <a:moveTo>
                    <a:pt x="517818" y="10958"/>
                  </a:moveTo>
                  <a:cubicBezTo>
                    <a:pt x="516631" y="10958"/>
                    <a:pt x="515488" y="11103"/>
                    <a:pt x="514301" y="11397"/>
                  </a:cubicBezTo>
                  <a:cubicBezTo>
                    <a:pt x="456711" y="23267"/>
                    <a:pt x="393847" y="43929"/>
                    <a:pt x="334059" y="78219"/>
                  </a:cubicBezTo>
                  <a:cubicBezTo>
                    <a:pt x="208329" y="150755"/>
                    <a:pt x="105019" y="221973"/>
                    <a:pt x="66773" y="383752"/>
                  </a:cubicBezTo>
                  <a:cubicBezTo>
                    <a:pt x="66333" y="385950"/>
                    <a:pt x="65894" y="387708"/>
                    <a:pt x="65454" y="389906"/>
                  </a:cubicBezTo>
                  <a:cubicBezTo>
                    <a:pt x="65454" y="389906"/>
                    <a:pt x="65454" y="389906"/>
                    <a:pt x="65454" y="389906"/>
                  </a:cubicBezTo>
                  <a:cubicBezTo>
                    <a:pt x="65146" y="390785"/>
                    <a:pt x="64882" y="391796"/>
                    <a:pt x="64575" y="392983"/>
                  </a:cubicBezTo>
                  <a:cubicBezTo>
                    <a:pt x="64003" y="395621"/>
                    <a:pt x="63564" y="398259"/>
                    <a:pt x="63256" y="400897"/>
                  </a:cubicBezTo>
                  <a:cubicBezTo>
                    <a:pt x="51826" y="456288"/>
                    <a:pt x="47869" y="521791"/>
                    <a:pt x="52705" y="600922"/>
                  </a:cubicBezTo>
                  <a:lnTo>
                    <a:pt x="10062" y="576303"/>
                  </a:lnTo>
                  <a:cubicBezTo>
                    <a:pt x="-4005" y="471675"/>
                    <a:pt x="-2687" y="390785"/>
                    <a:pt x="10062" y="326602"/>
                  </a:cubicBezTo>
                  <a:cubicBezTo>
                    <a:pt x="10370" y="324272"/>
                    <a:pt x="10810" y="322073"/>
                    <a:pt x="11381" y="320007"/>
                  </a:cubicBezTo>
                  <a:cubicBezTo>
                    <a:pt x="11689" y="319128"/>
                    <a:pt x="11821" y="318249"/>
                    <a:pt x="11821" y="317370"/>
                  </a:cubicBezTo>
                  <a:cubicBezTo>
                    <a:pt x="11821" y="317370"/>
                    <a:pt x="11821" y="317370"/>
                    <a:pt x="11821" y="317370"/>
                  </a:cubicBezTo>
                  <a:cubicBezTo>
                    <a:pt x="42594" y="180209"/>
                    <a:pt x="128758" y="121301"/>
                    <a:pt x="233387" y="60634"/>
                  </a:cubicBezTo>
                  <a:cubicBezTo>
                    <a:pt x="282624" y="32499"/>
                    <a:pt x="334499" y="15354"/>
                    <a:pt x="381977" y="5682"/>
                  </a:cubicBezTo>
                  <a:cubicBezTo>
                    <a:pt x="427697" y="-3549"/>
                    <a:pt x="474296" y="-1351"/>
                    <a:pt x="517818" y="10958"/>
                  </a:cubicBezTo>
                  <a:close/>
                </a:path>
              </a:pathLst>
            </a:custGeom>
            <a:solidFill>
              <a:srgbClr val="5E19F4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60AAF8E-A440-9652-5BB9-5891FE8610D5}"/>
                </a:ext>
              </a:extLst>
            </p:cNvPr>
            <p:cNvSpPr/>
            <p:nvPr/>
          </p:nvSpPr>
          <p:spPr>
            <a:xfrm>
              <a:off x="7653997" y="5165041"/>
              <a:ext cx="155623" cy="269044"/>
            </a:xfrm>
            <a:custGeom>
              <a:avLst/>
              <a:gdLst>
                <a:gd name="connsiteX0" fmla="*/ 155624 w 155623"/>
                <a:gd name="connsiteY0" fmla="*/ 89682 h 269044"/>
                <a:gd name="connsiteX1" fmla="*/ 155624 w 155623"/>
                <a:gd name="connsiteY1" fmla="*/ 269044 h 269044"/>
                <a:gd name="connsiteX2" fmla="*/ 51874 w 155623"/>
                <a:gd name="connsiteY2" fmla="*/ 209257 h 269044"/>
                <a:gd name="connsiteX3" fmla="*/ 0 w 155623"/>
                <a:gd name="connsiteY3" fmla="*/ 0 h 269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623" h="269044">
                  <a:moveTo>
                    <a:pt x="155624" y="89682"/>
                  </a:moveTo>
                  <a:lnTo>
                    <a:pt x="155624" y="269044"/>
                  </a:lnTo>
                  <a:lnTo>
                    <a:pt x="51874" y="2092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AF9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1F26F82A-0E5C-B9CB-FB17-565201B03D7F}"/>
                </a:ext>
              </a:extLst>
            </p:cNvPr>
            <p:cNvSpPr/>
            <p:nvPr/>
          </p:nvSpPr>
          <p:spPr>
            <a:xfrm>
              <a:off x="7809620" y="5165041"/>
              <a:ext cx="155183" cy="269044"/>
            </a:xfrm>
            <a:custGeom>
              <a:avLst/>
              <a:gdLst>
                <a:gd name="connsiteX0" fmla="*/ 155184 w 155183"/>
                <a:gd name="connsiteY0" fmla="*/ 0 h 269044"/>
                <a:gd name="connsiteX1" fmla="*/ 103310 w 155183"/>
                <a:gd name="connsiteY1" fmla="*/ 209257 h 269044"/>
                <a:gd name="connsiteX2" fmla="*/ 0 w 155183"/>
                <a:gd name="connsiteY2" fmla="*/ 269044 h 269044"/>
                <a:gd name="connsiteX3" fmla="*/ 0 w 155183"/>
                <a:gd name="connsiteY3" fmla="*/ 89682 h 269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183" h="269044">
                  <a:moveTo>
                    <a:pt x="155184" y="0"/>
                  </a:moveTo>
                  <a:lnTo>
                    <a:pt x="103310" y="209257"/>
                  </a:lnTo>
                  <a:lnTo>
                    <a:pt x="0" y="269044"/>
                  </a:lnTo>
                  <a:lnTo>
                    <a:pt x="0" y="89682"/>
                  </a:lnTo>
                  <a:close/>
                </a:path>
              </a:pathLst>
            </a:custGeom>
            <a:solidFill>
              <a:srgbClr val="CFC9F7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4E533F56-7570-6C08-3D88-256B3D36E71C}"/>
                </a:ext>
              </a:extLst>
            </p:cNvPr>
            <p:cNvSpPr/>
            <p:nvPr/>
          </p:nvSpPr>
          <p:spPr>
            <a:xfrm>
              <a:off x="7653997" y="5075359"/>
              <a:ext cx="310807" cy="179363"/>
            </a:xfrm>
            <a:custGeom>
              <a:avLst/>
              <a:gdLst>
                <a:gd name="connsiteX0" fmla="*/ 0 w 310807"/>
                <a:gd name="connsiteY0" fmla="*/ 89682 h 179363"/>
                <a:gd name="connsiteX1" fmla="*/ 155624 w 310807"/>
                <a:gd name="connsiteY1" fmla="*/ 0 h 179363"/>
                <a:gd name="connsiteX2" fmla="*/ 310808 w 310807"/>
                <a:gd name="connsiteY2" fmla="*/ 89682 h 179363"/>
                <a:gd name="connsiteX3" fmla="*/ 155624 w 310807"/>
                <a:gd name="connsiteY3" fmla="*/ 179363 h 1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807" h="179363">
                  <a:moveTo>
                    <a:pt x="0" y="89682"/>
                  </a:moveTo>
                  <a:lnTo>
                    <a:pt x="155624" y="0"/>
                  </a:lnTo>
                  <a:lnTo>
                    <a:pt x="310808" y="89682"/>
                  </a:lnTo>
                  <a:lnTo>
                    <a:pt x="155624" y="179363"/>
                  </a:lnTo>
                  <a:close/>
                </a:path>
              </a:pathLst>
            </a:custGeom>
            <a:solidFill>
              <a:srgbClr val="5E19F4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3E3C2E7D-0684-2AE6-959D-4492EE65417C}"/>
                </a:ext>
              </a:extLst>
            </p:cNvPr>
            <p:cNvSpPr/>
            <p:nvPr/>
          </p:nvSpPr>
          <p:spPr>
            <a:xfrm>
              <a:off x="7792956" y="4655893"/>
              <a:ext cx="172871" cy="520138"/>
            </a:xfrm>
            <a:custGeom>
              <a:avLst/>
              <a:gdLst>
                <a:gd name="connsiteX0" fmla="*/ 46997 w 172871"/>
                <a:gd name="connsiteY0" fmla="*/ 520138 h 520138"/>
                <a:gd name="connsiteX1" fmla="*/ 62384 w 172871"/>
                <a:gd name="connsiteY1" fmla="*/ 393968 h 520138"/>
                <a:gd name="connsiteX2" fmla="*/ 133602 w 172871"/>
                <a:gd name="connsiteY2" fmla="*/ 300330 h 520138"/>
                <a:gd name="connsiteX3" fmla="*/ 116457 w 172871"/>
                <a:gd name="connsiteY3" fmla="*/ 191305 h 520138"/>
                <a:gd name="connsiteX4" fmla="*/ 171409 w 172871"/>
                <a:gd name="connsiteY4" fmla="*/ 100745 h 520138"/>
                <a:gd name="connsiteX5" fmla="*/ 111182 w 172871"/>
                <a:gd name="connsiteY5" fmla="*/ 12382 h 520138"/>
                <a:gd name="connsiteX6" fmla="*/ 3915 w 172871"/>
                <a:gd name="connsiteY6" fmla="*/ 277031 h 520138"/>
                <a:gd name="connsiteX7" fmla="*/ 10949 w 172871"/>
                <a:gd name="connsiteY7" fmla="*/ 520138 h 520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2871" h="520138">
                  <a:moveTo>
                    <a:pt x="46997" y="520138"/>
                  </a:moveTo>
                  <a:cubicBezTo>
                    <a:pt x="46997" y="520138"/>
                    <a:pt x="22379" y="449800"/>
                    <a:pt x="62384" y="393968"/>
                  </a:cubicBezTo>
                  <a:cubicBezTo>
                    <a:pt x="102389" y="338577"/>
                    <a:pt x="128326" y="334181"/>
                    <a:pt x="133602" y="300330"/>
                  </a:cubicBezTo>
                  <a:cubicBezTo>
                    <a:pt x="143273" y="241422"/>
                    <a:pt x="112500" y="224716"/>
                    <a:pt x="116457" y="191305"/>
                  </a:cubicBezTo>
                  <a:cubicBezTo>
                    <a:pt x="122172" y="141629"/>
                    <a:pt x="176245" y="159653"/>
                    <a:pt x="171409" y="100745"/>
                  </a:cubicBezTo>
                  <a:cubicBezTo>
                    <a:pt x="167452" y="53706"/>
                    <a:pt x="195588" y="-32019"/>
                    <a:pt x="111182" y="12382"/>
                  </a:cubicBezTo>
                  <a:cubicBezTo>
                    <a:pt x="35568" y="51948"/>
                    <a:pt x="15345" y="166248"/>
                    <a:pt x="3915" y="277031"/>
                  </a:cubicBezTo>
                  <a:cubicBezTo>
                    <a:pt x="-7954" y="387814"/>
                    <a:pt x="10949" y="520138"/>
                    <a:pt x="10949" y="520138"/>
                  </a:cubicBezTo>
                  <a:close/>
                </a:path>
              </a:pathLst>
            </a:custGeom>
            <a:solidFill>
              <a:srgbClr val="5E19F4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C1EA6C66-A9A3-B8FA-9495-8F6B985B4260}"/>
                </a:ext>
              </a:extLst>
            </p:cNvPr>
            <p:cNvSpPr/>
            <p:nvPr/>
          </p:nvSpPr>
          <p:spPr>
            <a:xfrm>
              <a:off x="7653499" y="4702731"/>
              <a:ext cx="156915" cy="473299"/>
            </a:xfrm>
            <a:custGeom>
              <a:avLst/>
              <a:gdLst>
                <a:gd name="connsiteX0" fmla="*/ 114358 w 156915"/>
                <a:gd name="connsiteY0" fmla="*/ 473300 h 473299"/>
                <a:gd name="connsiteX1" fmla="*/ 100290 w 156915"/>
                <a:gd name="connsiteY1" fmla="*/ 358560 h 473299"/>
                <a:gd name="connsiteX2" fmla="*/ 35667 w 156915"/>
                <a:gd name="connsiteY2" fmla="*/ 273275 h 473299"/>
                <a:gd name="connsiteX3" fmla="*/ 51053 w 156915"/>
                <a:gd name="connsiteY3" fmla="*/ 174361 h 473299"/>
                <a:gd name="connsiteX4" fmla="*/ 1377 w 156915"/>
                <a:gd name="connsiteY4" fmla="*/ 91713 h 473299"/>
                <a:gd name="connsiteX5" fmla="*/ 55889 w 156915"/>
                <a:gd name="connsiteY5" fmla="*/ 11264 h 473299"/>
                <a:gd name="connsiteX6" fmla="*/ 153483 w 156915"/>
                <a:gd name="connsiteY6" fmla="*/ 252173 h 473299"/>
                <a:gd name="connsiteX7" fmla="*/ 146889 w 156915"/>
                <a:gd name="connsiteY7" fmla="*/ 473300 h 47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6915" h="473299">
                  <a:moveTo>
                    <a:pt x="114358" y="473300"/>
                  </a:moveTo>
                  <a:cubicBezTo>
                    <a:pt x="114358" y="473300"/>
                    <a:pt x="136778" y="409116"/>
                    <a:pt x="100290" y="358560"/>
                  </a:cubicBezTo>
                  <a:cubicBezTo>
                    <a:pt x="63802" y="308005"/>
                    <a:pt x="40502" y="304048"/>
                    <a:pt x="35667" y="273275"/>
                  </a:cubicBezTo>
                  <a:cubicBezTo>
                    <a:pt x="26875" y="219641"/>
                    <a:pt x="54570" y="204695"/>
                    <a:pt x="51053" y="174361"/>
                  </a:cubicBezTo>
                  <a:cubicBezTo>
                    <a:pt x="45778" y="129081"/>
                    <a:pt x="-3020" y="145347"/>
                    <a:pt x="1377" y="91713"/>
                  </a:cubicBezTo>
                  <a:cubicBezTo>
                    <a:pt x="4894" y="49071"/>
                    <a:pt x="-20604" y="-29181"/>
                    <a:pt x="55889" y="11264"/>
                  </a:cubicBezTo>
                  <a:cubicBezTo>
                    <a:pt x="124908" y="47752"/>
                    <a:pt x="142933" y="151501"/>
                    <a:pt x="153483" y="252173"/>
                  </a:cubicBezTo>
                  <a:cubicBezTo>
                    <a:pt x="164034" y="352845"/>
                    <a:pt x="146889" y="473300"/>
                    <a:pt x="146889" y="473300"/>
                  </a:cubicBezTo>
                  <a:close/>
                </a:path>
              </a:pathLst>
            </a:custGeom>
            <a:solidFill>
              <a:srgbClr val="FE617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D3968ACE-899A-79AF-03A1-97768144C7A4}"/>
                </a:ext>
              </a:extLst>
            </p:cNvPr>
            <p:cNvSpPr/>
            <p:nvPr/>
          </p:nvSpPr>
          <p:spPr>
            <a:xfrm>
              <a:off x="7809174" y="4735646"/>
              <a:ext cx="89976" cy="441703"/>
            </a:xfrm>
            <a:custGeom>
              <a:avLst/>
              <a:gdLst>
                <a:gd name="connsiteX0" fmla="*/ 10557 w 89976"/>
                <a:gd name="connsiteY0" fmla="*/ 441703 h 441703"/>
                <a:gd name="connsiteX1" fmla="*/ 9239 w 89976"/>
                <a:gd name="connsiteY1" fmla="*/ 440385 h 441703"/>
                <a:gd name="connsiteX2" fmla="*/ 6 w 89976"/>
                <a:gd name="connsiteY2" fmla="*/ 375761 h 441703"/>
                <a:gd name="connsiteX3" fmla="*/ 52321 w 89976"/>
                <a:gd name="connsiteY3" fmla="*/ 216621 h 441703"/>
                <a:gd name="connsiteX4" fmla="*/ 59354 w 89976"/>
                <a:gd name="connsiteY4" fmla="*/ 130456 h 441703"/>
                <a:gd name="connsiteX5" fmla="*/ 51881 w 89976"/>
                <a:gd name="connsiteY5" fmla="*/ 79461 h 441703"/>
                <a:gd name="connsiteX6" fmla="*/ 87490 w 89976"/>
                <a:gd name="connsiteY6" fmla="*/ 330 h 441703"/>
                <a:gd name="connsiteX7" fmla="*/ 89688 w 89976"/>
                <a:gd name="connsiteY7" fmla="*/ 330 h 441703"/>
                <a:gd name="connsiteX8" fmla="*/ 89248 w 89976"/>
                <a:gd name="connsiteY8" fmla="*/ 2528 h 441703"/>
                <a:gd name="connsiteX9" fmla="*/ 54519 w 89976"/>
                <a:gd name="connsiteY9" fmla="*/ 79461 h 441703"/>
                <a:gd name="connsiteX10" fmla="*/ 61993 w 89976"/>
                <a:gd name="connsiteY10" fmla="*/ 130017 h 441703"/>
                <a:gd name="connsiteX11" fmla="*/ 54519 w 89976"/>
                <a:gd name="connsiteY11" fmla="*/ 218379 h 441703"/>
                <a:gd name="connsiteX12" fmla="*/ 2644 w 89976"/>
                <a:gd name="connsiteY12" fmla="*/ 375761 h 441703"/>
                <a:gd name="connsiteX13" fmla="*/ 11876 w 89976"/>
                <a:gd name="connsiteY13" fmla="*/ 439945 h 441703"/>
                <a:gd name="connsiteX14" fmla="*/ 10997 w 89976"/>
                <a:gd name="connsiteY14" fmla="*/ 441703 h 441703"/>
                <a:gd name="connsiteX15" fmla="*/ 10557 w 89976"/>
                <a:gd name="connsiteY15" fmla="*/ 441703 h 441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9976" h="441703">
                  <a:moveTo>
                    <a:pt x="10557" y="441703"/>
                  </a:moveTo>
                  <a:cubicBezTo>
                    <a:pt x="10118" y="441703"/>
                    <a:pt x="9678" y="441264"/>
                    <a:pt x="9239" y="440385"/>
                  </a:cubicBezTo>
                  <a:cubicBezTo>
                    <a:pt x="9239" y="440385"/>
                    <a:pt x="446" y="406974"/>
                    <a:pt x="6" y="375761"/>
                  </a:cubicBezTo>
                  <a:cubicBezTo>
                    <a:pt x="-433" y="344109"/>
                    <a:pt x="21987" y="252669"/>
                    <a:pt x="52321" y="216621"/>
                  </a:cubicBezTo>
                  <a:cubicBezTo>
                    <a:pt x="72543" y="192881"/>
                    <a:pt x="66389" y="162548"/>
                    <a:pt x="59354" y="130456"/>
                  </a:cubicBezTo>
                  <a:cubicBezTo>
                    <a:pt x="55398" y="113750"/>
                    <a:pt x="51881" y="96166"/>
                    <a:pt x="51881" y="79461"/>
                  </a:cubicBezTo>
                  <a:cubicBezTo>
                    <a:pt x="52760" y="31103"/>
                    <a:pt x="87490" y="770"/>
                    <a:pt x="87490" y="330"/>
                  </a:cubicBezTo>
                  <a:cubicBezTo>
                    <a:pt x="88369" y="-110"/>
                    <a:pt x="89248" y="-110"/>
                    <a:pt x="89688" y="330"/>
                  </a:cubicBezTo>
                  <a:cubicBezTo>
                    <a:pt x="90128" y="1209"/>
                    <a:pt x="90128" y="2088"/>
                    <a:pt x="89248" y="2528"/>
                  </a:cubicBezTo>
                  <a:cubicBezTo>
                    <a:pt x="89248" y="2528"/>
                    <a:pt x="55398" y="32422"/>
                    <a:pt x="54519" y="79461"/>
                  </a:cubicBezTo>
                  <a:cubicBezTo>
                    <a:pt x="54519" y="96166"/>
                    <a:pt x="58036" y="113311"/>
                    <a:pt x="61993" y="130017"/>
                  </a:cubicBezTo>
                  <a:cubicBezTo>
                    <a:pt x="69026" y="162988"/>
                    <a:pt x="75621" y="193761"/>
                    <a:pt x="54519" y="218379"/>
                  </a:cubicBezTo>
                  <a:cubicBezTo>
                    <a:pt x="24185" y="253988"/>
                    <a:pt x="2204" y="344109"/>
                    <a:pt x="2644" y="375761"/>
                  </a:cubicBezTo>
                  <a:cubicBezTo>
                    <a:pt x="3084" y="406534"/>
                    <a:pt x="11876" y="439505"/>
                    <a:pt x="11876" y="439945"/>
                  </a:cubicBezTo>
                  <a:cubicBezTo>
                    <a:pt x="11876" y="440385"/>
                    <a:pt x="11437" y="441264"/>
                    <a:pt x="10997" y="441703"/>
                  </a:cubicBezTo>
                  <a:cubicBezTo>
                    <a:pt x="10689" y="441703"/>
                    <a:pt x="10557" y="441703"/>
                    <a:pt x="10557" y="441703"/>
                  </a:cubicBezTo>
                  <a:close/>
                </a:path>
              </a:pathLst>
            </a:custGeom>
            <a:solidFill>
              <a:srgbClr val="EAEAEA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45F8104-1D21-0168-D67C-D80D6504340A}"/>
                </a:ext>
              </a:extLst>
            </p:cNvPr>
            <p:cNvSpPr/>
            <p:nvPr/>
          </p:nvSpPr>
          <p:spPr>
            <a:xfrm>
              <a:off x="7675648" y="4730412"/>
              <a:ext cx="114199" cy="446937"/>
            </a:xfrm>
            <a:custGeom>
              <a:avLst/>
              <a:gdLst>
                <a:gd name="connsiteX0" fmla="*/ 110233 w 114199"/>
                <a:gd name="connsiteY0" fmla="*/ 446938 h 446937"/>
                <a:gd name="connsiteX1" fmla="*/ 110233 w 114199"/>
                <a:gd name="connsiteY1" fmla="*/ 446938 h 446937"/>
                <a:gd name="connsiteX2" fmla="*/ 108914 w 114199"/>
                <a:gd name="connsiteY2" fmla="*/ 445180 h 446937"/>
                <a:gd name="connsiteX3" fmla="*/ 104958 w 114199"/>
                <a:gd name="connsiteY3" fmla="*/ 298348 h 446937"/>
                <a:gd name="connsiteX4" fmla="*/ 94407 w 114199"/>
                <a:gd name="connsiteY4" fmla="*/ 276367 h 446937"/>
                <a:gd name="connsiteX5" fmla="*/ 72427 w 114199"/>
                <a:gd name="connsiteY5" fmla="*/ 175256 h 446937"/>
                <a:gd name="connsiteX6" fmla="*/ 48248 w 114199"/>
                <a:gd name="connsiteY6" fmla="*/ 101400 h 446937"/>
                <a:gd name="connsiteX7" fmla="*/ 30663 w 114199"/>
                <a:gd name="connsiteY7" fmla="*/ 67111 h 446937"/>
                <a:gd name="connsiteX8" fmla="*/ 330 w 114199"/>
                <a:gd name="connsiteY8" fmla="*/ 2047 h 446937"/>
                <a:gd name="connsiteX9" fmla="*/ 330 w 114199"/>
                <a:gd name="connsiteY9" fmla="*/ 289 h 446937"/>
                <a:gd name="connsiteX10" fmla="*/ 2088 w 114199"/>
                <a:gd name="connsiteY10" fmla="*/ 728 h 446937"/>
                <a:gd name="connsiteX11" fmla="*/ 33301 w 114199"/>
                <a:gd name="connsiteY11" fmla="*/ 67111 h 446937"/>
                <a:gd name="connsiteX12" fmla="*/ 50006 w 114199"/>
                <a:gd name="connsiteY12" fmla="*/ 100082 h 446937"/>
                <a:gd name="connsiteX13" fmla="*/ 75064 w 114199"/>
                <a:gd name="connsiteY13" fmla="*/ 175695 h 446937"/>
                <a:gd name="connsiteX14" fmla="*/ 97045 w 114199"/>
                <a:gd name="connsiteY14" fmla="*/ 275488 h 446937"/>
                <a:gd name="connsiteX15" fmla="*/ 107156 w 114199"/>
                <a:gd name="connsiteY15" fmla="*/ 297469 h 446937"/>
                <a:gd name="connsiteX16" fmla="*/ 111552 w 114199"/>
                <a:gd name="connsiteY16" fmla="*/ 445619 h 446937"/>
                <a:gd name="connsiteX17" fmla="*/ 110233 w 114199"/>
                <a:gd name="connsiteY17" fmla="*/ 446938 h 44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4199" h="446937">
                  <a:moveTo>
                    <a:pt x="110233" y="446938"/>
                  </a:moveTo>
                  <a:cubicBezTo>
                    <a:pt x="110233" y="446938"/>
                    <a:pt x="110233" y="446938"/>
                    <a:pt x="110233" y="446938"/>
                  </a:cubicBezTo>
                  <a:cubicBezTo>
                    <a:pt x="109354" y="446498"/>
                    <a:pt x="108914" y="446059"/>
                    <a:pt x="108914" y="445180"/>
                  </a:cubicBezTo>
                  <a:cubicBezTo>
                    <a:pt x="108914" y="444300"/>
                    <a:pt x="116828" y="329121"/>
                    <a:pt x="104958" y="298348"/>
                  </a:cubicBezTo>
                  <a:cubicBezTo>
                    <a:pt x="102320" y="291754"/>
                    <a:pt x="98804" y="284280"/>
                    <a:pt x="94407" y="276367"/>
                  </a:cubicBezTo>
                  <a:cubicBezTo>
                    <a:pt x="80779" y="249111"/>
                    <a:pt x="63634" y="215700"/>
                    <a:pt x="72427" y="175256"/>
                  </a:cubicBezTo>
                  <a:cubicBezTo>
                    <a:pt x="79460" y="143603"/>
                    <a:pt x="62755" y="121183"/>
                    <a:pt x="48248" y="101400"/>
                  </a:cubicBezTo>
                  <a:cubicBezTo>
                    <a:pt x="38576" y="88651"/>
                    <a:pt x="30663" y="78101"/>
                    <a:pt x="30663" y="67111"/>
                  </a:cubicBezTo>
                  <a:cubicBezTo>
                    <a:pt x="30663" y="36777"/>
                    <a:pt x="769" y="2487"/>
                    <a:pt x="330" y="2047"/>
                  </a:cubicBezTo>
                  <a:cubicBezTo>
                    <a:pt x="-110" y="1608"/>
                    <a:pt x="-110" y="728"/>
                    <a:pt x="330" y="289"/>
                  </a:cubicBezTo>
                  <a:cubicBezTo>
                    <a:pt x="769" y="-151"/>
                    <a:pt x="1648" y="-151"/>
                    <a:pt x="2088" y="728"/>
                  </a:cubicBezTo>
                  <a:cubicBezTo>
                    <a:pt x="3407" y="2047"/>
                    <a:pt x="33301" y="35458"/>
                    <a:pt x="33301" y="67111"/>
                  </a:cubicBezTo>
                  <a:cubicBezTo>
                    <a:pt x="33301" y="77221"/>
                    <a:pt x="41214" y="87772"/>
                    <a:pt x="50006" y="100082"/>
                  </a:cubicBezTo>
                  <a:cubicBezTo>
                    <a:pt x="64513" y="118985"/>
                    <a:pt x="82098" y="143164"/>
                    <a:pt x="75064" y="175695"/>
                  </a:cubicBezTo>
                  <a:cubicBezTo>
                    <a:pt x="66272" y="215261"/>
                    <a:pt x="83417" y="248671"/>
                    <a:pt x="97045" y="275488"/>
                  </a:cubicBezTo>
                  <a:cubicBezTo>
                    <a:pt x="101002" y="283401"/>
                    <a:pt x="104958" y="290874"/>
                    <a:pt x="107156" y="297469"/>
                  </a:cubicBezTo>
                  <a:cubicBezTo>
                    <a:pt x="119465" y="328682"/>
                    <a:pt x="111992" y="440784"/>
                    <a:pt x="111552" y="445619"/>
                  </a:cubicBezTo>
                  <a:cubicBezTo>
                    <a:pt x="111552" y="446059"/>
                    <a:pt x="111112" y="446938"/>
                    <a:pt x="110233" y="446938"/>
                  </a:cubicBezTo>
                  <a:close/>
                </a:path>
              </a:pathLst>
            </a:custGeom>
            <a:solidFill>
              <a:srgbClr val="EAEAEA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E13801D-588D-8086-9180-16F186F9D062}"/>
                </a:ext>
              </a:extLst>
            </p:cNvPr>
            <p:cNvSpPr/>
            <p:nvPr/>
          </p:nvSpPr>
          <p:spPr>
            <a:xfrm>
              <a:off x="9103848" y="4338124"/>
              <a:ext cx="141995" cy="245744"/>
            </a:xfrm>
            <a:custGeom>
              <a:avLst/>
              <a:gdLst>
                <a:gd name="connsiteX0" fmla="*/ 141996 w 141995"/>
                <a:gd name="connsiteY0" fmla="*/ 81769 h 245744"/>
                <a:gd name="connsiteX1" fmla="*/ 141996 w 141995"/>
                <a:gd name="connsiteY1" fmla="*/ 245745 h 245744"/>
                <a:gd name="connsiteX2" fmla="*/ 47479 w 141995"/>
                <a:gd name="connsiteY2" fmla="*/ 191233 h 245744"/>
                <a:gd name="connsiteX3" fmla="*/ 0 w 141995"/>
                <a:gd name="connsiteY3" fmla="*/ 0 h 245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995" h="245744">
                  <a:moveTo>
                    <a:pt x="141996" y="81769"/>
                  </a:moveTo>
                  <a:lnTo>
                    <a:pt x="141996" y="245745"/>
                  </a:lnTo>
                  <a:lnTo>
                    <a:pt x="47479" y="19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AF9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76621ADE-120F-58A8-294A-46924763CE08}"/>
                </a:ext>
              </a:extLst>
            </p:cNvPr>
            <p:cNvSpPr/>
            <p:nvPr/>
          </p:nvSpPr>
          <p:spPr>
            <a:xfrm>
              <a:off x="9245844" y="4338124"/>
              <a:ext cx="141995" cy="245744"/>
            </a:xfrm>
            <a:custGeom>
              <a:avLst/>
              <a:gdLst>
                <a:gd name="connsiteX0" fmla="*/ 141996 w 141995"/>
                <a:gd name="connsiteY0" fmla="*/ 0 h 245744"/>
                <a:gd name="connsiteX1" fmla="*/ 94517 w 141995"/>
                <a:gd name="connsiteY1" fmla="*/ 191233 h 245744"/>
                <a:gd name="connsiteX2" fmla="*/ 0 w 141995"/>
                <a:gd name="connsiteY2" fmla="*/ 245745 h 245744"/>
                <a:gd name="connsiteX3" fmla="*/ 0 w 141995"/>
                <a:gd name="connsiteY3" fmla="*/ 81769 h 245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995" h="245744">
                  <a:moveTo>
                    <a:pt x="141996" y="0"/>
                  </a:moveTo>
                  <a:lnTo>
                    <a:pt x="94517" y="191233"/>
                  </a:lnTo>
                  <a:lnTo>
                    <a:pt x="0" y="245745"/>
                  </a:lnTo>
                  <a:lnTo>
                    <a:pt x="0" y="81769"/>
                  </a:lnTo>
                  <a:close/>
                </a:path>
              </a:pathLst>
            </a:custGeom>
            <a:solidFill>
              <a:srgbClr val="CFC9F7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0580610E-D934-4024-4F49-494B6876342A}"/>
                </a:ext>
              </a:extLst>
            </p:cNvPr>
            <p:cNvSpPr/>
            <p:nvPr/>
          </p:nvSpPr>
          <p:spPr>
            <a:xfrm>
              <a:off x="9103848" y="4256356"/>
              <a:ext cx="283991" cy="163536"/>
            </a:xfrm>
            <a:custGeom>
              <a:avLst/>
              <a:gdLst>
                <a:gd name="connsiteX0" fmla="*/ 0 w 283991"/>
                <a:gd name="connsiteY0" fmla="*/ 81768 h 163536"/>
                <a:gd name="connsiteX1" fmla="*/ 141996 w 283991"/>
                <a:gd name="connsiteY1" fmla="*/ 0 h 163536"/>
                <a:gd name="connsiteX2" fmla="*/ 283992 w 283991"/>
                <a:gd name="connsiteY2" fmla="*/ 81768 h 163536"/>
                <a:gd name="connsiteX3" fmla="*/ 141996 w 283991"/>
                <a:gd name="connsiteY3" fmla="*/ 163537 h 163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3991" h="163536">
                  <a:moveTo>
                    <a:pt x="0" y="81768"/>
                  </a:moveTo>
                  <a:lnTo>
                    <a:pt x="141996" y="0"/>
                  </a:lnTo>
                  <a:lnTo>
                    <a:pt x="283992" y="81768"/>
                  </a:lnTo>
                  <a:lnTo>
                    <a:pt x="141996" y="163537"/>
                  </a:lnTo>
                  <a:close/>
                </a:path>
              </a:pathLst>
            </a:custGeom>
            <a:solidFill>
              <a:srgbClr val="5E19F4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4A0A43A5-E142-4620-4FD6-159F37DE93B0}"/>
                </a:ext>
              </a:extLst>
            </p:cNvPr>
            <p:cNvSpPr/>
            <p:nvPr/>
          </p:nvSpPr>
          <p:spPr>
            <a:xfrm>
              <a:off x="9230736" y="3872781"/>
              <a:ext cx="157692" cy="475014"/>
            </a:xfrm>
            <a:custGeom>
              <a:avLst/>
              <a:gdLst>
                <a:gd name="connsiteX0" fmla="*/ 42803 w 157692"/>
                <a:gd name="connsiteY0" fmla="*/ 475015 h 475014"/>
                <a:gd name="connsiteX1" fmla="*/ 56871 w 157692"/>
                <a:gd name="connsiteY1" fmla="*/ 360275 h 475014"/>
                <a:gd name="connsiteX2" fmla="*/ 121934 w 157692"/>
                <a:gd name="connsiteY2" fmla="*/ 274550 h 475014"/>
                <a:gd name="connsiteX3" fmla="*/ 106548 w 157692"/>
                <a:gd name="connsiteY3" fmla="*/ 174757 h 475014"/>
                <a:gd name="connsiteX4" fmla="*/ 156224 w 157692"/>
                <a:gd name="connsiteY4" fmla="*/ 92110 h 475014"/>
                <a:gd name="connsiteX5" fmla="*/ 101272 w 157692"/>
                <a:gd name="connsiteY5" fmla="*/ 11220 h 475014"/>
                <a:gd name="connsiteX6" fmla="*/ 3678 w 157692"/>
                <a:gd name="connsiteY6" fmla="*/ 253448 h 475014"/>
                <a:gd name="connsiteX7" fmla="*/ 9832 w 157692"/>
                <a:gd name="connsiteY7" fmla="*/ 475015 h 475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7692" h="475014">
                  <a:moveTo>
                    <a:pt x="42803" y="475015"/>
                  </a:moveTo>
                  <a:cubicBezTo>
                    <a:pt x="42803" y="475015"/>
                    <a:pt x="20383" y="410831"/>
                    <a:pt x="56871" y="360275"/>
                  </a:cubicBezTo>
                  <a:cubicBezTo>
                    <a:pt x="93359" y="309280"/>
                    <a:pt x="117098" y="305323"/>
                    <a:pt x="121934" y="274550"/>
                  </a:cubicBezTo>
                  <a:cubicBezTo>
                    <a:pt x="130727" y="220477"/>
                    <a:pt x="103031" y="205531"/>
                    <a:pt x="106548" y="174757"/>
                  </a:cubicBezTo>
                  <a:cubicBezTo>
                    <a:pt x="111823" y="129477"/>
                    <a:pt x="161060" y="146182"/>
                    <a:pt x="156224" y="92110"/>
                  </a:cubicBezTo>
                  <a:cubicBezTo>
                    <a:pt x="152707" y="49467"/>
                    <a:pt x="178644" y="-29224"/>
                    <a:pt x="101272" y="11220"/>
                  </a:cubicBezTo>
                  <a:cubicBezTo>
                    <a:pt x="32253" y="47709"/>
                    <a:pt x="14228" y="152337"/>
                    <a:pt x="3678" y="253448"/>
                  </a:cubicBezTo>
                  <a:cubicBezTo>
                    <a:pt x="-7313" y="354560"/>
                    <a:pt x="9832" y="475015"/>
                    <a:pt x="9832" y="475015"/>
                  </a:cubicBezTo>
                  <a:close/>
                </a:path>
              </a:pathLst>
            </a:custGeom>
            <a:solidFill>
              <a:srgbClr val="FE617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AA08ED82-74A2-4CE0-390D-E23C09FC4503}"/>
                </a:ext>
              </a:extLst>
            </p:cNvPr>
            <p:cNvSpPr/>
            <p:nvPr/>
          </p:nvSpPr>
          <p:spPr>
            <a:xfrm>
              <a:off x="9103367" y="3915899"/>
              <a:ext cx="143471" cy="431897"/>
            </a:xfrm>
            <a:custGeom>
              <a:avLst/>
              <a:gdLst>
                <a:gd name="connsiteX0" fmla="*/ 104670 w 143471"/>
                <a:gd name="connsiteY0" fmla="*/ 431897 h 431897"/>
                <a:gd name="connsiteX1" fmla="*/ 91482 w 143471"/>
                <a:gd name="connsiteY1" fmla="*/ 327269 h 431897"/>
                <a:gd name="connsiteX2" fmla="*/ 32573 w 143471"/>
                <a:gd name="connsiteY2" fmla="*/ 249457 h 431897"/>
                <a:gd name="connsiteX3" fmla="*/ 46641 w 143471"/>
                <a:gd name="connsiteY3" fmla="*/ 158896 h 431897"/>
                <a:gd name="connsiteX4" fmla="*/ 1361 w 143471"/>
                <a:gd name="connsiteY4" fmla="*/ 83722 h 431897"/>
                <a:gd name="connsiteX5" fmla="*/ 51037 w 143471"/>
                <a:gd name="connsiteY5" fmla="*/ 10306 h 431897"/>
                <a:gd name="connsiteX6" fmla="*/ 140279 w 143471"/>
                <a:gd name="connsiteY6" fmla="*/ 230114 h 431897"/>
                <a:gd name="connsiteX7" fmla="*/ 134564 w 143471"/>
                <a:gd name="connsiteY7" fmla="*/ 431897 h 431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3471" h="431897">
                  <a:moveTo>
                    <a:pt x="104670" y="431897"/>
                  </a:moveTo>
                  <a:cubicBezTo>
                    <a:pt x="104670" y="431897"/>
                    <a:pt x="124892" y="373428"/>
                    <a:pt x="91482" y="327269"/>
                  </a:cubicBezTo>
                  <a:cubicBezTo>
                    <a:pt x="58511" y="281109"/>
                    <a:pt x="36969" y="277592"/>
                    <a:pt x="32573" y="249457"/>
                  </a:cubicBezTo>
                  <a:cubicBezTo>
                    <a:pt x="24660" y="200660"/>
                    <a:pt x="50158" y="186592"/>
                    <a:pt x="46641" y="158896"/>
                  </a:cubicBezTo>
                  <a:cubicBezTo>
                    <a:pt x="41805" y="117572"/>
                    <a:pt x="-3036" y="132519"/>
                    <a:pt x="1361" y="83722"/>
                  </a:cubicBezTo>
                  <a:cubicBezTo>
                    <a:pt x="4438" y="44596"/>
                    <a:pt x="-18862" y="-26622"/>
                    <a:pt x="51037" y="10306"/>
                  </a:cubicBezTo>
                  <a:cubicBezTo>
                    <a:pt x="113902" y="43277"/>
                    <a:pt x="130608" y="138234"/>
                    <a:pt x="140279" y="230114"/>
                  </a:cubicBezTo>
                  <a:cubicBezTo>
                    <a:pt x="149950" y="322433"/>
                    <a:pt x="134564" y="431897"/>
                    <a:pt x="134564" y="431897"/>
                  </a:cubicBezTo>
                  <a:close/>
                </a:path>
              </a:pathLst>
            </a:custGeom>
            <a:solidFill>
              <a:srgbClr val="11057C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D55505FC-7C8B-D4D0-6F7B-A7ADEB19AA55}"/>
                </a:ext>
              </a:extLst>
            </p:cNvPr>
            <p:cNvSpPr/>
            <p:nvPr/>
          </p:nvSpPr>
          <p:spPr>
            <a:xfrm>
              <a:off x="9245817" y="3945698"/>
              <a:ext cx="81685" cy="403416"/>
            </a:xfrm>
            <a:custGeom>
              <a:avLst/>
              <a:gdLst>
                <a:gd name="connsiteX0" fmla="*/ 9259 w 81685"/>
                <a:gd name="connsiteY0" fmla="*/ 403416 h 403416"/>
                <a:gd name="connsiteX1" fmla="*/ 8380 w 81685"/>
                <a:gd name="connsiteY1" fmla="*/ 402537 h 403416"/>
                <a:gd name="connsiteX2" fmla="*/ 27 w 81685"/>
                <a:gd name="connsiteY2" fmla="*/ 343628 h 403416"/>
                <a:gd name="connsiteX3" fmla="*/ 47506 w 81685"/>
                <a:gd name="connsiteY3" fmla="*/ 198116 h 403416"/>
                <a:gd name="connsiteX4" fmla="*/ 54100 w 81685"/>
                <a:gd name="connsiteY4" fmla="*/ 119425 h 403416"/>
                <a:gd name="connsiteX5" fmla="*/ 47506 w 81685"/>
                <a:gd name="connsiteY5" fmla="*/ 72825 h 403416"/>
                <a:gd name="connsiteX6" fmla="*/ 80037 w 81685"/>
                <a:gd name="connsiteY6" fmla="*/ 289 h 403416"/>
                <a:gd name="connsiteX7" fmla="*/ 81356 w 81685"/>
                <a:gd name="connsiteY7" fmla="*/ 728 h 403416"/>
                <a:gd name="connsiteX8" fmla="*/ 81356 w 81685"/>
                <a:gd name="connsiteY8" fmla="*/ 2047 h 403416"/>
                <a:gd name="connsiteX9" fmla="*/ 49704 w 81685"/>
                <a:gd name="connsiteY9" fmla="*/ 72825 h 403416"/>
                <a:gd name="connsiteX10" fmla="*/ 56298 w 81685"/>
                <a:gd name="connsiteY10" fmla="*/ 118985 h 403416"/>
                <a:gd name="connsiteX11" fmla="*/ 49264 w 81685"/>
                <a:gd name="connsiteY11" fmla="*/ 199874 h 403416"/>
                <a:gd name="connsiteX12" fmla="*/ 2225 w 81685"/>
                <a:gd name="connsiteY12" fmla="*/ 343628 h 403416"/>
                <a:gd name="connsiteX13" fmla="*/ 10578 w 81685"/>
                <a:gd name="connsiteY13" fmla="*/ 402097 h 403416"/>
                <a:gd name="connsiteX14" fmla="*/ 9698 w 81685"/>
                <a:gd name="connsiteY14" fmla="*/ 403416 h 403416"/>
                <a:gd name="connsiteX15" fmla="*/ 9259 w 81685"/>
                <a:gd name="connsiteY15" fmla="*/ 403416 h 403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1685" h="403416">
                  <a:moveTo>
                    <a:pt x="9259" y="403416"/>
                  </a:moveTo>
                  <a:cubicBezTo>
                    <a:pt x="8819" y="403416"/>
                    <a:pt x="8380" y="402977"/>
                    <a:pt x="8380" y="402537"/>
                  </a:cubicBezTo>
                  <a:cubicBezTo>
                    <a:pt x="8380" y="402097"/>
                    <a:pt x="467" y="371764"/>
                    <a:pt x="27" y="343628"/>
                  </a:cubicBezTo>
                  <a:cubicBezTo>
                    <a:pt x="-852" y="314174"/>
                    <a:pt x="19810" y="230647"/>
                    <a:pt x="47506" y="198116"/>
                  </a:cubicBezTo>
                  <a:cubicBezTo>
                    <a:pt x="66409" y="176575"/>
                    <a:pt x="60254" y="148879"/>
                    <a:pt x="54100" y="119425"/>
                  </a:cubicBezTo>
                  <a:cubicBezTo>
                    <a:pt x="50583" y="104038"/>
                    <a:pt x="47066" y="88212"/>
                    <a:pt x="47506" y="72825"/>
                  </a:cubicBezTo>
                  <a:cubicBezTo>
                    <a:pt x="47945" y="28864"/>
                    <a:pt x="79597" y="728"/>
                    <a:pt x="80037" y="289"/>
                  </a:cubicBezTo>
                  <a:cubicBezTo>
                    <a:pt x="80477" y="-151"/>
                    <a:pt x="80916" y="-151"/>
                    <a:pt x="81356" y="728"/>
                  </a:cubicBezTo>
                  <a:cubicBezTo>
                    <a:pt x="81795" y="1168"/>
                    <a:pt x="81795" y="1608"/>
                    <a:pt x="81356" y="2047"/>
                  </a:cubicBezTo>
                  <a:cubicBezTo>
                    <a:pt x="80916" y="2487"/>
                    <a:pt x="50143" y="29743"/>
                    <a:pt x="49704" y="72825"/>
                  </a:cubicBezTo>
                  <a:cubicBezTo>
                    <a:pt x="49704" y="87772"/>
                    <a:pt x="52781" y="103598"/>
                    <a:pt x="56298" y="118985"/>
                  </a:cubicBezTo>
                  <a:cubicBezTo>
                    <a:pt x="62452" y="148879"/>
                    <a:pt x="68607" y="177014"/>
                    <a:pt x="49264" y="199874"/>
                  </a:cubicBezTo>
                  <a:cubicBezTo>
                    <a:pt x="22008" y="231966"/>
                    <a:pt x="1786" y="314614"/>
                    <a:pt x="2225" y="343628"/>
                  </a:cubicBezTo>
                  <a:cubicBezTo>
                    <a:pt x="2665" y="371764"/>
                    <a:pt x="10578" y="401658"/>
                    <a:pt x="10578" y="402097"/>
                  </a:cubicBezTo>
                  <a:cubicBezTo>
                    <a:pt x="10578" y="402537"/>
                    <a:pt x="10578" y="403416"/>
                    <a:pt x="9698" y="403416"/>
                  </a:cubicBezTo>
                  <a:cubicBezTo>
                    <a:pt x="9698" y="403416"/>
                    <a:pt x="9567" y="403416"/>
                    <a:pt x="9259" y="403416"/>
                  </a:cubicBezTo>
                  <a:close/>
                </a:path>
              </a:pathLst>
            </a:custGeom>
            <a:solidFill>
              <a:srgbClr val="EAEAEA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F5D87B9D-A952-5A0E-2B1F-84F7CDAEF950}"/>
                </a:ext>
              </a:extLst>
            </p:cNvPr>
            <p:cNvSpPr/>
            <p:nvPr/>
          </p:nvSpPr>
          <p:spPr>
            <a:xfrm>
              <a:off x="9123740" y="3941261"/>
              <a:ext cx="104097" cy="407853"/>
            </a:xfrm>
            <a:custGeom>
              <a:avLst/>
              <a:gdLst>
                <a:gd name="connsiteX0" fmla="*/ 100562 w 104097"/>
                <a:gd name="connsiteY0" fmla="*/ 407853 h 407853"/>
                <a:gd name="connsiteX1" fmla="*/ 100562 w 104097"/>
                <a:gd name="connsiteY1" fmla="*/ 407853 h 407853"/>
                <a:gd name="connsiteX2" fmla="*/ 99243 w 104097"/>
                <a:gd name="connsiteY2" fmla="*/ 406534 h 407853"/>
                <a:gd name="connsiteX3" fmla="*/ 95726 w 104097"/>
                <a:gd name="connsiteY3" fmla="*/ 272012 h 407853"/>
                <a:gd name="connsiteX4" fmla="*/ 86495 w 104097"/>
                <a:gd name="connsiteY4" fmla="*/ 252229 h 407853"/>
                <a:gd name="connsiteX5" fmla="*/ 66272 w 104097"/>
                <a:gd name="connsiteY5" fmla="*/ 159470 h 407853"/>
                <a:gd name="connsiteX6" fmla="*/ 43852 w 104097"/>
                <a:gd name="connsiteY6" fmla="*/ 92209 h 407853"/>
                <a:gd name="connsiteX7" fmla="*/ 28025 w 104097"/>
                <a:gd name="connsiteY7" fmla="*/ 60997 h 407853"/>
                <a:gd name="connsiteX8" fmla="*/ 330 w 104097"/>
                <a:gd name="connsiteY8" fmla="*/ 1649 h 407853"/>
                <a:gd name="connsiteX9" fmla="*/ 330 w 104097"/>
                <a:gd name="connsiteY9" fmla="*/ 330 h 407853"/>
                <a:gd name="connsiteX10" fmla="*/ 2088 w 104097"/>
                <a:gd name="connsiteY10" fmla="*/ 330 h 407853"/>
                <a:gd name="connsiteX11" fmla="*/ 30224 w 104097"/>
                <a:gd name="connsiteY11" fmla="*/ 60997 h 407853"/>
                <a:gd name="connsiteX12" fmla="*/ 45610 w 104097"/>
                <a:gd name="connsiteY12" fmla="*/ 90891 h 407853"/>
                <a:gd name="connsiteX13" fmla="*/ 68470 w 104097"/>
                <a:gd name="connsiteY13" fmla="*/ 160350 h 407853"/>
                <a:gd name="connsiteX14" fmla="*/ 88253 w 104097"/>
                <a:gd name="connsiteY14" fmla="*/ 251350 h 407853"/>
                <a:gd name="connsiteX15" fmla="*/ 97924 w 104097"/>
                <a:gd name="connsiteY15" fmla="*/ 271133 h 407853"/>
                <a:gd name="connsiteX16" fmla="*/ 101881 w 104097"/>
                <a:gd name="connsiteY16" fmla="*/ 406534 h 407853"/>
                <a:gd name="connsiteX17" fmla="*/ 100562 w 104097"/>
                <a:gd name="connsiteY17" fmla="*/ 407853 h 407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4097" h="407853">
                  <a:moveTo>
                    <a:pt x="100562" y="407853"/>
                  </a:moveTo>
                  <a:cubicBezTo>
                    <a:pt x="100562" y="407853"/>
                    <a:pt x="100562" y="407853"/>
                    <a:pt x="100562" y="407853"/>
                  </a:cubicBezTo>
                  <a:cubicBezTo>
                    <a:pt x="99683" y="407853"/>
                    <a:pt x="99243" y="407414"/>
                    <a:pt x="99243" y="406534"/>
                  </a:cubicBezTo>
                  <a:cubicBezTo>
                    <a:pt x="99243" y="405655"/>
                    <a:pt x="106717" y="300147"/>
                    <a:pt x="95726" y="272012"/>
                  </a:cubicBezTo>
                  <a:cubicBezTo>
                    <a:pt x="93528" y="266297"/>
                    <a:pt x="90011" y="259263"/>
                    <a:pt x="86495" y="252229"/>
                  </a:cubicBezTo>
                  <a:cubicBezTo>
                    <a:pt x="73746" y="227611"/>
                    <a:pt x="57920" y="196838"/>
                    <a:pt x="66272" y="159470"/>
                  </a:cubicBezTo>
                  <a:cubicBezTo>
                    <a:pt x="72427" y="130895"/>
                    <a:pt x="57040" y="110673"/>
                    <a:pt x="43852" y="92209"/>
                  </a:cubicBezTo>
                  <a:cubicBezTo>
                    <a:pt x="35499" y="80779"/>
                    <a:pt x="28025" y="71108"/>
                    <a:pt x="28025" y="60997"/>
                  </a:cubicBezTo>
                  <a:cubicBezTo>
                    <a:pt x="28025" y="33301"/>
                    <a:pt x="330" y="2088"/>
                    <a:pt x="330" y="1649"/>
                  </a:cubicBezTo>
                  <a:cubicBezTo>
                    <a:pt x="-110" y="1209"/>
                    <a:pt x="-110" y="769"/>
                    <a:pt x="330" y="330"/>
                  </a:cubicBezTo>
                  <a:cubicBezTo>
                    <a:pt x="770" y="-110"/>
                    <a:pt x="1649" y="-110"/>
                    <a:pt x="2088" y="330"/>
                  </a:cubicBezTo>
                  <a:cubicBezTo>
                    <a:pt x="2968" y="1649"/>
                    <a:pt x="30224" y="32422"/>
                    <a:pt x="30224" y="60997"/>
                  </a:cubicBezTo>
                  <a:cubicBezTo>
                    <a:pt x="30224" y="70229"/>
                    <a:pt x="37257" y="79900"/>
                    <a:pt x="45610" y="90891"/>
                  </a:cubicBezTo>
                  <a:cubicBezTo>
                    <a:pt x="58799" y="108475"/>
                    <a:pt x="74625" y="130456"/>
                    <a:pt x="68470" y="160350"/>
                  </a:cubicBezTo>
                  <a:cubicBezTo>
                    <a:pt x="60557" y="196398"/>
                    <a:pt x="75944" y="226732"/>
                    <a:pt x="88253" y="251350"/>
                  </a:cubicBezTo>
                  <a:cubicBezTo>
                    <a:pt x="92209" y="258384"/>
                    <a:pt x="95726" y="265418"/>
                    <a:pt x="97924" y="271133"/>
                  </a:cubicBezTo>
                  <a:cubicBezTo>
                    <a:pt x="108915" y="299708"/>
                    <a:pt x="101881" y="402578"/>
                    <a:pt x="101881" y="406534"/>
                  </a:cubicBezTo>
                  <a:cubicBezTo>
                    <a:pt x="101881" y="407414"/>
                    <a:pt x="101002" y="407853"/>
                    <a:pt x="100562" y="407853"/>
                  </a:cubicBezTo>
                  <a:close/>
                </a:path>
              </a:pathLst>
            </a:custGeom>
            <a:solidFill>
              <a:srgbClr val="EAEAEA"/>
            </a:solidFill>
            <a:ln w="43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91679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Oval 333">
            <a:extLst>
              <a:ext uri="{FF2B5EF4-FFF2-40B4-BE49-F238E27FC236}">
                <a16:creationId xmlns:a16="http://schemas.microsoft.com/office/drawing/2014/main" id="{39D85C59-02FF-DF21-BDCC-5BF2E451A038}"/>
              </a:ext>
            </a:extLst>
          </p:cNvPr>
          <p:cNvSpPr/>
          <p:nvPr/>
        </p:nvSpPr>
        <p:spPr>
          <a:xfrm>
            <a:off x="6718440" y="3775303"/>
            <a:ext cx="557617" cy="5576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C5772D-8446-653D-58FD-5840A926C1D1}"/>
              </a:ext>
            </a:extLst>
          </p:cNvPr>
          <p:cNvSpPr txBox="1">
            <a:spLocks/>
          </p:cNvSpPr>
          <p:nvPr/>
        </p:nvSpPr>
        <p:spPr>
          <a:xfrm>
            <a:off x="6339542" y="1554615"/>
            <a:ext cx="4836902" cy="724015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>
                <a:latin typeface="Agency FB" panose="020B0503020202020204" pitchFamily="34" charset="0"/>
                <a:ea typeface="+mn-ea"/>
                <a:cs typeface="+mn-cs"/>
              </a:rPr>
              <a:t>Prevent Ransomware Threats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4FD08C-621A-F982-8212-22DD7A601047}"/>
              </a:ext>
            </a:extLst>
          </p:cNvPr>
          <p:cNvSpPr txBox="1"/>
          <p:nvPr/>
        </p:nvSpPr>
        <p:spPr>
          <a:xfrm>
            <a:off x="6345559" y="2358128"/>
            <a:ext cx="5006654" cy="589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Ransomware attacks have moved from spray-and-pray tactics to sophisticated and targeted strikes.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9" name="Graphic 3">
            <a:extLst>
              <a:ext uri="{FF2B5EF4-FFF2-40B4-BE49-F238E27FC236}">
                <a16:creationId xmlns:a16="http://schemas.microsoft.com/office/drawing/2014/main" id="{F5EC357F-66B5-6883-06E1-2E855FA80E6E}"/>
              </a:ext>
            </a:extLst>
          </p:cNvPr>
          <p:cNvGrpSpPr/>
          <p:nvPr/>
        </p:nvGrpSpPr>
        <p:grpSpPr>
          <a:xfrm>
            <a:off x="831057" y="1933272"/>
            <a:ext cx="7745397" cy="3418733"/>
            <a:chOff x="771846" y="1054735"/>
            <a:chExt cx="10976824" cy="4845049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98B3535-FDC8-ED74-564B-A3060D6BD918}"/>
                </a:ext>
              </a:extLst>
            </p:cNvPr>
            <p:cNvSpPr/>
            <p:nvPr/>
          </p:nvSpPr>
          <p:spPr>
            <a:xfrm>
              <a:off x="836832" y="3856990"/>
              <a:ext cx="1561465" cy="1561464"/>
            </a:xfrm>
            <a:custGeom>
              <a:avLst/>
              <a:gdLst>
                <a:gd name="connsiteX0" fmla="*/ 1561465 w 1561465"/>
                <a:gd name="connsiteY0" fmla="*/ 781050 h 1561464"/>
                <a:gd name="connsiteX1" fmla="*/ 781050 w 1561465"/>
                <a:gd name="connsiteY1" fmla="*/ 1561465 h 1561464"/>
                <a:gd name="connsiteX2" fmla="*/ 0 w 1561465"/>
                <a:gd name="connsiteY2" fmla="*/ 781050 h 1561464"/>
                <a:gd name="connsiteX3" fmla="*/ 781050 w 1561465"/>
                <a:gd name="connsiteY3" fmla="*/ 0 h 1561464"/>
                <a:gd name="connsiteX4" fmla="*/ 1561465 w 1561465"/>
                <a:gd name="connsiteY4" fmla="*/ 781050 h 1561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1465" h="1561464">
                  <a:moveTo>
                    <a:pt x="1561465" y="781050"/>
                  </a:moveTo>
                  <a:cubicBezTo>
                    <a:pt x="1561465" y="1212215"/>
                    <a:pt x="1212215" y="1561465"/>
                    <a:pt x="781050" y="1561465"/>
                  </a:cubicBezTo>
                  <a:cubicBezTo>
                    <a:pt x="349885" y="1561465"/>
                    <a:pt x="0" y="1212215"/>
                    <a:pt x="0" y="781050"/>
                  </a:cubicBezTo>
                  <a:cubicBezTo>
                    <a:pt x="0" y="349885"/>
                    <a:pt x="349885" y="0"/>
                    <a:pt x="781050" y="0"/>
                  </a:cubicBezTo>
                  <a:cubicBezTo>
                    <a:pt x="1212215" y="0"/>
                    <a:pt x="1561465" y="349885"/>
                    <a:pt x="1561465" y="781050"/>
                  </a:cubicBezTo>
                  <a:close/>
                </a:path>
              </a:pathLst>
            </a:custGeom>
            <a:solidFill>
              <a:srgbClr val="F76E1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AA9AF86-E7D2-967E-D694-A8599CD9EB11}"/>
                </a:ext>
              </a:extLst>
            </p:cNvPr>
            <p:cNvSpPr/>
            <p:nvPr/>
          </p:nvSpPr>
          <p:spPr>
            <a:xfrm>
              <a:off x="3428902" y="1120775"/>
              <a:ext cx="990600" cy="990600"/>
            </a:xfrm>
            <a:custGeom>
              <a:avLst/>
              <a:gdLst>
                <a:gd name="connsiteX0" fmla="*/ 990600 w 990600"/>
                <a:gd name="connsiteY0" fmla="*/ 495300 h 990600"/>
                <a:gd name="connsiteX1" fmla="*/ 495300 w 990600"/>
                <a:gd name="connsiteY1" fmla="*/ 990600 h 990600"/>
                <a:gd name="connsiteX2" fmla="*/ 0 w 990600"/>
                <a:gd name="connsiteY2" fmla="*/ 495300 h 990600"/>
                <a:gd name="connsiteX3" fmla="*/ 495300 w 990600"/>
                <a:gd name="connsiteY3" fmla="*/ 0 h 990600"/>
                <a:gd name="connsiteX4" fmla="*/ 990600 w 990600"/>
                <a:gd name="connsiteY4" fmla="*/ 495300 h 99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600" h="990600">
                  <a:moveTo>
                    <a:pt x="990600" y="495300"/>
                  </a:moveTo>
                  <a:cubicBezTo>
                    <a:pt x="990600" y="768985"/>
                    <a:pt x="768985" y="990600"/>
                    <a:pt x="495300" y="990600"/>
                  </a:cubicBezTo>
                  <a:cubicBezTo>
                    <a:pt x="221615" y="990600"/>
                    <a:pt x="0" y="768985"/>
                    <a:pt x="0" y="495300"/>
                  </a:cubicBezTo>
                  <a:cubicBezTo>
                    <a:pt x="0" y="221615"/>
                    <a:pt x="221615" y="0"/>
                    <a:pt x="495300" y="0"/>
                  </a:cubicBezTo>
                  <a:cubicBezTo>
                    <a:pt x="768985" y="0"/>
                    <a:pt x="990600" y="221615"/>
                    <a:pt x="990600" y="495300"/>
                  </a:cubicBezTo>
                  <a:close/>
                </a:path>
              </a:pathLst>
            </a:custGeom>
            <a:solidFill>
              <a:srgbClr val="F76E1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BC6FAAB-4C9B-98F3-AF98-3369C7CBACA1}"/>
                </a:ext>
              </a:extLst>
            </p:cNvPr>
            <p:cNvSpPr/>
            <p:nvPr/>
          </p:nvSpPr>
          <p:spPr>
            <a:xfrm>
              <a:off x="4627781" y="1054735"/>
              <a:ext cx="213360" cy="213359"/>
            </a:xfrm>
            <a:custGeom>
              <a:avLst/>
              <a:gdLst>
                <a:gd name="connsiteX0" fmla="*/ 213360 w 213360"/>
                <a:gd name="connsiteY0" fmla="*/ 106680 h 213359"/>
                <a:gd name="connsiteX1" fmla="*/ 106680 w 213360"/>
                <a:gd name="connsiteY1" fmla="*/ 213360 h 213359"/>
                <a:gd name="connsiteX2" fmla="*/ 0 w 213360"/>
                <a:gd name="connsiteY2" fmla="*/ 106680 h 213359"/>
                <a:gd name="connsiteX3" fmla="*/ 106680 w 213360"/>
                <a:gd name="connsiteY3" fmla="*/ 0 h 213359"/>
                <a:gd name="connsiteX4" fmla="*/ 213360 w 213360"/>
                <a:gd name="connsiteY4" fmla="*/ 106680 h 213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360" h="213359">
                  <a:moveTo>
                    <a:pt x="213360" y="106680"/>
                  </a:moveTo>
                  <a:cubicBezTo>
                    <a:pt x="213360" y="165100"/>
                    <a:pt x="165735" y="213360"/>
                    <a:pt x="106680" y="213360"/>
                  </a:cubicBezTo>
                  <a:cubicBezTo>
                    <a:pt x="47625" y="213360"/>
                    <a:pt x="0" y="165100"/>
                    <a:pt x="0" y="106680"/>
                  </a:cubicBezTo>
                  <a:cubicBezTo>
                    <a:pt x="0" y="47625"/>
                    <a:pt x="47625" y="0"/>
                    <a:pt x="106680" y="0"/>
                  </a:cubicBezTo>
                  <a:cubicBezTo>
                    <a:pt x="165735" y="0"/>
                    <a:pt x="213360" y="47625"/>
                    <a:pt x="213360" y="106680"/>
                  </a:cubicBezTo>
                  <a:close/>
                </a:path>
              </a:pathLst>
            </a:custGeom>
            <a:solidFill>
              <a:srgbClr val="F76E1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4" name="Graphic 3">
              <a:extLst>
                <a:ext uri="{FF2B5EF4-FFF2-40B4-BE49-F238E27FC236}">
                  <a16:creationId xmlns:a16="http://schemas.microsoft.com/office/drawing/2014/main" id="{C77B19C5-21DB-19AD-E5E6-5D3F3D98AB34}"/>
                </a:ext>
              </a:extLst>
            </p:cNvPr>
            <p:cNvGrpSpPr/>
            <p:nvPr/>
          </p:nvGrpSpPr>
          <p:grpSpPr>
            <a:xfrm>
              <a:off x="6301148" y="1949638"/>
              <a:ext cx="1337477" cy="1827659"/>
              <a:chOff x="6301148" y="1949638"/>
              <a:chExt cx="1337477" cy="1827659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0C5C4F33-45C3-41FE-2981-EC43F07BCF70}"/>
                  </a:ext>
                </a:extLst>
              </p:cNvPr>
              <p:cNvSpPr/>
              <p:nvPr/>
            </p:nvSpPr>
            <p:spPr>
              <a:xfrm>
                <a:off x="6301148" y="1949638"/>
                <a:ext cx="1337477" cy="1827659"/>
              </a:xfrm>
              <a:custGeom>
                <a:avLst/>
                <a:gdLst>
                  <a:gd name="connsiteX0" fmla="*/ 394828 w 1337477"/>
                  <a:gd name="connsiteY0" fmla="*/ 702121 h 1827659"/>
                  <a:gd name="connsiteX1" fmla="*/ 565008 w 1337477"/>
                  <a:gd name="connsiteY1" fmla="*/ 238571 h 1827659"/>
                  <a:gd name="connsiteX2" fmla="*/ 972043 w 1337477"/>
                  <a:gd name="connsiteY2" fmla="*/ 1081 h 1827659"/>
                  <a:gd name="connsiteX3" fmla="*/ 1281923 w 1337477"/>
                  <a:gd name="connsiteY3" fmla="*/ 220791 h 1827659"/>
                  <a:gd name="connsiteX4" fmla="*/ 1321928 w 1337477"/>
                  <a:gd name="connsiteY4" fmla="*/ 608141 h 1827659"/>
                  <a:gd name="connsiteX5" fmla="*/ 1161908 w 1337477"/>
                  <a:gd name="connsiteY5" fmla="*/ 969456 h 1827659"/>
                  <a:gd name="connsiteX6" fmla="*/ 465948 w 1337477"/>
                  <a:gd name="connsiteY6" fmla="*/ 1692086 h 1827659"/>
                  <a:gd name="connsiteX7" fmla="*/ 218933 w 1337477"/>
                  <a:gd name="connsiteY7" fmla="*/ 1822261 h 1827659"/>
                  <a:gd name="connsiteX8" fmla="*/ 8113 w 1337477"/>
                  <a:gd name="connsiteY8" fmla="*/ 1772731 h 1827659"/>
                  <a:gd name="connsiteX9" fmla="*/ 85583 w 1337477"/>
                  <a:gd name="connsiteY9" fmla="*/ 1546036 h 1827659"/>
                  <a:gd name="connsiteX10" fmla="*/ 298308 w 1337477"/>
                  <a:gd name="connsiteY10" fmla="*/ 1017081 h 1827659"/>
                  <a:gd name="connsiteX11" fmla="*/ 394828 w 1337477"/>
                  <a:gd name="connsiteY11" fmla="*/ 702121 h 18276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337477" h="1827659">
                    <a:moveTo>
                      <a:pt x="394828" y="702121"/>
                    </a:moveTo>
                    <a:cubicBezTo>
                      <a:pt x="438643" y="542736"/>
                      <a:pt x="476108" y="378271"/>
                      <a:pt x="565008" y="238571"/>
                    </a:cubicBezTo>
                    <a:cubicBezTo>
                      <a:pt x="653273" y="99506"/>
                      <a:pt x="806943" y="-12254"/>
                      <a:pt x="972043" y="1081"/>
                    </a:cubicBezTo>
                    <a:cubicBezTo>
                      <a:pt x="1104123" y="11241"/>
                      <a:pt x="1221598" y="103316"/>
                      <a:pt x="1281923" y="220791"/>
                    </a:cubicBezTo>
                    <a:cubicBezTo>
                      <a:pt x="1342248" y="338901"/>
                      <a:pt x="1349868" y="479236"/>
                      <a:pt x="1321928" y="608141"/>
                    </a:cubicBezTo>
                    <a:cubicBezTo>
                      <a:pt x="1293988" y="737681"/>
                      <a:pt x="1233028" y="857696"/>
                      <a:pt x="1161908" y="969456"/>
                    </a:cubicBezTo>
                    <a:cubicBezTo>
                      <a:pt x="980933" y="1253301"/>
                      <a:pt x="734553" y="1490156"/>
                      <a:pt x="465948" y="1692086"/>
                    </a:cubicBezTo>
                    <a:cubicBezTo>
                      <a:pt x="391018" y="1748602"/>
                      <a:pt x="311008" y="1804481"/>
                      <a:pt x="218933" y="1822261"/>
                    </a:cubicBezTo>
                    <a:cubicBezTo>
                      <a:pt x="161783" y="1833691"/>
                      <a:pt x="43673" y="1831152"/>
                      <a:pt x="8113" y="1772731"/>
                    </a:cubicBezTo>
                    <a:cubicBezTo>
                      <a:pt x="-26812" y="1714311"/>
                      <a:pt x="60818" y="1598741"/>
                      <a:pt x="85583" y="1546036"/>
                    </a:cubicBezTo>
                    <a:cubicBezTo>
                      <a:pt x="165593" y="1373316"/>
                      <a:pt x="236713" y="1196786"/>
                      <a:pt x="298308" y="1017081"/>
                    </a:cubicBezTo>
                    <a:cubicBezTo>
                      <a:pt x="333868" y="912941"/>
                      <a:pt x="366043" y="807957"/>
                      <a:pt x="394828" y="702121"/>
                    </a:cubicBezTo>
                    <a:close/>
                  </a:path>
                </a:pathLst>
              </a:custGeom>
              <a:solidFill>
                <a:srgbClr val="0D5BD9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5EE696BC-E058-DD9F-3436-E878F459C855}"/>
                  </a:ext>
                </a:extLst>
              </p:cNvPr>
              <p:cNvSpPr/>
              <p:nvPr/>
            </p:nvSpPr>
            <p:spPr>
              <a:xfrm>
                <a:off x="6475451" y="2100512"/>
                <a:ext cx="790163" cy="1540394"/>
              </a:xfrm>
              <a:custGeom>
                <a:avLst/>
                <a:gdLst>
                  <a:gd name="connsiteX0" fmla="*/ 762816 w 790163"/>
                  <a:gd name="connsiteY0" fmla="*/ 12133 h 1540394"/>
                  <a:gd name="connsiteX1" fmla="*/ 712650 w 790163"/>
                  <a:gd name="connsiteY1" fmla="*/ 345508 h 1540394"/>
                  <a:gd name="connsiteX2" fmla="*/ 610416 w 790163"/>
                  <a:gd name="connsiteY2" fmla="*/ 667453 h 1540394"/>
                  <a:gd name="connsiteX3" fmla="*/ 462460 w 790163"/>
                  <a:gd name="connsiteY3" fmla="*/ 969078 h 1540394"/>
                  <a:gd name="connsiteX4" fmla="*/ 268785 w 790163"/>
                  <a:gd name="connsiteY4" fmla="*/ 1245938 h 1540394"/>
                  <a:gd name="connsiteX5" fmla="*/ 37010 w 790163"/>
                  <a:gd name="connsiteY5" fmla="*/ 1488508 h 1540394"/>
                  <a:gd name="connsiteX6" fmla="*/ 4625 w 790163"/>
                  <a:gd name="connsiteY6" fmla="*/ 1516448 h 1540394"/>
                  <a:gd name="connsiteX7" fmla="*/ 23041 w 790163"/>
                  <a:gd name="connsiteY7" fmla="*/ 1536768 h 1540394"/>
                  <a:gd name="connsiteX8" fmla="*/ 263705 w 790163"/>
                  <a:gd name="connsiteY8" fmla="*/ 1294833 h 1540394"/>
                  <a:gd name="connsiteX9" fmla="*/ 463731 w 790163"/>
                  <a:gd name="connsiteY9" fmla="*/ 1019243 h 1540394"/>
                  <a:gd name="connsiteX10" fmla="*/ 620575 w 790163"/>
                  <a:gd name="connsiteY10" fmla="*/ 715713 h 1540394"/>
                  <a:gd name="connsiteX11" fmla="*/ 729160 w 790163"/>
                  <a:gd name="connsiteY11" fmla="*/ 393133 h 1540394"/>
                  <a:gd name="connsiteX12" fmla="*/ 786945 w 790163"/>
                  <a:gd name="connsiteY12" fmla="*/ 56583 h 1540394"/>
                  <a:gd name="connsiteX13" fmla="*/ 790120 w 790163"/>
                  <a:gd name="connsiteY13" fmla="*/ 14673 h 1540394"/>
                  <a:gd name="connsiteX14" fmla="*/ 762816 w 790163"/>
                  <a:gd name="connsiteY14" fmla="*/ 12133 h 1540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90163" h="1540394">
                    <a:moveTo>
                      <a:pt x="762816" y="12133"/>
                    </a:moveTo>
                    <a:cubicBezTo>
                      <a:pt x="754560" y="124528"/>
                      <a:pt x="738050" y="235653"/>
                      <a:pt x="712650" y="345508"/>
                    </a:cubicBezTo>
                    <a:cubicBezTo>
                      <a:pt x="686616" y="455363"/>
                      <a:pt x="652325" y="563313"/>
                      <a:pt x="610416" y="667453"/>
                    </a:cubicBezTo>
                    <a:cubicBezTo>
                      <a:pt x="568506" y="771593"/>
                      <a:pt x="518975" y="872558"/>
                      <a:pt x="462460" y="969078"/>
                    </a:cubicBezTo>
                    <a:cubicBezTo>
                      <a:pt x="404675" y="1066233"/>
                      <a:pt x="340541" y="1158943"/>
                      <a:pt x="268785" y="1245938"/>
                    </a:cubicBezTo>
                    <a:cubicBezTo>
                      <a:pt x="198300" y="1332933"/>
                      <a:pt x="120195" y="1414213"/>
                      <a:pt x="37010" y="1488508"/>
                    </a:cubicBezTo>
                    <a:cubicBezTo>
                      <a:pt x="26425" y="1497823"/>
                      <a:pt x="15630" y="1507132"/>
                      <a:pt x="4625" y="1516448"/>
                    </a:cubicBezTo>
                    <a:cubicBezTo>
                      <a:pt x="-8709" y="1527878"/>
                      <a:pt x="9705" y="1548833"/>
                      <a:pt x="23041" y="1536768"/>
                    </a:cubicBezTo>
                    <a:cubicBezTo>
                      <a:pt x="109400" y="1463108"/>
                      <a:pt x="190046" y="1381828"/>
                      <a:pt x="263705" y="1294833"/>
                    </a:cubicBezTo>
                    <a:cubicBezTo>
                      <a:pt x="337366" y="1208473"/>
                      <a:pt x="404041" y="1116398"/>
                      <a:pt x="463731" y="1019243"/>
                    </a:cubicBezTo>
                    <a:cubicBezTo>
                      <a:pt x="523420" y="922723"/>
                      <a:pt x="576125" y="821123"/>
                      <a:pt x="620575" y="715713"/>
                    </a:cubicBezTo>
                    <a:cubicBezTo>
                      <a:pt x="664391" y="611573"/>
                      <a:pt x="701220" y="502988"/>
                      <a:pt x="729160" y="393133"/>
                    </a:cubicBezTo>
                    <a:cubicBezTo>
                      <a:pt x="757100" y="282643"/>
                      <a:pt x="776150" y="170248"/>
                      <a:pt x="786945" y="56583"/>
                    </a:cubicBezTo>
                    <a:cubicBezTo>
                      <a:pt x="788216" y="42613"/>
                      <a:pt x="789295" y="28643"/>
                      <a:pt x="790120" y="14673"/>
                    </a:cubicBezTo>
                    <a:cubicBezTo>
                      <a:pt x="791391" y="-3107"/>
                      <a:pt x="764085" y="-5647"/>
                      <a:pt x="762816" y="12133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8" name="Graphic 3">
              <a:extLst>
                <a:ext uri="{FF2B5EF4-FFF2-40B4-BE49-F238E27FC236}">
                  <a16:creationId xmlns:a16="http://schemas.microsoft.com/office/drawing/2014/main" id="{57C41585-F207-8E85-1EB9-2E921A89C951}"/>
                </a:ext>
              </a:extLst>
            </p:cNvPr>
            <p:cNvGrpSpPr/>
            <p:nvPr/>
          </p:nvGrpSpPr>
          <p:grpSpPr>
            <a:xfrm>
              <a:off x="6448116" y="2714111"/>
              <a:ext cx="1580941" cy="1199965"/>
              <a:chOff x="6448116" y="2714111"/>
              <a:chExt cx="1580941" cy="1199965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74872C84-FFD8-7048-0BCC-16619565D321}"/>
                  </a:ext>
                </a:extLst>
              </p:cNvPr>
              <p:cNvSpPr/>
              <p:nvPr/>
            </p:nvSpPr>
            <p:spPr>
              <a:xfrm>
                <a:off x="6448116" y="2714111"/>
                <a:ext cx="1580941" cy="1199965"/>
              </a:xfrm>
              <a:custGeom>
                <a:avLst/>
                <a:gdLst>
                  <a:gd name="connsiteX0" fmla="*/ 704425 w 1580941"/>
                  <a:gd name="connsiteY0" fmla="*/ 375799 h 1199965"/>
                  <a:gd name="connsiteX1" fmla="*/ 1011130 w 1580941"/>
                  <a:gd name="connsiteY1" fmla="*/ 75443 h 1199965"/>
                  <a:gd name="connsiteX2" fmla="*/ 1419435 w 1580941"/>
                  <a:gd name="connsiteY2" fmla="*/ 41153 h 1199965"/>
                  <a:gd name="connsiteX3" fmla="*/ 1580725 w 1580941"/>
                  <a:gd name="connsiteY3" fmla="*/ 329443 h 1199965"/>
                  <a:gd name="connsiteX4" fmla="*/ 1467695 w 1580941"/>
                  <a:gd name="connsiteY4" fmla="*/ 648848 h 1199965"/>
                  <a:gd name="connsiteX5" fmla="*/ 1206710 w 1580941"/>
                  <a:gd name="connsiteY5" fmla="*/ 872368 h 1199965"/>
                  <a:gd name="connsiteX6" fmla="*/ 389465 w 1580941"/>
                  <a:gd name="connsiteY6" fmla="*/ 1179709 h 1199965"/>
                  <a:gd name="connsiteX7" fmla="*/ 146895 w 1580941"/>
                  <a:gd name="connsiteY7" fmla="*/ 1189868 h 1199965"/>
                  <a:gd name="connsiteX8" fmla="*/ 210 w 1580941"/>
                  <a:gd name="connsiteY8" fmla="*/ 1071759 h 1199965"/>
                  <a:gd name="connsiteX9" fmla="*/ 145625 w 1580941"/>
                  <a:gd name="connsiteY9" fmla="*/ 922534 h 1199965"/>
                  <a:gd name="connsiteX10" fmla="*/ 510116 w 1580941"/>
                  <a:gd name="connsiteY10" fmla="*/ 587254 h 1199965"/>
                  <a:gd name="connsiteX11" fmla="*/ 704425 w 1580941"/>
                  <a:gd name="connsiteY11" fmla="*/ 375799 h 1199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580941" h="1199965">
                    <a:moveTo>
                      <a:pt x="704425" y="375799"/>
                    </a:moveTo>
                    <a:cubicBezTo>
                      <a:pt x="798405" y="266578"/>
                      <a:pt x="889210" y="151643"/>
                      <a:pt x="1011130" y="75443"/>
                    </a:cubicBezTo>
                    <a:cubicBezTo>
                      <a:pt x="1133050" y="-757"/>
                      <a:pt x="1294975" y="-31237"/>
                      <a:pt x="1419435" y="41153"/>
                    </a:cubicBezTo>
                    <a:cubicBezTo>
                      <a:pt x="1519130" y="98303"/>
                      <a:pt x="1577550" y="214509"/>
                      <a:pt x="1580725" y="329443"/>
                    </a:cubicBezTo>
                    <a:cubicBezTo>
                      <a:pt x="1584535" y="445013"/>
                      <a:pt x="1537545" y="557409"/>
                      <a:pt x="1467695" y="648848"/>
                    </a:cubicBezTo>
                    <a:cubicBezTo>
                      <a:pt x="1397210" y="740289"/>
                      <a:pt x="1303866" y="811409"/>
                      <a:pt x="1206710" y="872368"/>
                    </a:cubicBezTo>
                    <a:cubicBezTo>
                      <a:pt x="958425" y="1027943"/>
                      <a:pt x="675850" y="1121289"/>
                      <a:pt x="389465" y="1179709"/>
                    </a:cubicBezTo>
                    <a:cubicBezTo>
                      <a:pt x="309455" y="1196218"/>
                      <a:pt x="226270" y="1210189"/>
                      <a:pt x="146895" y="1189868"/>
                    </a:cubicBezTo>
                    <a:cubicBezTo>
                      <a:pt x="98000" y="1177168"/>
                      <a:pt x="5925" y="1130814"/>
                      <a:pt x="210" y="1071759"/>
                    </a:cubicBezTo>
                    <a:cubicBezTo>
                      <a:pt x="-5505" y="1013339"/>
                      <a:pt x="106890" y="954918"/>
                      <a:pt x="145625" y="922534"/>
                    </a:cubicBezTo>
                    <a:cubicBezTo>
                      <a:pt x="273260" y="817123"/>
                      <a:pt x="394545" y="705364"/>
                      <a:pt x="510116" y="587254"/>
                    </a:cubicBezTo>
                    <a:cubicBezTo>
                      <a:pt x="576980" y="518674"/>
                      <a:pt x="641751" y="448188"/>
                      <a:pt x="704425" y="375799"/>
                    </a:cubicBezTo>
                    <a:close/>
                  </a:path>
                </a:pathLst>
              </a:custGeom>
              <a:solidFill>
                <a:srgbClr val="82ACF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F814730E-E9E4-A222-BAEA-716C7E414396}"/>
                  </a:ext>
                </a:extLst>
              </p:cNvPr>
              <p:cNvSpPr/>
              <p:nvPr/>
            </p:nvSpPr>
            <p:spPr>
              <a:xfrm>
                <a:off x="6613579" y="2863359"/>
                <a:ext cx="1188343" cy="927382"/>
              </a:xfrm>
              <a:custGeom>
                <a:avLst/>
                <a:gdLst>
                  <a:gd name="connsiteX0" fmla="*/ 1166342 w 1188343"/>
                  <a:gd name="connsiteY0" fmla="*/ 6206 h 927382"/>
                  <a:gd name="connsiteX1" fmla="*/ 1001878 w 1188343"/>
                  <a:gd name="connsiteY1" fmla="*/ 248776 h 927382"/>
                  <a:gd name="connsiteX2" fmla="*/ 801217 w 1188343"/>
                  <a:gd name="connsiteY2" fmla="*/ 464041 h 927382"/>
                  <a:gd name="connsiteX3" fmla="*/ 571982 w 1188343"/>
                  <a:gd name="connsiteY3" fmla="*/ 645016 h 927382"/>
                  <a:gd name="connsiteX4" fmla="*/ 316713 w 1188343"/>
                  <a:gd name="connsiteY4" fmla="*/ 790431 h 927382"/>
                  <a:gd name="connsiteX5" fmla="*/ 43663 w 1188343"/>
                  <a:gd name="connsiteY5" fmla="*/ 893936 h 927382"/>
                  <a:gd name="connsiteX6" fmla="*/ 8738 w 1188343"/>
                  <a:gd name="connsiteY6" fmla="*/ 904096 h 927382"/>
                  <a:gd name="connsiteX7" fmla="*/ 15088 w 1188343"/>
                  <a:gd name="connsiteY7" fmla="*/ 926956 h 927382"/>
                  <a:gd name="connsiteX8" fmla="*/ 294488 w 1188343"/>
                  <a:gd name="connsiteY8" fmla="*/ 826626 h 927382"/>
                  <a:gd name="connsiteX9" fmla="*/ 554838 w 1188343"/>
                  <a:gd name="connsiteY9" fmla="*/ 685021 h 927382"/>
                  <a:gd name="connsiteX10" fmla="*/ 791057 w 1188343"/>
                  <a:gd name="connsiteY10" fmla="*/ 505316 h 927382"/>
                  <a:gd name="connsiteX11" fmla="*/ 997432 w 1188343"/>
                  <a:gd name="connsiteY11" fmla="*/ 292591 h 927382"/>
                  <a:gd name="connsiteX12" fmla="*/ 1168248 w 1188343"/>
                  <a:gd name="connsiteY12" fmla="*/ 50021 h 927382"/>
                  <a:gd name="connsiteX13" fmla="*/ 1186663 w 1188343"/>
                  <a:gd name="connsiteY13" fmla="*/ 18271 h 927382"/>
                  <a:gd name="connsiteX14" fmla="*/ 1166342 w 1188343"/>
                  <a:gd name="connsiteY14" fmla="*/ 6206 h 927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88343" h="927382">
                    <a:moveTo>
                      <a:pt x="1166342" y="6206"/>
                    </a:moveTo>
                    <a:cubicBezTo>
                      <a:pt x="1118082" y="91296"/>
                      <a:pt x="1062838" y="172576"/>
                      <a:pt x="1001878" y="248776"/>
                    </a:cubicBezTo>
                    <a:cubicBezTo>
                      <a:pt x="940917" y="325611"/>
                      <a:pt x="873607" y="397366"/>
                      <a:pt x="801217" y="464041"/>
                    </a:cubicBezTo>
                    <a:cubicBezTo>
                      <a:pt x="729463" y="530081"/>
                      <a:pt x="653263" y="590406"/>
                      <a:pt x="571982" y="645016"/>
                    </a:cubicBezTo>
                    <a:cubicBezTo>
                      <a:pt x="490703" y="699626"/>
                      <a:pt x="405613" y="748521"/>
                      <a:pt x="316713" y="790431"/>
                    </a:cubicBezTo>
                    <a:cubicBezTo>
                      <a:pt x="228448" y="831706"/>
                      <a:pt x="137643" y="866631"/>
                      <a:pt x="43663" y="893936"/>
                    </a:cubicBezTo>
                    <a:cubicBezTo>
                      <a:pt x="32232" y="897320"/>
                      <a:pt x="20593" y="900712"/>
                      <a:pt x="8738" y="904096"/>
                    </a:cubicBezTo>
                    <a:cubicBezTo>
                      <a:pt x="-6502" y="907906"/>
                      <a:pt x="-152" y="930766"/>
                      <a:pt x="15088" y="926956"/>
                    </a:cubicBezTo>
                    <a:cubicBezTo>
                      <a:pt x="110338" y="900921"/>
                      <a:pt x="204318" y="867266"/>
                      <a:pt x="294488" y="826626"/>
                    </a:cubicBezTo>
                    <a:cubicBezTo>
                      <a:pt x="384657" y="786621"/>
                      <a:pt x="471653" y="738996"/>
                      <a:pt x="554838" y="685021"/>
                    </a:cubicBezTo>
                    <a:cubicBezTo>
                      <a:pt x="638023" y="631046"/>
                      <a:pt x="716763" y="571356"/>
                      <a:pt x="791057" y="505316"/>
                    </a:cubicBezTo>
                    <a:cubicBezTo>
                      <a:pt x="865353" y="439911"/>
                      <a:pt x="933932" y="368791"/>
                      <a:pt x="997432" y="292591"/>
                    </a:cubicBezTo>
                    <a:cubicBezTo>
                      <a:pt x="1060298" y="216391"/>
                      <a:pt x="1118082" y="135111"/>
                      <a:pt x="1168248" y="50021"/>
                    </a:cubicBezTo>
                    <a:cubicBezTo>
                      <a:pt x="1174598" y="39435"/>
                      <a:pt x="1180757" y="28856"/>
                      <a:pt x="1186663" y="18271"/>
                    </a:cubicBezTo>
                    <a:cubicBezTo>
                      <a:pt x="1194282" y="4301"/>
                      <a:pt x="1173963" y="-7764"/>
                      <a:pt x="1166342" y="620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1" name="Graphic 3">
              <a:extLst>
                <a:ext uri="{FF2B5EF4-FFF2-40B4-BE49-F238E27FC236}">
                  <a16:creationId xmlns:a16="http://schemas.microsoft.com/office/drawing/2014/main" id="{5ACD670A-048B-25E2-448A-D3D0313E8E70}"/>
                </a:ext>
              </a:extLst>
            </p:cNvPr>
            <p:cNvGrpSpPr/>
            <p:nvPr/>
          </p:nvGrpSpPr>
          <p:grpSpPr>
            <a:xfrm>
              <a:off x="1162277" y="1329969"/>
              <a:ext cx="1337477" cy="1827802"/>
              <a:chOff x="1162277" y="1329969"/>
              <a:chExt cx="1337477" cy="1827802"/>
            </a:xfrm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F115294-F403-AE3A-4EBB-C3F1525CDB54}"/>
                  </a:ext>
                </a:extLst>
              </p:cNvPr>
              <p:cNvSpPr/>
              <p:nvPr/>
            </p:nvSpPr>
            <p:spPr>
              <a:xfrm>
                <a:off x="1162277" y="1329969"/>
                <a:ext cx="1337477" cy="1827802"/>
              </a:xfrm>
              <a:custGeom>
                <a:avLst/>
                <a:gdLst>
                  <a:gd name="connsiteX0" fmla="*/ 942650 w 1337477"/>
                  <a:gd name="connsiteY0" fmla="*/ 702030 h 1827802"/>
                  <a:gd name="connsiteX1" fmla="*/ 772470 w 1337477"/>
                  <a:gd name="connsiteY1" fmla="*/ 239115 h 1827802"/>
                  <a:gd name="connsiteX2" fmla="*/ 365435 w 1337477"/>
                  <a:gd name="connsiteY2" fmla="*/ 990 h 1827802"/>
                  <a:gd name="connsiteX3" fmla="*/ 55555 w 1337477"/>
                  <a:gd name="connsiteY3" fmla="*/ 221335 h 1827802"/>
                  <a:gd name="connsiteX4" fmla="*/ 15550 w 1337477"/>
                  <a:gd name="connsiteY4" fmla="*/ 608685 h 1827802"/>
                  <a:gd name="connsiteX5" fmla="*/ 175570 w 1337477"/>
                  <a:gd name="connsiteY5" fmla="*/ 970000 h 1827802"/>
                  <a:gd name="connsiteX6" fmla="*/ 872165 w 1337477"/>
                  <a:gd name="connsiteY6" fmla="*/ 1692630 h 1827802"/>
                  <a:gd name="connsiteX7" fmla="*/ 1118545 w 1337477"/>
                  <a:gd name="connsiteY7" fmla="*/ 1822805 h 1827802"/>
                  <a:gd name="connsiteX8" fmla="*/ 1329365 w 1337477"/>
                  <a:gd name="connsiteY8" fmla="*/ 1772640 h 1827802"/>
                  <a:gd name="connsiteX9" fmla="*/ 1251895 w 1337477"/>
                  <a:gd name="connsiteY9" fmla="*/ 1545945 h 1827802"/>
                  <a:gd name="connsiteX10" fmla="*/ 1039805 w 1337477"/>
                  <a:gd name="connsiteY10" fmla="*/ 1016990 h 1827802"/>
                  <a:gd name="connsiteX11" fmla="*/ 942650 w 1337477"/>
                  <a:gd name="connsiteY11" fmla="*/ 702030 h 1827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337477" h="1827802">
                    <a:moveTo>
                      <a:pt x="942650" y="702030"/>
                    </a:moveTo>
                    <a:cubicBezTo>
                      <a:pt x="898835" y="542645"/>
                      <a:pt x="861370" y="378180"/>
                      <a:pt x="772470" y="239115"/>
                    </a:cubicBezTo>
                    <a:cubicBezTo>
                      <a:pt x="684205" y="99415"/>
                      <a:pt x="530535" y="-11710"/>
                      <a:pt x="365435" y="990"/>
                    </a:cubicBezTo>
                    <a:cubicBezTo>
                      <a:pt x="233990" y="11785"/>
                      <a:pt x="115880" y="103225"/>
                      <a:pt x="55555" y="221335"/>
                    </a:cubicBezTo>
                    <a:cubicBezTo>
                      <a:pt x="-4770" y="338810"/>
                      <a:pt x="-12390" y="479145"/>
                      <a:pt x="15550" y="608685"/>
                    </a:cubicBezTo>
                    <a:cubicBezTo>
                      <a:pt x="43490" y="738225"/>
                      <a:pt x="104450" y="858240"/>
                      <a:pt x="175570" y="970000"/>
                    </a:cubicBezTo>
                    <a:cubicBezTo>
                      <a:pt x="356545" y="1253210"/>
                      <a:pt x="603560" y="1490065"/>
                      <a:pt x="872165" y="1692630"/>
                    </a:cubicBezTo>
                    <a:cubicBezTo>
                      <a:pt x="947095" y="1749145"/>
                      <a:pt x="1026470" y="1804390"/>
                      <a:pt x="1118545" y="1822805"/>
                    </a:cubicBezTo>
                    <a:cubicBezTo>
                      <a:pt x="1175695" y="1833600"/>
                      <a:pt x="1293805" y="1831060"/>
                      <a:pt x="1329365" y="1772640"/>
                    </a:cubicBezTo>
                    <a:cubicBezTo>
                      <a:pt x="1364290" y="1714220"/>
                      <a:pt x="1276660" y="1598650"/>
                      <a:pt x="1251895" y="1545945"/>
                    </a:cubicBezTo>
                    <a:cubicBezTo>
                      <a:pt x="1171885" y="1373860"/>
                      <a:pt x="1100765" y="1197330"/>
                      <a:pt x="1039805" y="1016990"/>
                    </a:cubicBezTo>
                    <a:cubicBezTo>
                      <a:pt x="1004245" y="913276"/>
                      <a:pt x="971860" y="808285"/>
                      <a:pt x="942650" y="702030"/>
                    </a:cubicBezTo>
                    <a:close/>
                  </a:path>
                </a:pathLst>
              </a:custGeom>
              <a:solidFill>
                <a:srgbClr val="0D5BD9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DC0C49BA-BD96-B4B8-9E43-7775BB2C0B01}"/>
                  </a:ext>
                </a:extLst>
              </p:cNvPr>
              <p:cNvSpPr/>
              <p:nvPr/>
            </p:nvSpPr>
            <p:spPr>
              <a:xfrm>
                <a:off x="1535289" y="1481099"/>
                <a:ext cx="790250" cy="1540363"/>
              </a:xfrm>
              <a:custGeom>
                <a:avLst/>
                <a:gdLst>
                  <a:gd name="connsiteX0" fmla="*/ 27348 w 790250"/>
                  <a:gd name="connsiteY0" fmla="*/ 12421 h 1540363"/>
                  <a:gd name="connsiteX1" fmla="*/ 78148 w 790250"/>
                  <a:gd name="connsiteY1" fmla="*/ 345161 h 1540363"/>
                  <a:gd name="connsiteX2" fmla="*/ 179748 w 790250"/>
                  <a:gd name="connsiteY2" fmla="*/ 667741 h 1540363"/>
                  <a:gd name="connsiteX3" fmla="*/ 328338 w 790250"/>
                  <a:gd name="connsiteY3" fmla="*/ 968731 h 1540363"/>
                  <a:gd name="connsiteX4" fmla="*/ 521378 w 790250"/>
                  <a:gd name="connsiteY4" fmla="*/ 1246226 h 1540363"/>
                  <a:gd name="connsiteX5" fmla="*/ 753788 w 790250"/>
                  <a:gd name="connsiteY5" fmla="*/ 1488161 h 1540363"/>
                  <a:gd name="connsiteX6" fmla="*/ 785538 w 790250"/>
                  <a:gd name="connsiteY6" fmla="*/ 1516101 h 1540363"/>
                  <a:gd name="connsiteX7" fmla="*/ 767123 w 790250"/>
                  <a:gd name="connsiteY7" fmla="*/ 1537056 h 1540363"/>
                  <a:gd name="connsiteX8" fmla="*/ 526458 w 790250"/>
                  <a:gd name="connsiteY8" fmla="*/ 1295121 h 1540363"/>
                  <a:gd name="connsiteX9" fmla="*/ 326433 w 790250"/>
                  <a:gd name="connsiteY9" fmla="*/ 1019531 h 1540363"/>
                  <a:gd name="connsiteX10" fmla="*/ 170223 w 790250"/>
                  <a:gd name="connsiteY10" fmla="*/ 716001 h 1540363"/>
                  <a:gd name="connsiteX11" fmla="*/ 61003 w 790250"/>
                  <a:gd name="connsiteY11" fmla="*/ 392786 h 1540363"/>
                  <a:gd name="connsiteX12" fmla="*/ 3853 w 790250"/>
                  <a:gd name="connsiteY12" fmla="*/ 56871 h 1540363"/>
                  <a:gd name="connsiteX13" fmla="*/ 43 w 790250"/>
                  <a:gd name="connsiteY13" fmla="*/ 14326 h 1540363"/>
                  <a:gd name="connsiteX14" fmla="*/ 27348 w 790250"/>
                  <a:gd name="connsiteY14" fmla="*/ 12421 h 15403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90250" h="1540363">
                    <a:moveTo>
                      <a:pt x="27348" y="12421"/>
                    </a:moveTo>
                    <a:cubicBezTo>
                      <a:pt x="35603" y="124181"/>
                      <a:pt x="52113" y="235941"/>
                      <a:pt x="78148" y="345161"/>
                    </a:cubicBezTo>
                    <a:cubicBezTo>
                      <a:pt x="103548" y="455016"/>
                      <a:pt x="137838" y="562966"/>
                      <a:pt x="179748" y="667741"/>
                    </a:cubicBezTo>
                    <a:cubicBezTo>
                      <a:pt x="221658" y="771246"/>
                      <a:pt x="271188" y="872211"/>
                      <a:pt x="328338" y="968731"/>
                    </a:cubicBezTo>
                    <a:cubicBezTo>
                      <a:pt x="385488" y="1065886"/>
                      <a:pt x="450258" y="1158596"/>
                      <a:pt x="521378" y="1246226"/>
                    </a:cubicBezTo>
                    <a:cubicBezTo>
                      <a:pt x="592498" y="1332586"/>
                      <a:pt x="669968" y="1413866"/>
                      <a:pt x="753788" y="1488161"/>
                    </a:cubicBezTo>
                    <a:cubicBezTo>
                      <a:pt x="763948" y="1497476"/>
                      <a:pt x="774533" y="1506785"/>
                      <a:pt x="785538" y="1516101"/>
                    </a:cubicBezTo>
                    <a:cubicBezTo>
                      <a:pt x="798873" y="1527531"/>
                      <a:pt x="781093" y="1548486"/>
                      <a:pt x="767123" y="1537056"/>
                    </a:cubicBezTo>
                    <a:cubicBezTo>
                      <a:pt x="680763" y="1462761"/>
                      <a:pt x="600118" y="1381481"/>
                      <a:pt x="526458" y="1295121"/>
                    </a:cubicBezTo>
                    <a:cubicBezTo>
                      <a:pt x="452798" y="1208126"/>
                      <a:pt x="386123" y="1116051"/>
                      <a:pt x="326433" y="1019531"/>
                    </a:cubicBezTo>
                    <a:cubicBezTo>
                      <a:pt x="266743" y="922376"/>
                      <a:pt x="214673" y="820776"/>
                      <a:pt x="170223" y="716001"/>
                    </a:cubicBezTo>
                    <a:cubicBezTo>
                      <a:pt x="125773" y="611226"/>
                      <a:pt x="88943" y="503276"/>
                      <a:pt x="61003" y="392786"/>
                    </a:cubicBezTo>
                    <a:cubicBezTo>
                      <a:pt x="33698" y="282296"/>
                      <a:pt x="14013" y="169901"/>
                      <a:pt x="3853" y="56871"/>
                    </a:cubicBezTo>
                    <a:cubicBezTo>
                      <a:pt x="2583" y="42475"/>
                      <a:pt x="1313" y="28296"/>
                      <a:pt x="43" y="14326"/>
                    </a:cubicBezTo>
                    <a:cubicBezTo>
                      <a:pt x="-1227" y="-3454"/>
                      <a:pt x="26078" y="-5359"/>
                      <a:pt x="27348" y="124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4" name="Graphic 3">
              <a:extLst>
                <a:ext uri="{FF2B5EF4-FFF2-40B4-BE49-F238E27FC236}">
                  <a16:creationId xmlns:a16="http://schemas.microsoft.com/office/drawing/2014/main" id="{8C5A1421-8F53-5B42-089E-CC166D5DA69C}"/>
                </a:ext>
              </a:extLst>
            </p:cNvPr>
            <p:cNvGrpSpPr/>
            <p:nvPr/>
          </p:nvGrpSpPr>
          <p:grpSpPr>
            <a:xfrm>
              <a:off x="771846" y="2094626"/>
              <a:ext cx="1580942" cy="1199875"/>
              <a:chOff x="771846" y="2094626"/>
              <a:chExt cx="1580942" cy="1199875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84A6FF1-FF37-53D0-BF37-3C8211F3CFB9}"/>
                  </a:ext>
                </a:extLst>
              </p:cNvPr>
              <p:cNvSpPr/>
              <p:nvPr/>
            </p:nvSpPr>
            <p:spPr>
              <a:xfrm>
                <a:off x="771846" y="2094626"/>
                <a:ext cx="1580942" cy="1199875"/>
              </a:xfrm>
              <a:custGeom>
                <a:avLst/>
                <a:gdLst>
                  <a:gd name="connsiteX0" fmla="*/ 876516 w 1580942"/>
                  <a:gd name="connsiteY0" fmla="*/ 375523 h 1199875"/>
                  <a:gd name="connsiteX1" fmla="*/ 569811 w 1580942"/>
                  <a:gd name="connsiteY1" fmla="*/ 75168 h 1199875"/>
                  <a:gd name="connsiteX2" fmla="*/ 161506 w 1580942"/>
                  <a:gd name="connsiteY2" fmla="*/ 40878 h 1199875"/>
                  <a:gd name="connsiteX3" fmla="*/ 216 w 1580942"/>
                  <a:gd name="connsiteY3" fmla="*/ 329803 h 1199875"/>
                  <a:gd name="connsiteX4" fmla="*/ 113881 w 1580942"/>
                  <a:gd name="connsiteY4" fmla="*/ 648573 h 1199875"/>
                  <a:gd name="connsiteX5" fmla="*/ 374866 w 1580942"/>
                  <a:gd name="connsiteY5" fmla="*/ 872728 h 1199875"/>
                  <a:gd name="connsiteX6" fmla="*/ 1191476 w 1580942"/>
                  <a:gd name="connsiteY6" fmla="*/ 1180068 h 1199875"/>
                  <a:gd name="connsiteX7" fmla="*/ 1434046 w 1580942"/>
                  <a:gd name="connsiteY7" fmla="*/ 1189593 h 1199875"/>
                  <a:gd name="connsiteX8" fmla="*/ 1580731 w 1580942"/>
                  <a:gd name="connsiteY8" fmla="*/ 1072118 h 1199875"/>
                  <a:gd name="connsiteX9" fmla="*/ 1435316 w 1580942"/>
                  <a:gd name="connsiteY9" fmla="*/ 922893 h 1199875"/>
                  <a:gd name="connsiteX10" fmla="*/ 1070826 w 1580942"/>
                  <a:gd name="connsiteY10" fmla="*/ 586978 h 1199875"/>
                  <a:gd name="connsiteX11" fmla="*/ 876516 w 1580942"/>
                  <a:gd name="connsiteY11" fmla="*/ 375523 h 1199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580942" h="1199875">
                    <a:moveTo>
                      <a:pt x="876516" y="375523"/>
                    </a:moveTo>
                    <a:cubicBezTo>
                      <a:pt x="783171" y="266938"/>
                      <a:pt x="691731" y="151368"/>
                      <a:pt x="569811" y="75168"/>
                    </a:cubicBezTo>
                    <a:cubicBezTo>
                      <a:pt x="448526" y="-1032"/>
                      <a:pt x="285966" y="-30877"/>
                      <a:pt x="161506" y="40878"/>
                    </a:cubicBezTo>
                    <a:cubicBezTo>
                      <a:pt x="61811" y="98663"/>
                      <a:pt x="3391" y="214233"/>
                      <a:pt x="216" y="329803"/>
                    </a:cubicBezTo>
                    <a:cubicBezTo>
                      <a:pt x="-3594" y="444738"/>
                      <a:pt x="43396" y="557768"/>
                      <a:pt x="113881" y="648573"/>
                    </a:cubicBezTo>
                    <a:cubicBezTo>
                      <a:pt x="183731" y="740013"/>
                      <a:pt x="277076" y="811768"/>
                      <a:pt x="374866" y="872728"/>
                    </a:cubicBezTo>
                    <a:cubicBezTo>
                      <a:pt x="622516" y="1027668"/>
                      <a:pt x="905091" y="1121648"/>
                      <a:pt x="1191476" y="1180068"/>
                    </a:cubicBezTo>
                    <a:cubicBezTo>
                      <a:pt x="1271486" y="1196578"/>
                      <a:pt x="1355306" y="1209913"/>
                      <a:pt x="1434046" y="1189593"/>
                    </a:cubicBezTo>
                    <a:cubicBezTo>
                      <a:pt x="1482941" y="1177528"/>
                      <a:pt x="1575016" y="1131173"/>
                      <a:pt x="1580731" y="1072118"/>
                    </a:cubicBezTo>
                    <a:cubicBezTo>
                      <a:pt x="1586446" y="1013063"/>
                      <a:pt x="1474686" y="955278"/>
                      <a:pt x="1435316" y="922893"/>
                    </a:cubicBezTo>
                    <a:cubicBezTo>
                      <a:pt x="1307681" y="817483"/>
                      <a:pt x="1186396" y="705088"/>
                      <a:pt x="1070826" y="586978"/>
                    </a:cubicBezTo>
                    <a:cubicBezTo>
                      <a:pt x="1003941" y="518398"/>
                      <a:pt x="939171" y="447913"/>
                      <a:pt x="876516" y="375523"/>
                    </a:cubicBezTo>
                    <a:close/>
                  </a:path>
                </a:pathLst>
              </a:custGeom>
              <a:solidFill>
                <a:srgbClr val="82ACF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9A242075-9592-1161-BA17-3A1B1B3DAC48}"/>
                  </a:ext>
                </a:extLst>
              </p:cNvPr>
              <p:cNvSpPr/>
              <p:nvPr/>
            </p:nvSpPr>
            <p:spPr>
              <a:xfrm>
                <a:off x="999020" y="2244007"/>
                <a:ext cx="1188482" cy="927105"/>
              </a:xfrm>
              <a:custGeom>
                <a:avLst/>
                <a:gdLst>
                  <a:gd name="connsiteX0" fmla="*/ 22597 w 1188482"/>
                  <a:gd name="connsiteY0" fmla="*/ 5798 h 927105"/>
                  <a:gd name="connsiteX1" fmla="*/ 186427 w 1188482"/>
                  <a:gd name="connsiteY1" fmla="*/ 248368 h 927105"/>
                  <a:gd name="connsiteX2" fmla="*/ 387087 w 1188482"/>
                  <a:gd name="connsiteY2" fmla="*/ 463633 h 927105"/>
                  <a:gd name="connsiteX3" fmla="*/ 616322 w 1188482"/>
                  <a:gd name="connsiteY3" fmla="*/ 644608 h 927105"/>
                  <a:gd name="connsiteX4" fmla="*/ 871592 w 1188482"/>
                  <a:gd name="connsiteY4" fmla="*/ 790023 h 927105"/>
                  <a:gd name="connsiteX5" fmla="*/ 1144642 w 1188482"/>
                  <a:gd name="connsiteY5" fmla="*/ 893528 h 927105"/>
                  <a:gd name="connsiteX6" fmla="*/ 1180202 w 1188482"/>
                  <a:gd name="connsiteY6" fmla="*/ 903688 h 927105"/>
                  <a:gd name="connsiteX7" fmla="*/ 1173852 w 1188482"/>
                  <a:gd name="connsiteY7" fmla="*/ 926548 h 927105"/>
                  <a:gd name="connsiteX8" fmla="*/ 893817 w 1188482"/>
                  <a:gd name="connsiteY8" fmla="*/ 826853 h 927105"/>
                  <a:gd name="connsiteX9" fmla="*/ 633467 w 1188482"/>
                  <a:gd name="connsiteY9" fmla="*/ 685248 h 927105"/>
                  <a:gd name="connsiteX10" fmla="*/ 397247 w 1188482"/>
                  <a:gd name="connsiteY10" fmla="*/ 504908 h 927105"/>
                  <a:gd name="connsiteX11" fmla="*/ 191507 w 1188482"/>
                  <a:gd name="connsiteY11" fmla="*/ 292183 h 927105"/>
                  <a:gd name="connsiteX12" fmla="*/ 20057 w 1188482"/>
                  <a:gd name="connsiteY12" fmla="*/ 49613 h 927105"/>
                  <a:gd name="connsiteX13" fmla="*/ 1642 w 1188482"/>
                  <a:gd name="connsiteY13" fmla="*/ 17863 h 927105"/>
                  <a:gd name="connsiteX14" fmla="*/ 22597 w 1188482"/>
                  <a:gd name="connsiteY14" fmla="*/ 5798 h 927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88482" h="927105">
                    <a:moveTo>
                      <a:pt x="22597" y="5798"/>
                    </a:moveTo>
                    <a:cubicBezTo>
                      <a:pt x="70222" y="90888"/>
                      <a:pt x="125467" y="172168"/>
                      <a:pt x="186427" y="248368"/>
                    </a:cubicBezTo>
                    <a:cubicBezTo>
                      <a:pt x="247387" y="325203"/>
                      <a:pt x="314697" y="396958"/>
                      <a:pt x="387087" y="463633"/>
                    </a:cubicBezTo>
                    <a:cubicBezTo>
                      <a:pt x="458842" y="529673"/>
                      <a:pt x="535042" y="589998"/>
                      <a:pt x="616322" y="644608"/>
                    </a:cubicBezTo>
                    <a:cubicBezTo>
                      <a:pt x="697602" y="699853"/>
                      <a:pt x="782692" y="748113"/>
                      <a:pt x="871592" y="790023"/>
                    </a:cubicBezTo>
                    <a:cubicBezTo>
                      <a:pt x="959857" y="831933"/>
                      <a:pt x="1051297" y="866223"/>
                      <a:pt x="1144642" y="893528"/>
                    </a:cubicBezTo>
                    <a:cubicBezTo>
                      <a:pt x="1156497" y="896912"/>
                      <a:pt x="1168346" y="900303"/>
                      <a:pt x="1180202" y="903688"/>
                    </a:cubicBezTo>
                    <a:cubicBezTo>
                      <a:pt x="1194807" y="907498"/>
                      <a:pt x="1188457" y="930993"/>
                      <a:pt x="1173852" y="926548"/>
                    </a:cubicBezTo>
                    <a:cubicBezTo>
                      <a:pt x="1077967" y="901148"/>
                      <a:pt x="984622" y="867493"/>
                      <a:pt x="893817" y="826853"/>
                    </a:cubicBezTo>
                    <a:cubicBezTo>
                      <a:pt x="803647" y="786213"/>
                      <a:pt x="716652" y="738588"/>
                      <a:pt x="633467" y="685248"/>
                    </a:cubicBezTo>
                    <a:cubicBezTo>
                      <a:pt x="550282" y="631273"/>
                      <a:pt x="471542" y="570948"/>
                      <a:pt x="397247" y="504908"/>
                    </a:cubicBezTo>
                    <a:cubicBezTo>
                      <a:pt x="323587" y="439503"/>
                      <a:pt x="254372" y="368383"/>
                      <a:pt x="191507" y="292183"/>
                    </a:cubicBezTo>
                    <a:cubicBezTo>
                      <a:pt x="128007" y="215983"/>
                      <a:pt x="70857" y="134703"/>
                      <a:pt x="20057" y="49613"/>
                    </a:cubicBezTo>
                    <a:cubicBezTo>
                      <a:pt x="13707" y="39027"/>
                      <a:pt x="7568" y="28448"/>
                      <a:pt x="1642" y="17863"/>
                    </a:cubicBezTo>
                    <a:cubicBezTo>
                      <a:pt x="-5978" y="4528"/>
                      <a:pt x="14977" y="-7537"/>
                      <a:pt x="22597" y="5798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80341DB-22A0-EE77-27F0-6C6DE628D6BE}"/>
                </a:ext>
              </a:extLst>
            </p:cNvPr>
            <p:cNvSpPr/>
            <p:nvPr/>
          </p:nvSpPr>
          <p:spPr>
            <a:xfrm>
              <a:off x="6746142" y="3705503"/>
              <a:ext cx="567076" cy="283552"/>
            </a:xfrm>
            <a:custGeom>
              <a:avLst/>
              <a:gdLst>
                <a:gd name="connsiteX0" fmla="*/ 555625 w 567076"/>
                <a:gd name="connsiteY0" fmla="*/ 88622 h 283552"/>
                <a:gd name="connsiteX1" fmla="*/ 508635 w 567076"/>
                <a:gd name="connsiteY1" fmla="*/ 76557 h 283552"/>
                <a:gd name="connsiteX2" fmla="*/ 512445 w 567076"/>
                <a:gd name="connsiteY2" fmla="*/ 60047 h 283552"/>
                <a:gd name="connsiteX3" fmla="*/ 495935 w 567076"/>
                <a:gd name="connsiteY3" fmla="*/ 55602 h 283552"/>
                <a:gd name="connsiteX4" fmla="*/ 394335 w 567076"/>
                <a:gd name="connsiteY4" fmla="*/ 119737 h 283552"/>
                <a:gd name="connsiteX5" fmla="*/ 413385 w 567076"/>
                <a:gd name="connsiteY5" fmla="*/ 58777 h 283552"/>
                <a:gd name="connsiteX6" fmla="*/ 398780 w 567076"/>
                <a:gd name="connsiteY6" fmla="*/ 12422 h 283552"/>
                <a:gd name="connsiteX7" fmla="*/ 354330 w 567076"/>
                <a:gd name="connsiteY7" fmla="*/ 5437 h 283552"/>
                <a:gd name="connsiteX8" fmla="*/ 344805 w 567076"/>
                <a:gd name="connsiteY8" fmla="*/ 55602 h 283552"/>
                <a:gd name="connsiteX9" fmla="*/ 353695 w 567076"/>
                <a:gd name="connsiteY9" fmla="*/ 107672 h 283552"/>
                <a:gd name="connsiteX10" fmla="*/ 345440 w 567076"/>
                <a:gd name="connsiteY10" fmla="*/ 137517 h 283552"/>
                <a:gd name="connsiteX11" fmla="*/ 344805 w 567076"/>
                <a:gd name="connsiteY11" fmla="*/ 141962 h 283552"/>
                <a:gd name="connsiteX12" fmla="*/ 125730 w 567076"/>
                <a:gd name="connsiteY12" fmla="*/ 190222 h 283552"/>
                <a:gd name="connsiteX13" fmla="*/ 12065 w 567076"/>
                <a:gd name="connsiteY13" fmla="*/ 184507 h 283552"/>
                <a:gd name="connsiteX14" fmla="*/ 0 w 567076"/>
                <a:gd name="connsiteY14" fmla="*/ 196572 h 283552"/>
                <a:gd name="connsiteX15" fmla="*/ 12065 w 567076"/>
                <a:gd name="connsiteY15" fmla="*/ 208637 h 283552"/>
                <a:gd name="connsiteX16" fmla="*/ 241935 w 567076"/>
                <a:gd name="connsiteY16" fmla="*/ 199112 h 283552"/>
                <a:gd name="connsiteX17" fmla="*/ 264795 w 567076"/>
                <a:gd name="connsiteY17" fmla="*/ 227687 h 283552"/>
                <a:gd name="connsiteX18" fmla="*/ 307340 w 567076"/>
                <a:gd name="connsiteY18" fmla="*/ 275312 h 283552"/>
                <a:gd name="connsiteX19" fmla="*/ 366395 w 567076"/>
                <a:gd name="connsiteY19" fmla="*/ 270232 h 283552"/>
                <a:gd name="connsiteX20" fmla="*/ 369570 w 567076"/>
                <a:gd name="connsiteY20" fmla="*/ 226417 h 283552"/>
                <a:gd name="connsiteX21" fmla="*/ 309245 w 567076"/>
                <a:gd name="connsiteY21" fmla="*/ 180697 h 283552"/>
                <a:gd name="connsiteX22" fmla="*/ 410210 w 567076"/>
                <a:gd name="connsiteY22" fmla="*/ 138787 h 283552"/>
                <a:gd name="connsiteX23" fmla="*/ 464820 w 567076"/>
                <a:gd name="connsiteY23" fmla="*/ 107037 h 283552"/>
                <a:gd name="connsiteX24" fmla="*/ 490220 w 567076"/>
                <a:gd name="connsiteY24" fmla="*/ 120372 h 283552"/>
                <a:gd name="connsiteX25" fmla="*/ 530860 w 567076"/>
                <a:gd name="connsiteY25" fmla="*/ 138152 h 283552"/>
                <a:gd name="connsiteX26" fmla="*/ 566420 w 567076"/>
                <a:gd name="connsiteY26" fmla="*/ 116562 h 283552"/>
                <a:gd name="connsiteX27" fmla="*/ 555625 w 567076"/>
                <a:gd name="connsiteY27" fmla="*/ 88622 h 283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67076" h="283552">
                  <a:moveTo>
                    <a:pt x="555625" y="88622"/>
                  </a:moveTo>
                  <a:cubicBezTo>
                    <a:pt x="542925" y="77192"/>
                    <a:pt x="525145" y="74017"/>
                    <a:pt x="508635" y="76557"/>
                  </a:cubicBezTo>
                  <a:cubicBezTo>
                    <a:pt x="513715" y="72747"/>
                    <a:pt x="516255" y="66397"/>
                    <a:pt x="512445" y="60047"/>
                  </a:cubicBezTo>
                  <a:cubicBezTo>
                    <a:pt x="509905" y="54967"/>
                    <a:pt x="501650" y="51792"/>
                    <a:pt x="495935" y="55602"/>
                  </a:cubicBezTo>
                  <a:cubicBezTo>
                    <a:pt x="464185" y="80367"/>
                    <a:pt x="429895" y="101322"/>
                    <a:pt x="394335" y="119737"/>
                  </a:cubicBezTo>
                  <a:cubicBezTo>
                    <a:pt x="405765" y="101322"/>
                    <a:pt x="412750" y="80367"/>
                    <a:pt x="413385" y="58777"/>
                  </a:cubicBezTo>
                  <a:cubicBezTo>
                    <a:pt x="413385" y="42267"/>
                    <a:pt x="410210" y="24487"/>
                    <a:pt x="398780" y="12422"/>
                  </a:cubicBezTo>
                  <a:cubicBezTo>
                    <a:pt x="387985" y="357"/>
                    <a:pt x="367665" y="-4723"/>
                    <a:pt x="354330" y="5437"/>
                  </a:cubicBezTo>
                  <a:cubicBezTo>
                    <a:pt x="340360" y="16232"/>
                    <a:pt x="340360" y="37822"/>
                    <a:pt x="344805" y="55602"/>
                  </a:cubicBezTo>
                  <a:cubicBezTo>
                    <a:pt x="349250" y="72747"/>
                    <a:pt x="357505" y="90527"/>
                    <a:pt x="353695" y="107672"/>
                  </a:cubicBezTo>
                  <a:cubicBezTo>
                    <a:pt x="351790" y="117832"/>
                    <a:pt x="346075" y="127357"/>
                    <a:pt x="345440" y="137517"/>
                  </a:cubicBezTo>
                  <a:cubicBezTo>
                    <a:pt x="344995" y="139212"/>
                    <a:pt x="344805" y="140692"/>
                    <a:pt x="344805" y="141962"/>
                  </a:cubicBezTo>
                  <a:cubicBezTo>
                    <a:pt x="275590" y="170537"/>
                    <a:pt x="200660" y="187047"/>
                    <a:pt x="125730" y="190222"/>
                  </a:cubicBezTo>
                  <a:cubicBezTo>
                    <a:pt x="87630" y="191492"/>
                    <a:pt x="49530" y="189587"/>
                    <a:pt x="12065" y="184507"/>
                  </a:cubicBezTo>
                  <a:cubicBezTo>
                    <a:pt x="5080" y="183872"/>
                    <a:pt x="0" y="190857"/>
                    <a:pt x="0" y="196572"/>
                  </a:cubicBezTo>
                  <a:cubicBezTo>
                    <a:pt x="0" y="204192"/>
                    <a:pt x="5080" y="208002"/>
                    <a:pt x="12065" y="208637"/>
                  </a:cubicBezTo>
                  <a:cubicBezTo>
                    <a:pt x="88265" y="218797"/>
                    <a:pt x="166370" y="214987"/>
                    <a:pt x="241935" y="199112"/>
                  </a:cubicBezTo>
                  <a:cubicBezTo>
                    <a:pt x="247650" y="209272"/>
                    <a:pt x="260350" y="220702"/>
                    <a:pt x="264795" y="227687"/>
                  </a:cubicBezTo>
                  <a:cubicBezTo>
                    <a:pt x="276860" y="245467"/>
                    <a:pt x="288925" y="264517"/>
                    <a:pt x="307340" y="275312"/>
                  </a:cubicBezTo>
                  <a:cubicBezTo>
                    <a:pt x="325755" y="286742"/>
                    <a:pt x="353060" y="287377"/>
                    <a:pt x="366395" y="270232"/>
                  </a:cubicBezTo>
                  <a:cubicBezTo>
                    <a:pt x="375920" y="258167"/>
                    <a:pt x="375285" y="240387"/>
                    <a:pt x="369570" y="226417"/>
                  </a:cubicBezTo>
                  <a:cubicBezTo>
                    <a:pt x="359410" y="202287"/>
                    <a:pt x="334645" y="187047"/>
                    <a:pt x="309245" y="180697"/>
                  </a:cubicBezTo>
                  <a:cubicBezTo>
                    <a:pt x="344170" y="169267"/>
                    <a:pt x="377825" y="155297"/>
                    <a:pt x="410210" y="138787"/>
                  </a:cubicBezTo>
                  <a:cubicBezTo>
                    <a:pt x="428816" y="129052"/>
                    <a:pt x="447040" y="118467"/>
                    <a:pt x="464820" y="107037"/>
                  </a:cubicBezTo>
                  <a:cubicBezTo>
                    <a:pt x="471170" y="113387"/>
                    <a:pt x="484505" y="116562"/>
                    <a:pt x="490220" y="120372"/>
                  </a:cubicBezTo>
                  <a:cubicBezTo>
                    <a:pt x="502920" y="127992"/>
                    <a:pt x="516255" y="136247"/>
                    <a:pt x="530860" y="138152"/>
                  </a:cubicBezTo>
                  <a:cubicBezTo>
                    <a:pt x="546100" y="139422"/>
                    <a:pt x="563245" y="131802"/>
                    <a:pt x="566420" y="116562"/>
                  </a:cubicBezTo>
                  <a:cubicBezTo>
                    <a:pt x="568960" y="106402"/>
                    <a:pt x="563880" y="95607"/>
                    <a:pt x="555625" y="88622"/>
                  </a:cubicBezTo>
                  <a:close/>
                </a:path>
              </a:pathLst>
            </a:custGeom>
            <a:solidFill>
              <a:srgbClr val="82ACF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38F6905-B376-57AD-C378-20B678510B95}"/>
                </a:ext>
              </a:extLst>
            </p:cNvPr>
            <p:cNvSpPr/>
            <p:nvPr/>
          </p:nvSpPr>
          <p:spPr>
            <a:xfrm>
              <a:off x="6713909" y="3358515"/>
              <a:ext cx="632919" cy="502311"/>
            </a:xfrm>
            <a:custGeom>
              <a:avLst/>
              <a:gdLst>
                <a:gd name="connsiteX0" fmla="*/ 621512 w 632919"/>
                <a:gd name="connsiteY0" fmla="*/ 53975 h 502311"/>
                <a:gd name="connsiteX1" fmla="*/ 568173 w 632919"/>
                <a:gd name="connsiteY1" fmla="*/ 43180 h 502311"/>
                <a:gd name="connsiteX2" fmla="*/ 545948 w 632919"/>
                <a:gd name="connsiteY2" fmla="*/ 50165 h 502311"/>
                <a:gd name="connsiteX3" fmla="*/ 553568 w 632919"/>
                <a:gd name="connsiteY3" fmla="*/ 34925 h 502311"/>
                <a:gd name="connsiteX4" fmla="*/ 532612 w 632919"/>
                <a:gd name="connsiteY4" fmla="*/ 22860 h 502311"/>
                <a:gd name="connsiteX5" fmla="*/ 461493 w 632919"/>
                <a:gd name="connsiteY5" fmla="*/ 139065 h 502311"/>
                <a:gd name="connsiteX6" fmla="*/ 480543 w 632919"/>
                <a:gd name="connsiteY6" fmla="*/ 71120 h 502311"/>
                <a:gd name="connsiteX7" fmla="*/ 476733 w 632919"/>
                <a:gd name="connsiteY7" fmla="*/ 12065 h 502311"/>
                <a:gd name="connsiteX8" fmla="*/ 448158 w 632919"/>
                <a:gd name="connsiteY8" fmla="*/ 0 h 502311"/>
                <a:gd name="connsiteX9" fmla="*/ 397993 w 632919"/>
                <a:gd name="connsiteY9" fmla="*/ 41275 h 502311"/>
                <a:gd name="connsiteX10" fmla="*/ 394818 w 632919"/>
                <a:gd name="connsiteY10" fmla="*/ 92075 h 502311"/>
                <a:gd name="connsiteX11" fmla="*/ 411962 w 632919"/>
                <a:gd name="connsiteY11" fmla="*/ 158115 h 502311"/>
                <a:gd name="connsiteX12" fmla="*/ 424027 w 632919"/>
                <a:gd name="connsiteY12" fmla="*/ 184785 h 502311"/>
                <a:gd name="connsiteX13" fmla="*/ 373227 w 632919"/>
                <a:gd name="connsiteY13" fmla="*/ 238760 h 502311"/>
                <a:gd name="connsiteX14" fmla="*/ 286868 w 632919"/>
                <a:gd name="connsiteY14" fmla="*/ 309880 h 502311"/>
                <a:gd name="connsiteX15" fmla="*/ 279248 w 632919"/>
                <a:gd name="connsiteY15" fmla="*/ 278765 h 502311"/>
                <a:gd name="connsiteX16" fmla="*/ 247498 w 632919"/>
                <a:gd name="connsiteY16" fmla="*/ 205740 h 502311"/>
                <a:gd name="connsiteX17" fmla="*/ 208127 w 632919"/>
                <a:gd name="connsiteY17" fmla="*/ 161290 h 502311"/>
                <a:gd name="connsiteX18" fmla="*/ 131927 w 632919"/>
                <a:gd name="connsiteY18" fmla="*/ 159385 h 502311"/>
                <a:gd name="connsiteX19" fmla="*/ 114783 w 632919"/>
                <a:gd name="connsiteY19" fmla="*/ 190500 h 502311"/>
                <a:gd name="connsiteX20" fmla="*/ 153518 w 632919"/>
                <a:gd name="connsiteY20" fmla="*/ 247650 h 502311"/>
                <a:gd name="connsiteX21" fmla="*/ 224637 w 632919"/>
                <a:gd name="connsiteY21" fmla="*/ 300355 h 502311"/>
                <a:gd name="connsiteX22" fmla="*/ 260198 w 632919"/>
                <a:gd name="connsiteY22" fmla="*/ 327660 h 502311"/>
                <a:gd name="connsiteX23" fmla="*/ 151613 w 632919"/>
                <a:gd name="connsiteY23" fmla="*/ 387985 h 502311"/>
                <a:gd name="connsiteX24" fmla="*/ 8738 w 632919"/>
                <a:gd name="connsiteY24" fmla="*/ 436245 h 502311"/>
                <a:gd name="connsiteX25" fmla="*/ 15088 w 632919"/>
                <a:gd name="connsiteY25" fmla="*/ 459105 h 502311"/>
                <a:gd name="connsiteX26" fmla="*/ 118593 w 632919"/>
                <a:gd name="connsiteY26" fmla="*/ 427355 h 502311"/>
                <a:gd name="connsiteX27" fmla="*/ 141452 w 632919"/>
                <a:gd name="connsiteY27" fmla="*/ 449580 h 502311"/>
                <a:gd name="connsiteX28" fmla="*/ 197968 w 632919"/>
                <a:gd name="connsiteY28" fmla="*/ 488315 h 502311"/>
                <a:gd name="connsiteX29" fmla="*/ 246862 w 632919"/>
                <a:gd name="connsiteY29" fmla="*/ 502285 h 502311"/>
                <a:gd name="connsiteX30" fmla="*/ 302743 w 632919"/>
                <a:gd name="connsiteY30" fmla="*/ 468630 h 502311"/>
                <a:gd name="connsiteX31" fmla="*/ 300837 w 632919"/>
                <a:gd name="connsiteY31" fmla="*/ 438150 h 502311"/>
                <a:gd name="connsiteX32" fmla="*/ 246227 w 632919"/>
                <a:gd name="connsiteY32" fmla="*/ 414655 h 502311"/>
                <a:gd name="connsiteX33" fmla="*/ 170663 w 632919"/>
                <a:gd name="connsiteY33" fmla="*/ 409575 h 502311"/>
                <a:gd name="connsiteX34" fmla="*/ 163677 w 632919"/>
                <a:gd name="connsiteY34" fmla="*/ 408940 h 502311"/>
                <a:gd name="connsiteX35" fmla="*/ 267183 w 632919"/>
                <a:gd name="connsiteY35" fmla="*/ 351790 h 502311"/>
                <a:gd name="connsiteX36" fmla="*/ 377037 w 632919"/>
                <a:gd name="connsiteY36" fmla="*/ 267335 h 502311"/>
                <a:gd name="connsiteX37" fmla="*/ 415137 w 632919"/>
                <a:gd name="connsiteY37" fmla="*/ 296545 h 502311"/>
                <a:gd name="connsiteX38" fmla="*/ 484987 w 632919"/>
                <a:gd name="connsiteY38" fmla="*/ 351155 h 502311"/>
                <a:gd name="connsiteX39" fmla="*/ 550393 w 632919"/>
                <a:gd name="connsiteY39" fmla="*/ 374015 h 502311"/>
                <a:gd name="connsiteX40" fmla="*/ 575793 w 632919"/>
                <a:gd name="connsiteY40" fmla="*/ 348615 h 502311"/>
                <a:gd name="connsiteX41" fmla="*/ 554203 w 632919"/>
                <a:gd name="connsiteY41" fmla="*/ 275590 h 502311"/>
                <a:gd name="connsiteX42" fmla="*/ 500862 w 632919"/>
                <a:gd name="connsiteY42" fmla="*/ 249555 h 502311"/>
                <a:gd name="connsiteX43" fmla="*/ 422123 w 632919"/>
                <a:gd name="connsiteY43" fmla="*/ 238125 h 502311"/>
                <a:gd name="connsiteX44" fmla="*/ 407518 w 632919"/>
                <a:gd name="connsiteY44" fmla="*/ 238125 h 502311"/>
                <a:gd name="connsiteX45" fmla="*/ 470383 w 632919"/>
                <a:gd name="connsiteY45" fmla="*/ 167005 h 502311"/>
                <a:gd name="connsiteX46" fmla="*/ 532612 w 632919"/>
                <a:gd name="connsiteY46" fmla="*/ 74295 h 502311"/>
                <a:gd name="connsiteX47" fmla="*/ 555473 w 632919"/>
                <a:gd name="connsiteY47" fmla="*/ 85725 h 502311"/>
                <a:gd name="connsiteX48" fmla="*/ 596748 w 632919"/>
                <a:gd name="connsiteY48" fmla="*/ 103505 h 502311"/>
                <a:gd name="connsiteX49" fmla="*/ 632308 w 632919"/>
                <a:gd name="connsiteY49" fmla="*/ 82550 h 502311"/>
                <a:gd name="connsiteX50" fmla="*/ 621512 w 632919"/>
                <a:gd name="connsiteY50" fmla="*/ 53975 h 502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632919" h="502311">
                  <a:moveTo>
                    <a:pt x="621512" y="53975"/>
                  </a:moveTo>
                  <a:cubicBezTo>
                    <a:pt x="607543" y="41910"/>
                    <a:pt x="586587" y="39370"/>
                    <a:pt x="568173" y="43180"/>
                  </a:cubicBezTo>
                  <a:cubicBezTo>
                    <a:pt x="562458" y="44450"/>
                    <a:pt x="554203" y="46990"/>
                    <a:pt x="545948" y="50165"/>
                  </a:cubicBezTo>
                  <a:cubicBezTo>
                    <a:pt x="548487" y="45085"/>
                    <a:pt x="551028" y="40005"/>
                    <a:pt x="553568" y="34925"/>
                  </a:cubicBezTo>
                  <a:cubicBezTo>
                    <a:pt x="560553" y="21590"/>
                    <a:pt x="539598" y="9525"/>
                    <a:pt x="532612" y="22860"/>
                  </a:cubicBezTo>
                  <a:cubicBezTo>
                    <a:pt x="512293" y="63500"/>
                    <a:pt x="488798" y="102235"/>
                    <a:pt x="461493" y="139065"/>
                  </a:cubicBezTo>
                  <a:cubicBezTo>
                    <a:pt x="467843" y="116205"/>
                    <a:pt x="474193" y="93554"/>
                    <a:pt x="480543" y="71120"/>
                  </a:cubicBezTo>
                  <a:cubicBezTo>
                    <a:pt x="486258" y="51435"/>
                    <a:pt x="491337" y="28575"/>
                    <a:pt x="476733" y="12065"/>
                  </a:cubicBezTo>
                  <a:cubicBezTo>
                    <a:pt x="469112" y="3810"/>
                    <a:pt x="458952" y="0"/>
                    <a:pt x="448158" y="0"/>
                  </a:cubicBezTo>
                  <a:cubicBezTo>
                    <a:pt x="423393" y="0"/>
                    <a:pt x="404977" y="19050"/>
                    <a:pt x="397993" y="41275"/>
                  </a:cubicBezTo>
                  <a:cubicBezTo>
                    <a:pt x="392277" y="57785"/>
                    <a:pt x="392277" y="74930"/>
                    <a:pt x="394818" y="92075"/>
                  </a:cubicBezTo>
                  <a:cubicBezTo>
                    <a:pt x="397358" y="114935"/>
                    <a:pt x="403708" y="137160"/>
                    <a:pt x="411962" y="158115"/>
                  </a:cubicBezTo>
                  <a:cubicBezTo>
                    <a:pt x="415773" y="166370"/>
                    <a:pt x="419583" y="175895"/>
                    <a:pt x="424027" y="184785"/>
                  </a:cubicBezTo>
                  <a:cubicBezTo>
                    <a:pt x="407962" y="203409"/>
                    <a:pt x="391008" y="221405"/>
                    <a:pt x="373227" y="238760"/>
                  </a:cubicBezTo>
                  <a:cubicBezTo>
                    <a:pt x="345923" y="264160"/>
                    <a:pt x="317348" y="288290"/>
                    <a:pt x="286868" y="309880"/>
                  </a:cubicBezTo>
                  <a:cubicBezTo>
                    <a:pt x="284327" y="299085"/>
                    <a:pt x="281787" y="288290"/>
                    <a:pt x="279248" y="278765"/>
                  </a:cubicBezTo>
                  <a:cubicBezTo>
                    <a:pt x="271627" y="253365"/>
                    <a:pt x="261468" y="228600"/>
                    <a:pt x="247498" y="205740"/>
                  </a:cubicBezTo>
                  <a:cubicBezTo>
                    <a:pt x="237337" y="188595"/>
                    <a:pt x="224637" y="172085"/>
                    <a:pt x="208127" y="161290"/>
                  </a:cubicBezTo>
                  <a:cubicBezTo>
                    <a:pt x="185902" y="146050"/>
                    <a:pt x="154788" y="141605"/>
                    <a:pt x="131927" y="159385"/>
                  </a:cubicBezTo>
                  <a:cubicBezTo>
                    <a:pt x="122402" y="167005"/>
                    <a:pt x="115418" y="178435"/>
                    <a:pt x="114783" y="190500"/>
                  </a:cubicBezTo>
                  <a:cubicBezTo>
                    <a:pt x="112877" y="216535"/>
                    <a:pt x="134468" y="233680"/>
                    <a:pt x="153518" y="247650"/>
                  </a:cubicBezTo>
                  <a:cubicBezTo>
                    <a:pt x="177203" y="265430"/>
                    <a:pt x="200952" y="283000"/>
                    <a:pt x="224637" y="300355"/>
                  </a:cubicBezTo>
                  <a:cubicBezTo>
                    <a:pt x="236702" y="308610"/>
                    <a:pt x="248133" y="318770"/>
                    <a:pt x="260198" y="327660"/>
                  </a:cubicBezTo>
                  <a:cubicBezTo>
                    <a:pt x="225908" y="350520"/>
                    <a:pt x="189712" y="370840"/>
                    <a:pt x="151613" y="387985"/>
                  </a:cubicBezTo>
                  <a:cubicBezTo>
                    <a:pt x="105893" y="408940"/>
                    <a:pt x="57633" y="424815"/>
                    <a:pt x="8738" y="436245"/>
                  </a:cubicBezTo>
                  <a:cubicBezTo>
                    <a:pt x="-6502" y="439420"/>
                    <a:pt x="-152" y="462915"/>
                    <a:pt x="15088" y="459105"/>
                  </a:cubicBezTo>
                  <a:cubicBezTo>
                    <a:pt x="50203" y="451059"/>
                    <a:pt x="84747" y="440480"/>
                    <a:pt x="118593" y="427355"/>
                  </a:cubicBezTo>
                  <a:cubicBezTo>
                    <a:pt x="125577" y="435610"/>
                    <a:pt x="133833" y="443230"/>
                    <a:pt x="141452" y="449580"/>
                  </a:cubicBezTo>
                  <a:cubicBezTo>
                    <a:pt x="158598" y="464820"/>
                    <a:pt x="177012" y="478155"/>
                    <a:pt x="197968" y="488315"/>
                  </a:cubicBezTo>
                  <a:cubicBezTo>
                    <a:pt x="213208" y="495935"/>
                    <a:pt x="229718" y="501650"/>
                    <a:pt x="246862" y="502285"/>
                  </a:cubicBezTo>
                  <a:cubicBezTo>
                    <a:pt x="269723" y="502920"/>
                    <a:pt x="294487" y="492125"/>
                    <a:pt x="302743" y="468630"/>
                  </a:cubicBezTo>
                  <a:cubicBezTo>
                    <a:pt x="305918" y="458470"/>
                    <a:pt x="305918" y="447040"/>
                    <a:pt x="300837" y="438150"/>
                  </a:cubicBezTo>
                  <a:cubicBezTo>
                    <a:pt x="290043" y="418465"/>
                    <a:pt x="267183" y="415925"/>
                    <a:pt x="246227" y="414655"/>
                  </a:cubicBezTo>
                  <a:cubicBezTo>
                    <a:pt x="221272" y="412959"/>
                    <a:pt x="196062" y="411270"/>
                    <a:pt x="170663" y="409575"/>
                  </a:cubicBezTo>
                  <a:cubicBezTo>
                    <a:pt x="168123" y="409149"/>
                    <a:pt x="165773" y="408940"/>
                    <a:pt x="163677" y="408940"/>
                  </a:cubicBezTo>
                  <a:cubicBezTo>
                    <a:pt x="199237" y="392430"/>
                    <a:pt x="234162" y="373380"/>
                    <a:pt x="267183" y="351790"/>
                  </a:cubicBezTo>
                  <a:cubicBezTo>
                    <a:pt x="306552" y="327025"/>
                    <a:pt x="342748" y="298450"/>
                    <a:pt x="377037" y="267335"/>
                  </a:cubicBezTo>
                  <a:cubicBezTo>
                    <a:pt x="389737" y="277495"/>
                    <a:pt x="403073" y="286385"/>
                    <a:pt x="415137" y="296545"/>
                  </a:cubicBezTo>
                  <a:cubicBezTo>
                    <a:pt x="438442" y="314750"/>
                    <a:pt x="461683" y="332949"/>
                    <a:pt x="484987" y="351155"/>
                  </a:cubicBezTo>
                  <a:cubicBezTo>
                    <a:pt x="503402" y="366395"/>
                    <a:pt x="525628" y="382270"/>
                    <a:pt x="550393" y="374015"/>
                  </a:cubicBezTo>
                  <a:cubicBezTo>
                    <a:pt x="561823" y="369570"/>
                    <a:pt x="571348" y="360045"/>
                    <a:pt x="575793" y="348615"/>
                  </a:cubicBezTo>
                  <a:cubicBezTo>
                    <a:pt x="587223" y="321945"/>
                    <a:pt x="574523" y="293370"/>
                    <a:pt x="554203" y="275590"/>
                  </a:cubicBezTo>
                  <a:cubicBezTo>
                    <a:pt x="538962" y="262890"/>
                    <a:pt x="519912" y="254635"/>
                    <a:pt x="500862" y="249555"/>
                  </a:cubicBezTo>
                  <a:cubicBezTo>
                    <a:pt x="475462" y="241935"/>
                    <a:pt x="448793" y="238760"/>
                    <a:pt x="422123" y="238125"/>
                  </a:cubicBezTo>
                  <a:cubicBezTo>
                    <a:pt x="417487" y="238125"/>
                    <a:pt x="412598" y="238125"/>
                    <a:pt x="407518" y="238125"/>
                  </a:cubicBezTo>
                  <a:cubicBezTo>
                    <a:pt x="429552" y="215690"/>
                    <a:pt x="450507" y="191979"/>
                    <a:pt x="470383" y="167005"/>
                  </a:cubicBezTo>
                  <a:cubicBezTo>
                    <a:pt x="493243" y="137795"/>
                    <a:pt x="514007" y="106889"/>
                    <a:pt x="532612" y="74295"/>
                  </a:cubicBezTo>
                  <a:cubicBezTo>
                    <a:pt x="538962" y="79375"/>
                    <a:pt x="551028" y="83185"/>
                    <a:pt x="555473" y="85725"/>
                  </a:cubicBezTo>
                  <a:cubicBezTo>
                    <a:pt x="568808" y="93345"/>
                    <a:pt x="582143" y="102235"/>
                    <a:pt x="596748" y="103505"/>
                  </a:cubicBezTo>
                  <a:cubicBezTo>
                    <a:pt x="611987" y="105410"/>
                    <a:pt x="629133" y="97155"/>
                    <a:pt x="632308" y="82550"/>
                  </a:cubicBezTo>
                  <a:cubicBezTo>
                    <a:pt x="634848" y="72390"/>
                    <a:pt x="629133" y="61595"/>
                    <a:pt x="621512" y="53975"/>
                  </a:cubicBezTo>
                  <a:close/>
                </a:path>
              </a:pathLst>
            </a:custGeom>
            <a:solidFill>
              <a:srgbClr val="0D5BD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9" name="Graphic 3">
              <a:extLst>
                <a:ext uri="{FF2B5EF4-FFF2-40B4-BE49-F238E27FC236}">
                  <a16:creationId xmlns:a16="http://schemas.microsoft.com/office/drawing/2014/main" id="{0C6F79D4-1C5F-2EA7-D551-D3E04CF7D834}"/>
                </a:ext>
              </a:extLst>
            </p:cNvPr>
            <p:cNvGrpSpPr/>
            <p:nvPr/>
          </p:nvGrpSpPr>
          <p:grpSpPr>
            <a:xfrm>
              <a:off x="2668806" y="1506855"/>
              <a:ext cx="4208145" cy="2952115"/>
              <a:chOff x="2668806" y="1506855"/>
              <a:chExt cx="4208145" cy="2952115"/>
            </a:xfrm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3A87406C-144C-B65C-CF39-91E1992FF103}"/>
                  </a:ext>
                </a:extLst>
              </p:cNvPr>
              <p:cNvSpPr/>
              <p:nvPr/>
            </p:nvSpPr>
            <p:spPr>
              <a:xfrm>
                <a:off x="2668806" y="1506855"/>
                <a:ext cx="4208145" cy="2952115"/>
              </a:xfrm>
              <a:custGeom>
                <a:avLst/>
                <a:gdLst>
                  <a:gd name="connsiteX0" fmla="*/ 4208145 w 4208145"/>
                  <a:gd name="connsiteY0" fmla="*/ 154305 h 2952115"/>
                  <a:gd name="connsiteX1" fmla="*/ 4208145 w 4208145"/>
                  <a:gd name="connsiteY1" fmla="*/ 2797175 h 2952115"/>
                  <a:gd name="connsiteX2" fmla="*/ 4053840 w 4208145"/>
                  <a:gd name="connsiteY2" fmla="*/ 2952115 h 2952115"/>
                  <a:gd name="connsiteX3" fmla="*/ 154940 w 4208145"/>
                  <a:gd name="connsiteY3" fmla="*/ 2952115 h 2952115"/>
                  <a:gd name="connsiteX4" fmla="*/ 0 w 4208145"/>
                  <a:gd name="connsiteY4" fmla="*/ 2797175 h 2952115"/>
                  <a:gd name="connsiteX5" fmla="*/ 0 w 4208145"/>
                  <a:gd name="connsiteY5" fmla="*/ 154305 h 2952115"/>
                  <a:gd name="connsiteX6" fmla="*/ 154940 w 4208145"/>
                  <a:gd name="connsiteY6" fmla="*/ 0 h 2952115"/>
                  <a:gd name="connsiteX7" fmla="*/ 4053840 w 4208145"/>
                  <a:gd name="connsiteY7" fmla="*/ 0 h 2952115"/>
                  <a:gd name="connsiteX8" fmla="*/ 4208145 w 4208145"/>
                  <a:gd name="connsiteY8" fmla="*/ 154305 h 2952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08145" h="2952115">
                    <a:moveTo>
                      <a:pt x="4208145" y="154305"/>
                    </a:moveTo>
                    <a:lnTo>
                      <a:pt x="4208145" y="2797175"/>
                    </a:lnTo>
                    <a:cubicBezTo>
                      <a:pt x="4208145" y="2882900"/>
                      <a:pt x="4138930" y="2952115"/>
                      <a:pt x="4053840" y="2952115"/>
                    </a:cubicBezTo>
                    <a:lnTo>
                      <a:pt x="154940" y="2952115"/>
                    </a:lnTo>
                    <a:cubicBezTo>
                      <a:pt x="69215" y="2952115"/>
                      <a:pt x="0" y="2882900"/>
                      <a:pt x="0" y="2797175"/>
                    </a:cubicBezTo>
                    <a:lnTo>
                      <a:pt x="0" y="154305"/>
                    </a:lnTo>
                    <a:cubicBezTo>
                      <a:pt x="0" y="69215"/>
                      <a:pt x="69215" y="0"/>
                      <a:pt x="154940" y="0"/>
                    </a:cubicBezTo>
                    <a:lnTo>
                      <a:pt x="4053840" y="0"/>
                    </a:lnTo>
                    <a:cubicBezTo>
                      <a:pt x="4138930" y="0"/>
                      <a:pt x="4208145" y="69215"/>
                      <a:pt x="4208145" y="154305"/>
                    </a:cubicBezTo>
                    <a:close/>
                  </a:path>
                </a:pathLst>
              </a:custGeom>
              <a:solidFill>
                <a:srgbClr val="CDDEFC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CF7647A9-1D3E-E9AC-C7A6-D91355AE11D8}"/>
                  </a:ext>
                </a:extLst>
              </p:cNvPr>
              <p:cNvSpPr/>
              <p:nvPr/>
            </p:nvSpPr>
            <p:spPr>
              <a:xfrm>
                <a:off x="2668806" y="1506855"/>
                <a:ext cx="4208145" cy="307340"/>
              </a:xfrm>
              <a:custGeom>
                <a:avLst/>
                <a:gdLst>
                  <a:gd name="connsiteX0" fmla="*/ 4208145 w 4208145"/>
                  <a:gd name="connsiteY0" fmla="*/ 154305 h 307340"/>
                  <a:gd name="connsiteX1" fmla="*/ 4208145 w 4208145"/>
                  <a:gd name="connsiteY1" fmla="*/ 307340 h 307340"/>
                  <a:gd name="connsiteX2" fmla="*/ 0 w 4208145"/>
                  <a:gd name="connsiteY2" fmla="*/ 307340 h 307340"/>
                  <a:gd name="connsiteX3" fmla="*/ 0 w 4208145"/>
                  <a:gd name="connsiteY3" fmla="*/ 154305 h 307340"/>
                  <a:gd name="connsiteX4" fmla="*/ 154940 w 4208145"/>
                  <a:gd name="connsiteY4" fmla="*/ 0 h 307340"/>
                  <a:gd name="connsiteX5" fmla="*/ 4053840 w 4208145"/>
                  <a:gd name="connsiteY5" fmla="*/ 0 h 307340"/>
                  <a:gd name="connsiteX6" fmla="*/ 4208145 w 4208145"/>
                  <a:gd name="connsiteY6" fmla="*/ 154305 h 30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08145" h="307340">
                    <a:moveTo>
                      <a:pt x="4208145" y="154305"/>
                    </a:moveTo>
                    <a:lnTo>
                      <a:pt x="4208145" y="307340"/>
                    </a:lnTo>
                    <a:lnTo>
                      <a:pt x="0" y="307340"/>
                    </a:lnTo>
                    <a:lnTo>
                      <a:pt x="0" y="154305"/>
                    </a:lnTo>
                    <a:cubicBezTo>
                      <a:pt x="0" y="69215"/>
                      <a:pt x="69215" y="0"/>
                      <a:pt x="154940" y="0"/>
                    </a:cubicBezTo>
                    <a:lnTo>
                      <a:pt x="4053840" y="0"/>
                    </a:lnTo>
                    <a:cubicBezTo>
                      <a:pt x="4138930" y="0"/>
                      <a:pt x="4208145" y="69215"/>
                      <a:pt x="4208145" y="154305"/>
                    </a:cubicBezTo>
                    <a:close/>
                  </a:path>
                </a:pathLst>
              </a:custGeom>
              <a:solidFill>
                <a:srgbClr val="82ACF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AF732094-B7A6-AF7C-7CFA-AB605B6AE6AD}"/>
                  </a:ext>
                </a:extLst>
              </p:cNvPr>
              <p:cNvSpPr/>
              <p:nvPr/>
            </p:nvSpPr>
            <p:spPr>
              <a:xfrm>
                <a:off x="5432327" y="2209800"/>
                <a:ext cx="1133475" cy="102235"/>
              </a:xfrm>
              <a:custGeom>
                <a:avLst/>
                <a:gdLst>
                  <a:gd name="connsiteX0" fmla="*/ 1133475 w 1133475"/>
                  <a:gd name="connsiteY0" fmla="*/ 102235 h 102235"/>
                  <a:gd name="connsiteX1" fmla="*/ 0 w 1133475"/>
                  <a:gd name="connsiteY1" fmla="*/ 102235 h 102235"/>
                  <a:gd name="connsiteX2" fmla="*/ 0 w 1133475"/>
                  <a:gd name="connsiteY2" fmla="*/ 0 h 102235"/>
                  <a:gd name="connsiteX3" fmla="*/ 1133475 w 1133475"/>
                  <a:gd name="connsiteY3" fmla="*/ 0 h 102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33475" h="102235">
                    <a:moveTo>
                      <a:pt x="1133475" y="102235"/>
                    </a:moveTo>
                    <a:lnTo>
                      <a:pt x="0" y="102235"/>
                    </a:lnTo>
                    <a:lnTo>
                      <a:pt x="0" y="0"/>
                    </a:lnTo>
                    <a:lnTo>
                      <a:pt x="1133475" y="0"/>
                    </a:lnTo>
                    <a:close/>
                  </a:path>
                </a:pathLst>
              </a:custGeom>
              <a:solidFill>
                <a:srgbClr val="82ACF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088394BE-E0BF-012E-72CF-38A32F34332A}"/>
                  </a:ext>
                </a:extLst>
              </p:cNvPr>
              <p:cNvSpPr/>
              <p:nvPr/>
            </p:nvSpPr>
            <p:spPr>
              <a:xfrm>
                <a:off x="5327552" y="2427604"/>
                <a:ext cx="1343025" cy="102235"/>
              </a:xfrm>
              <a:custGeom>
                <a:avLst/>
                <a:gdLst>
                  <a:gd name="connsiteX0" fmla="*/ 1343025 w 1343025"/>
                  <a:gd name="connsiteY0" fmla="*/ 102235 h 102235"/>
                  <a:gd name="connsiteX1" fmla="*/ 0 w 1343025"/>
                  <a:gd name="connsiteY1" fmla="*/ 102235 h 102235"/>
                  <a:gd name="connsiteX2" fmla="*/ 0 w 1343025"/>
                  <a:gd name="connsiteY2" fmla="*/ 0 h 102235"/>
                  <a:gd name="connsiteX3" fmla="*/ 1343025 w 1343025"/>
                  <a:gd name="connsiteY3" fmla="*/ 0 h 102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3025" h="102235">
                    <a:moveTo>
                      <a:pt x="1343025" y="102235"/>
                    </a:moveTo>
                    <a:lnTo>
                      <a:pt x="0" y="102235"/>
                    </a:lnTo>
                    <a:lnTo>
                      <a:pt x="0" y="0"/>
                    </a:lnTo>
                    <a:lnTo>
                      <a:pt x="1343025" y="0"/>
                    </a:lnTo>
                    <a:close/>
                  </a:path>
                </a:pathLst>
              </a:custGeom>
              <a:solidFill>
                <a:srgbClr val="82ACF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C8A4E478-BE9E-3A05-EFD9-568963D7CD4D}"/>
                  </a:ext>
                </a:extLst>
              </p:cNvPr>
              <p:cNvSpPr/>
              <p:nvPr/>
            </p:nvSpPr>
            <p:spPr>
              <a:xfrm>
                <a:off x="5482492" y="2743200"/>
                <a:ext cx="1188084" cy="12700"/>
              </a:xfrm>
              <a:custGeom>
                <a:avLst/>
                <a:gdLst>
                  <a:gd name="connsiteX0" fmla="*/ 1188085 w 1188084"/>
                  <a:gd name="connsiteY0" fmla="*/ 12700 h 12700"/>
                  <a:gd name="connsiteX1" fmla="*/ 0 w 1188084"/>
                  <a:gd name="connsiteY1" fmla="*/ 12700 h 12700"/>
                  <a:gd name="connsiteX2" fmla="*/ 0 w 1188084"/>
                  <a:gd name="connsiteY2" fmla="*/ 0 h 12700"/>
                  <a:gd name="connsiteX3" fmla="*/ 1188085 w 1188084"/>
                  <a:gd name="connsiteY3" fmla="*/ 0 h 12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8084" h="12700">
                    <a:moveTo>
                      <a:pt x="1188085" y="12700"/>
                    </a:moveTo>
                    <a:lnTo>
                      <a:pt x="0" y="12700"/>
                    </a:lnTo>
                    <a:lnTo>
                      <a:pt x="0" y="0"/>
                    </a:lnTo>
                    <a:lnTo>
                      <a:pt x="1188085" y="0"/>
                    </a:lnTo>
                    <a:close/>
                  </a:path>
                </a:pathLst>
              </a:custGeom>
              <a:solidFill>
                <a:srgbClr val="82ACF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BB45BE03-F55D-1D48-D479-FEDBEFD5909B}"/>
                  </a:ext>
                </a:extLst>
              </p:cNvPr>
              <p:cNvSpPr/>
              <p:nvPr/>
            </p:nvSpPr>
            <p:spPr>
              <a:xfrm>
                <a:off x="5327552" y="2914014"/>
                <a:ext cx="1343025" cy="12700"/>
              </a:xfrm>
              <a:custGeom>
                <a:avLst/>
                <a:gdLst>
                  <a:gd name="connsiteX0" fmla="*/ 1343025 w 1343025"/>
                  <a:gd name="connsiteY0" fmla="*/ 12700 h 12700"/>
                  <a:gd name="connsiteX1" fmla="*/ 0 w 1343025"/>
                  <a:gd name="connsiteY1" fmla="*/ 12700 h 12700"/>
                  <a:gd name="connsiteX2" fmla="*/ 0 w 1343025"/>
                  <a:gd name="connsiteY2" fmla="*/ 0 h 12700"/>
                  <a:gd name="connsiteX3" fmla="*/ 1343025 w 1343025"/>
                  <a:gd name="connsiteY3" fmla="*/ 0 h 12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3025" h="12700">
                    <a:moveTo>
                      <a:pt x="1343025" y="12700"/>
                    </a:moveTo>
                    <a:lnTo>
                      <a:pt x="0" y="12700"/>
                    </a:lnTo>
                    <a:lnTo>
                      <a:pt x="0" y="0"/>
                    </a:lnTo>
                    <a:lnTo>
                      <a:pt x="1343025" y="0"/>
                    </a:lnTo>
                    <a:close/>
                  </a:path>
                </a:pathLst>
              </a:custGeom>
              <a:solidFill>
                <a:srgbClr val="82ACF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5F4770B7-B832-8FF6-55E8-C0C07152A6D7}"/>
                  </a:ext>
                </a:extLst>
              </p:cNvPr>
              <p:cNvSpPr/>
              <p:nvPr/>
            </p:nvSpPr>
            <p:spPr>
              <a:xfrm>
                <a:off x="5327552" y="3085464"/>
                <a:ext cx="1343025" cy="12700"/>
              </a:xfrm>
              <a:custGeom>
                <a:avLst/>
                <a:gdLst>
                  <a:gd name="connsiteX0" fmla="*/ 1343025 w 1343025"/>
                  <a:gd name="connsiteY0" fmla="*/ 12700 h 12700"/>
                  <a:gd name="connsiteX1" fmla="*/ 0 w 1343025"/>
                  <a:gd name="connsiteY1" fmla="*/ 12700 h 12700"/>
                  <a:gd name="connsiteX2" fmla="*/ 0 w 1343025"/>
                  <a:gd name="connsiteY2" fmla="*/ 0 h 12700"/>
                  <a:gd name="connsiteX3" fmla="*/ 1343025 w 1343025"/>
                  <a:gd name="connsiteY3" fmla="*/ 0 h 12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3025" h="12700">
                    <a:moveTo>
                      <a:pt x="1343025" y="12700"/>
                    </a:moveTo>
                    <a:lnTo>
                      <a:pt x="0" y="12700"/>
                    </a:lnTo>
                    <a:lnTo>
                      <a:pt x="0" y="0"/>
                    </a:lnTo>
                    <a:lnTo>
                      <a:pt x="1343025" y="0"/>
                    </a:lnTo>
                    <a:close/>
                  </a:path>
                </a:pathLst>
              </a:custGeom>
              <a:solidFill>
                <a:srgbClr val="82ACF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BC3EAAFA-8D26-DB8B-521F-5C8CD23E8916}"/>
                  </a:ext>
                </a:extLst>
              </p:cNvPr>
              <p:cNvSpPr/>
              <p:nvPr/>
            </p:nvSpPr>
            <p:spPr>
              <a:xfrm>
                <a:off x="5327552" y="3256279"/>
                <a:ext cx="1343025" cy="12700"/>
              </a:xfrm>
              <a:custGeom>
                <a:avLst/>
                <a:gdLst>
                  <a:gd name="connsiteX0" fmla="*/ 1343025 w 1343025"/>
                  <a:gd name="connsiteY0" fmla="*/ 12700 h 12700"/>
                  <a:gd name="connsiteX1" fmla="*/ 0 w 1343025"/>
                  <a:gd name="connsiteY1" fmla="*/ 12700 h 12700"/>
                  <a:gd name="connsiteX2" fmla="*/ 0 w 1343025"/>
                  <a:gd name="connsiteY2" fmla="*/ 0 h 12700"/>
                  <a:gd name="connsiteX3" fmla="*/ 1343025 w 1343025"/>
                  <a:gd name="connsiteY3" fmla="*/ 0 h 12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3025" h="12700">
                    <a:moveTo>
                      <a:pt x="1343025" y="12700"/>
                    </a:moveTo>
                    <a:lnTo>
                      <a:pt x="0" y="12700"/>
                    </a:lnTo>
                    <a:lnTo>
                      <a:pt x="0" y="0"/>
                    </a:lnTo>
                    <a:lnTo>
                      <a:pt x="1343025" y="0"/>
                    </a:lnTo>
                    <a:close/>
                  </a:path>
                </a:pathLst>
              </a:custGeom>
              <a:solidFill>
                <a:srgbClr val="82ACF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E491D96F-6F82-4B4C-E508-0468AE22A528}"/>
                  </a:ext>
                </a:extLst>
              </p:cNvPr>
              <p:cNvSpPr/>
              <p:nvPr/>
            </p:nvSpPr>
            <p:spPr>
              <a:xfrm>
                <a:off x="5327552" y="3427095"/>
                <a:ext cx="1343025" cy="12700"/>
              </a:xfrm>
              <a:custGeom>
                <a:avLst/>
                <a:gdLst>
                  <a:gd name="connsiteX0" fmla="*/ 1343025 w 1343025"/>
                  <a:gd name="connsiteY0" fmla="*/ 12700 h 12700"/>
                  <a:gd name="connsiteX1" fmla="*/ 0 w 1343025"/>
                  <a:gd name="connsiteY1" fmla="*/ 12700 h 12700"/>
                  <a:gd name="connsiteX2" fmla="*/ 0 w 1343025"/>
                  <a:gd name="connsiteY2" fmla="*/ 0 h 12700"/>
                  <a:gd name="connsiteX3" fmla="*/ 1343025 w 1343025"/>
                  <a:gd name="connsiteY3" fmla="*/ 0 h 12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3025" h="12700">
                    <a:moveTo>
                      <a:pt x="1343025" y="12700"/>
                    </a:moveTo>
                    <a:lnTo>
                      <a:pt x="0" y="12700"/>
                    </a:lnTo>
                    <a:lnTo>
                      <a:pt x="0" y="0"/>
                    </a:lnTo>
                    <a:lnTo>
                      <a:pt x="1343025" y="0"/>
                    </a:lnTo>
                    <a:close/>
                  </a:path>
                </a:pathLst>
              </a:custGeom>
              <a:solidFill>
                <a:srgbClr val="82ACF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7E72797-C62F-4B11-4199-F0566AA6CB4F}"/>
                </a:ext>
              </a:extLst>
            </p:cNvPr>
            <p:cNvSpPr/>
            <p:nvPr/>
          </p:nvSpPr>
          <p:spPr>
            <a:xfrm>
              <a:off x="1415316" y="5430520"/>
              <a:ext cx="5955029" cy="281304"/>
            </a:xfrm>
            <a:custGeom>
              <a:avLst/>
              <a:gdLst>
                <a:gd name="connsiteX0" fmla="*/ 5955030 w 5955029"/>
                <a:gd name="connsiteY0" fmla="*/ 77470 h 281304"/>
                <a:gd name="connsiteX1" fmla="*/ 5955030 w 5955029"/>
                <a:gd name="connsiteY1" fmla="*/ 203200 h 281304"/>
                <a:gd name="connsiteX2" fmla="*/ 5877560 w 5955029"/>
                <a:gd name="connsiteY2" fmla="*/ 281305 h 281304"/>
                <a:gd name="connsiteX3" fmla="*/ 77470 w 5955029"/>
                <a:gd name="connsiteY3" fmla="*/ 281305 h 281304"/>
                <a:gd name="connsiteX4" fmla="*/ 0 w 5955029"/>
                <a:gd name="connsiteY4" fmla="*/ 203200 h 281304"/>
                <a:gd name="connsiteX5" fmla="*/ 0 w 5955029"/>
                <a:gd name="connsiteY5" fmla="*/ 77470 h 281304"/>
                <a:gd name="connsiteX6" fmla="*/ 77470 w 5955029"/>
                <a:gd name="connsiteY6" fmla="*/ 0 h 281304"/>
                <a:gd name="connsiteX7" fmla="*/ 5877560 w 5955029"/>
                <a:gd name="connsiteY7" fmla="*/ 0 h 281304"/>
                <a:gd name="connsiteX8" fmla="*/ 5955030 w 5955029"/>
                <a:gd name="connsiteY8" fmla="*/ 77470 h 281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55029" h="281304">
                  <a:moveTo>
                    <a:pt x="5955030" y="77470"/>
                  </a:moveTo>
                  <a:lnTo>
                    <a:pt x="5955030" y="203200"/>
                  </a:lnTo>
                  <a:cubicBezTo>
                    <a:pt x="5955030" y="246380"/>
                    <a:pt x="5920105" y="281305"/>
                    <a:pt x="5877560" y="281305"/>
                  </a:cubicBezTo>
                  <a:lnTo>
                    <a:pt x="77470" y="281305"/>
                  </a:lnTo>
                  <a:cubicBezTo>
                    <a:pt x="34925" y="281305"/>
                    <a:pt x="0" y="246380"/>
                    <a:pt x="0" y="203200"/>
                  </a:cubicBezTo>
                  <a:lnTo>
                    <a:pt x="0" y="77470"/>
                  </a:lnTo>
                  <a:cubicBezTo>
                    <a:pt x="0" y="34925"/>
                    <a:pt x="34925" y="0"/>
                    <a:pt x="77470" y="0"/>
                  </a:cubicBezTo>
                  <a:lnTo>
                    <a:pt x="5877560" y="0"/>
                  </a:lnTo>
                  <a:cubicBezTo>
                    <a:pt x="5920105" y="0"/>
                    <a:pt x="5955030" y="34925"/>
                    <a:pt x="5955030" y="77470"/>
                  </a:cubicBezTo>
                  <a:close/>
                </a:path>
              </a:pathLst>
            </a:custGeom>
            <a:solidFill>
              <a:srgbClr val="82ACF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40" name="Graphic 3">
              <a:extLst>
                <a:ext uri="{FF2B5EF4-FFF2-40B4-BE49-F238E27FC236}">
                  <a16:creationId xmlns:a16="http://schemas.microsoft.com/office/drawing/2014/main" id="{C5FCF782-FB20-42D2-CF10-43D732B16D00}"/>
                </a:ext>
              </a:extLst>
            </p:cNvPr>
            <p:cNvGrpSpPr/>
            <p:nvPr/>
          </p:nvGrpSpPr>
          <p:grpSpPr>
            <a:xfrm>
              <a:off x="1128010" y="1611697"/>
              <a:ext cx="5302824" cy="3818822"/>
              <a:chOff x="1128010" y="1611697"/>
              <a:chExt cx="5302824" cy="3818822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1516B92E-22B2-03CE-3C39-C693AC20A457}"/>
                  </a:ext>
                </a:extLst>
              </p:cNvPr>
              <p:cNvSpPr/>
              <p:nvPr/>
            </p:nvSpPr>
            <p:spPr>
              <a:xfrm>
                <a:off x="1344832" y="1857375"/>
                <a:ext cx="4543424" cy="3148329"/>
              </a:xfrm>
              <a:custGeom>
                <a:avLst/>
                <a:gdLst>
                  <a:gd name="connsiteX0" fmla="*/ 4543425 w 4543424"/>
                  <a:gd name="connsiteY0" fmla="*/ 153670 h 3148329"/>
                  <a:gd name="connsiteX1" fmla="*/ 4543425 w 4543424"/>
                  <a:gd name="connsiteY1" fmla="*/ 2994660 h 3148329"/>
                  <a:gd name="connsiteX2" fmla="*/ 4517390 w 4543424"/>
                  <a:gd name="connsiteY2" fmla="*/ 3080385 h 3148329"/>
                  <a:gd name="connsiteX3" fmla="*/ 4389755 w 4543424"/>
                  <a:gd name="connsiteY3" fmla="*/ 3148330 h 3148329"/>
                  <a:gd name="connsiteX4" fmla="*/ 153670 w 4543424"/>
                  <a:gd name="connsiteY4" fmla="*/ 3148330 h 3148329"/>
                  <a:gd name="connsiteX5" fmla="*/ 0 w 4543424"/>
                  <a:gd name="connsiteY5" fmla="*/ 2994660 h 3148329"/>
                  <a:gd name="connsiteX6" fmla="*/ 0 w 4543424"/>
                  <a:gd name="connsiteY6" fmla="*/ 153670 h 3148329"/>
                  <a:gd name="connsiteX7" fmla="*/ 153670 w 4543424"/>
                  <a:gd name="connsiteY7" fmla="*/ 0 h 3148329"/>
                  <a:gd name="connsiteX8" fmla="*/ 4389755 w 4543424"/>
                  <a:gd name="connsiteY8" fmla="*/ 0 h 3148329"/>
                  <a:gd name="connsiteX9" fmla="*/ 4543425 w 4543424"/>
                  <a:gd name="connsiteY9" fmla="*/ 153670 h 3148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543424" h="3148329">
                    <a:moveTo>
                      <a:pt x="4543425" y="153670"/>
                    </a:moveTo>
                    <a:lnTo>
                      <a:pt x="4543425" y="2994660"/>
                    </a:lnTo>
                    <a:cubicBezTo>
                      <a:pt x="4543425" y="3026410"/>
                      <a:pt x="4533900" y="3055620"/>
                      <a:pt x="4517390" y="3080385"/>
                    </a:cubicBezTo>
                    <a:cubicBezTo>
                      <a:pt x="4490085" y="3121660"/>
                      <a:pt x="4443095" y="3148330"/>
                      <a:pt x="4389755" y="3148330"/>
                    </a:cubicBezTo>
                    <a:lnTo>
                      <a:pt x="153670" y="3148330"/>
                    </a:lnTo>
                    <a:cubicBezTo>
                      <a:pt x="68580" y="3148330"/>
                      <a:pt x="0" y="3079750"/>
                      <a:pt x="0" y="2994660"/>
                    </a:cubicBezTo>
                    <a:lnTo>
                      <a:pt x="0" y="153670"/>
                    </a:lnTo>
                    <a:cubicBezTo>
                      <a:pt x="0" y="69215"/>
                      <a:pt x="68580" y="0"/>
                      <a:pt x="153670" y="0"/>
                    </a:cubicBezTo>
                    <a:lnTo>
                      <a:pt x="4389755" y="0"/>
                    </a:lnTo>
                    <a:cubicBezTo>
                      <a:pt x="4474210" y="0"/>
                      <a:pt x="4543425" y="69215"/>
                      <a:pt x="4543425" y="153670"/>
                    </a:cubicBezTo>
                    <a:close/>
                  </a:path>
                </a:pathLst>
              </a:custGeom>
              <a:solidFill>
                <a:srgbClr val="0D5BD9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10BD9A28-F1CF-39E5-D882-3DEED5642333}"/>
                  </a:ext>
                </a:extLst>
              </p:cNvPr>
              <p:cNvSpPr/>
              <p:nvPr/>
            </p:nvSpPr>
            <p:spPr>
              <a:xfrm>
                <a:off x="1344832" y="1857375"/>
                <a:ext cx="4517390" cy="3148329"/>
              </a:xfrm>
              <a:custGeom>
                <a:avLst/>
                <a:gdLst>
                  <a:gd name="connsiteX0" fmla="*/ 4517390 w 4517390"/>
                  <a:gd name="connsiteY0" fmla="*/ 3080385 h 3148329"/>
                  <a:gd name="connsiteX1" fmla="*/ 4389755 w 4517390"/>
                  <a:gd name="connsiteY1" fmla="*/ 3148330 h 3148329"/>
                  <a:gd name="connsiteX2" fmla="*/ 153670 w 4517390"/>
                  <a:gd name="connsiteY2" fmla="*/ 3148330 h 3148329"/>
                  <a:gd name="connsiteX3" fmla="*/ 0 w 4517390"/>
                  <a:gd name="connsiteY3" fmla="*/ 2994660 h 3148329"/>
                  <a:gd name="connsiteX4" fmla="*/ 0 w 4517390"/>
                  <a:gd name="connsiteY4" fmla="*/ 153670 h 3148329"/>
                  <a:gd name="connsiteX5" fmla="*/ 153670 w 4517390"/>
                  <a:gd name="connsiteY5" fmla="*/ 0 h 3148329"/>
                  <a:gd name="connsiteX6" fmla="*/ 1437640 w 4517390"/>
                  <a:gd name="connsiteY6" fmla="*/ 0 h 3148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17390" h="3148329">
                    <a:moveTo>
                      <a:pt x="4517390" y="3080385"/>
                    </a:moveTo>
                    <a:cubicBezTo>
                      <a:pt x="4490085" y="3121660"/>
                      <a:pt x="4443095" y="3148330"/>
                      <a:pt x="4389755" y="3148330"/>
                    </a:cubicBezTo>
                    <a:lnTo>
                      <a:pt x="153670" y="3148330"/>
                    </a:lnTo>
                    <a:cubicBezTo>
                      <a:pt x="68580" y="3148330"/>
                      <a:pt x="0" y="3079750"/>
                      <a:pt x="0" y="2994660"/>
                    </a:cubicBezTo>
                    <a:lnTo>
                      <a:pt x="0" y="153670"/>
                    </a:lnTo>
                    <a:cubicBezTo>
                      <a:pt x="0" y="69215"/>
                      <a:pt x="68580" y="0"/>
                      <a:pt x="153670" y="0"/>
                    </a:cubicBezTo>
                    <a:lnTo>
                      <a:pt x="1437640" y="0"/>
                    </a:lnTo>
                    <a:close/>
                  </a:path>
                </a:pathLst>
              </a:custGeom>
              <a:solidFill>
                <a:srgbClr val="0541A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967446AB-37C2-CA77-4757-B1C793D9076D}"/>
                  </a:ext>
                </a:extLst>
              </p:cNvPr>
              <p:cNvSpPr/>
              <p:nvPr/>
            </p:nvSpPr>
            <p:spPr>
              <a:xfrm>
                <a:off x="3428902" y="5005704"/>
                <a:ext cx="375284" cy="294640"/>
              </a:xfrm>
              <a:custGeom>
                <a:avLst/>
                <a:gdLst>
                  <a:gd name="connsiteX0" fmla="*/ 276860 w 375284"/>
                  <a:gd name="connsiteY0" fmla="*/ 294640 h 294640"/>
                  <a:gd name="connsiteX1" fmla="*/ 97790 w 375284"/>
                  <a:gd name="connsiteY1" fmla="*/ 294640 h 294640"/>
                  <a:gd name="connsiteX2" fmla="*/ 0 w 375284"/>
                  <a:gd name="connsiteY2" fmla="*/ 0 h 294640"/>
                  <a:gd name="connsiteX3" fmla="*/ 375285 w 375284"/>
                  <a:gd name="connsiteY3" fmla="*/ 0 h 294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5284" h="294640">
                    <a:moveTo>
                      <a:pt x="276860" y="294640"/>
                    </a:moveTo>
                    <a:lnTo>
                      <a:pt x="97790" y="294640"/>
                    </a:lnTo>
                    <a:lnTo>
                      <a:pt x="0" y="0"/>
                    </a:lnTo>
                    <a:lnTo>
                      <a:pt x="375285" y="0"/>
                    </a:lnTo>
                    <a:close/>
                  </a:path>
                </a:pathLst>
              </a:custGeom>
              <a:solidFill>
                <a:srgbClr val="0D5BD9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6E62D96F-8F1B-79F8-F0F2-E7DFF5FAC5C9}"/>
                  </a:ext>
                </a:extLst>
              </p:cNvPr>
              <p:cNvSpPr/>
              <p:nvPr/>
            </p:nvSpPr>
            <p:spPr>
              <a:xfrm>
                <a:off x="3106956" y="5300345"/>
                <a:ext cx="1019175" cy="130175"/>
              </a:xfrm>
              <a:custGeom>
                <a:avLst/>
                <a:gdLst>
                  <a:gd name="connsiteX0" fmla="*/ 1019175 w 1019175"/>
                  <a:gd name="connsiteY0" fmla="*/ 130175 h 130175"/>
                  <a:gd name="connsiteX1" fmla="*/ 0 w 1019175"/>
                  <a:gd name="connsiteY1" fmla="*/ 130175 h 130175"/>
                  <a:gd name="connsiteX2" fmla="*/ 0 w 1019175"/>
                  <a:gd name="connsiteY2" fmla="*/ 0 h 130175"/>
                  <a:gd name="connsiteX3" fmla="*/ 1019175 w 1019175"/>
                  <a:gd name="connsiteY3" fmla="*/ 0 h 130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9175" h="130175">
                    <a:moveTo>
                      <a:pt x="1019175" y="130175"/>
                    </a:moveTo>
                    <a:lnTo>
                      <a:pt x="0" y="130175"/>
                    </a:lnTo>
                    <a:lnTo>
                      <a:pt x="0" y="0"/>
                    </a:lnTo>
                    <a:lnTo>
                      <a:pt x="1019175" y="0"/>
                    </a:lnTo>
                    <a:close/>
                  </a:path>
                </a:pathLst>
              </a:custGeom>
              <a:solidFill>
                <a:srgbClr val="0D5BD9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7A465CE2-0C00-3159-BF56-C065CC961752}"/>
                  </a:ext>
                </a:extLst>
              </p:cNvPr>
              <p:cNvSpPr/>
              <p:nvPr/>
            </p:nvSpPr>
            <p:spPr>
              <a:xfrm>
                <a:off x="3428902" y="5005704"/>
                <a:ext cx="375284" cy="153035"/>
              </a:xfrm>
              <a:custGeom>
                <a:avLst/>
                <a:gdLst>
                  <a:gd name="connsiteX0" fmla="*/ 0 w 375284"/>
                  <a:gd name="connsiteY0" fmla="*/ 0 h 153035"/>
                  <a:gd name="connsiteX1" fmla="*/ 27305 w 375284"/>
                  <a:gd name="connsiteY1" fmla="*/ 81915 h 153035"/>
                  <a:gd name="connsiteX2" fmla="*/ 324485 w 375284"/>
                  <a:gd name="connsiteY2" fmla="*/ 153035 h 153035"/>
                  <a:gd name="connsiteX3" fmla="*/ 375285 w 375284"/>
                  <a:gd name="connsiteY3" fmla="*/ 0 h 153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5284" h="153035">
                    <a:moveTo>
                      <a:pt x="0" y="0"/>
                    </a:moveTo>
                    <a:lnTo>
                      <a:pt x="27305" y="81915"/>
                    </a:lnTo>
                    <a:lnTo>
                      <a:pt x="324485" y="153035"/>
                    </a:lnTo>
                    <a:lnTo>
                      <a:pt x="375285" y="0"/>
                    </a:lnTo>
                    <a:close/>
                  </a:path>
                </a:pathLst>
              </a:custGeom>
              <a:solidFill>
                <a:srgbClr val="0541A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92370BE3-D0D5-E48E-4CAA-3CAE9DEA4417}"/>
                  </a:ext>
                </a:extLst>
              </p:cNvPr>
              <p:cNvSpPr/>
              <p:nvPr/>
            </p:nvSpPr>
            <p:spPr>
              <a:xfrm>
                <a:off x="3106956" y="5356225"/>
                <a:ext cx="1019175" cy="74295"/>
              </a:xfrm>
              <a:custGeom>
                <a:avLst/>
                <a:gdLst>
                  <a:gd name="connsiteX0" fmla="*/ 0 w 1019175"/>
                  <a:gd name="connsiteY0" fmla="*/ 0 h 74295"/>
                  <a:gd name="connsiteX1" fmla="*/ 1019175 w 1019175"/>
                  <a:gd name="connsiteY1" fmla="*/ 38735 h 74295"/>
                  <a:gd name="connsiteX2" fmla="*/ 1019175 w 1019175"/>
                  <a:gd name="connsiteY2" fmla="*/ 74295 h 74295"/>
                  <a:gd name="connsiteX3" fmla="*/ 0 w 1019175"/>
                  <a:gd name="connsiteY3" fmla="*/ 74295 h 742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9175" h="74295">
                    <a:moveTo>
                      <a:pt x="0" y="0"/>
                    </a:moveTo>
                    <a:lnTo>
                      <a:pt x="1019175" y="38735"/>
                    </a:lnTo>
                    <a:lnTo>
                      <a:pt x="1019175" y="74295"/>
                    </a:lnTo>
                    <a:lnTo>
                      <a:pt x="0" y="74295"/>
                    </a:lnTo>
                    <a:close/>
                  </a:path>
                </a:pathLst>
              </a:custGeom>
              <a:solidFill>
                <a:srgbClr val="0541A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50E7AB8-3CFE-6B22-A9EE-708377662FEA}"/>
                  </a:ext>
                </a:extLst>
              </p:cNvPr>
              <p:cNvSpPr/>
              <p:nvPr/>
            </p:nvSpPr>
            <p:spPr>
              <a:xfrm>
                <a:off x="3580031" y="4885054"/>
                <a:ext cx="72390" cy="72390"/>
              </a:xfrm>
              <a:custGeom>
                <a:avLst/>
                <a:gdLst>
                  <a:gd name="connsiteX0" fmla="*/ 72390 w 72390"/>
                  <a:gd name="connsiteY0" fmla="*/ 36195 h 72390"/>
                  <a:gd name="connsiteX1" fmla="*/ 36195 w 72390"/>
                  <a:gd name="connsiteY1" fmla="*/ 0 h 72390"/>
                  <a:gd name="connsiteX2" fmla="*/ 0 w 72390"/>
                  <a:gd name="connsiteY2" fmla="*/ 36195 h 72390"/>
                  <a:gd name="connsiteX3" fmla="*/ 36195 w 72390"/>
                  <a:gd name="connsiteY3" fmla="*/ 72390 h 72390"/>
                  <a:gd name="connsiteX4" fmla="*/ 72390 w 72390"/>
                  <a:gd name="connsiteY4" fmla="*/ 36195 h 72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390" h="72390">
                    <a:moveTo>
                      <a:pt x="72390" y="36195"/>
                    </a:moveTo>
                    <a:cubicBezTo>
                      <a:pt x="72390" y="15875"/>
                      <a:pt x="56515" y="0"/>
                      <a:pt x="36195" y="0"/>
                    </a:cubicBezTo>
                    <a:cubicBezTo>
                      <a:pt x="16510" y="0"/>
                      <a:pt x="0" y="15875"/>
                      <a:pt x="0" y="36195"/>
                    </a:cubicBezTo>
                    <a:cubicBezTo>
                      <a:pt x="0" y="56515"/>
                      <a:pt x="16510" y="72390"/>
                      <a:pt x="36195" y="72390"/>
                    </a:cubicBezTo>
                    <a:cubicBezTo>
                      <a:pt x="56515" y="72390"/>
                      <a:pt x="72390" y="56515"/>
                      <a:pt x="72390" y="361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70AC6FE8-5606-6A5C-ED64-4DEBA076F10F}"/>
                  </a:ext>
                </a:extLst>
              </p:cNvPr>
              <p:cNvSpPr/>
              <p:nvPr/>
            </p:nvSpPr>
            <p:spPr>
              <a:xfrm>
                <a:off x="1524537" y="2037079"/>
                <a:ext cx="4184014" cy="2789554"/>
              </a:xfrm>
              <a:custGeom>
                <a:avLst/>
                <a:gdLst>
                  <a:gd name="connsiteX0" fmla="*/ 0 w 4184014"/>
                  <a:gd name="connsiteY0" fmla="*/ 2721610 h 2789554"/>
                  <a:gd name="connsiteX1" fmla="*/ 0 w 4184014"/>
                  <a:gd name="connsiteY1" fmla="*/ 67310 h 2789554"/>
                  <a:gd name="connsiteX2" fmla="*/ 67310 w 4184014"/>
                  <a:gd name="connsiteY2" fmla="*/ 0 h 2789554"/>
                  <a:gd name="connsiteX3" fmla="*/ 4116705 w 4184014"/>
                  <a:gd name="connsiteY3" fmla="*/ 0 h 2789554"/>
                  <a:gd name="connsiteX4" fmla="*/ 4184015 w 4184014"/>
                  <a:gd name="connsiteY4" fmla="*/ 67310 h 2789554"/>
                  <a:gd name="connsiteX5" fmla="*/ 4184015 w 4184014"/>
                  <a:gd name="connsiteY5" fmla="*/ 2721610 h 2789554"/>
                  <a:gd name="connsiteX6" fmla="*/ 4116705 w 4184014"/>
                  <a:gd name="connsiteY6" fmla="*/ 2789555 h 2789554"/>
                  <a:gd name="connsiteX7" fmla="*/ 67310 w 4184014"/>
                  <a:gd name="connsiteY7" fmla="*/ 2789555 h 2789554"/>
                  <a:gd name="connsiteX8" fmla="*/ 0 w 4184014"/>
                  <a:gd name="connsiteY8" fmla="*/ 2721610 h 278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84014" h="2789554">
                    <a:moveTo>
                      <a:pt x="0" y="2721610"/>
                    </a:moveTo>
                    <a:lnTo>
                      <a:pt x="0" y="67310"/>
                    </a:lnTo>
                    <a:cubicBezTo>
                      <a:pt x="0" y="30480"/>
                      <a:pt x="29845" y="0"/>
                      <a:pt x="67310" y="0"/>
                    </a:cubicBezTo>
                    <a:lnTo>
                      <a:pt x="4116705" y="0"/>
                    </a:lnTo>
                    <a:cubicBezTo>
                      <a:pt x="4153535" y="0"/>
                      <a:pt x="4184015" y="30480"/>
                      <a:pt x="4184015" y="67310"/>
                    </a:cubicBezTo>
                    <a:lnTo>
                      <a:pt x="4184015" y="2721610"/>
                    </a:lnTo>
                    <a:cubicBezTo>
                      <a:pt x="4184015" y="2759075"/>
                      <a:pt x="4153535" y="2789555"/>
                      <a:pt x="4116705" y="2789555"/>
                    </a:cubicBezTo>
                    <a:lnTo>
                      <a:pt x="67310" y="2789555"/>
                    </a:lnTo>
                    <a:cubicBezTo>
                      <a:pt x="29845" y="2789555"/>
                      <a:pt x="0" y="2759075"/>
                      <a:pt x="0" y="272161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49" name="Graphic 3">
                <a:extLst>
                  <a:ext uri="{FF2B5EF4-FFF2-40B4-BE49-F238E27FC236}">
                    <a16:creationId xmlns:a16="http://schemas.microsoft.com/office/drawing/2014/main" id="{027BD75E-8AF0-D480-F11B-E0C2033F7852}"/>
                  </a:ext>
                </a:extLst>
              </p:cNvPr>
              <p:cNvGrpSpPr/>
              <p:nvPr/>
            </p:nvGrpSpPr>
            <p:grpSpPr>
              <a:xfrm>
                <a:off x="1128010" y="1611697"/>
                <a:ext cx="5302824" cy="3619825"/>
                <a:chOff x="1128010" y="1611697"/>
                <a:chExt cx="5302824" cy="3619825"/>
              </a:xfrm>
            </p:grpSpPr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3D1C02CF-C4D4-6411-D8F2-AB47FDBA7938}"/>
                    </a:ext>
                  </a:extLst>
                </p:cNvPr>
                <p:cNvSpPr/>
                <p:nvPr/>
              </p:nvSpPr>
              <p:spPr>
                <a:xfrm>
                  <a:off x="2726479" y="3660373"/>
                  <a:ext cx="481309" cy="441839"/>
                </a:xfrm>
                <a:custGeom>
                  <a:avLst/>
                  <a:gdLst>
                    <a:gd name="connsiteX0" fmla="*/ 436358 w 481309"/>
                    <a:gd name="connsiteY0" fmla="*/ 72792 h 441839"/>
                    <a:gd name="connsiteX1" fmla="*/ 456043 w 481309"/>
                    <a:gd name="connsiteY1" fmla="*/ 102637 h 441839"/>
                    <a:gd name="connsiteX2" fmla="*/ 480173 w 481309"/>
                    <a:gd name="connsiteY2" fmla="*/ 170582 h 441839"/>
                    <a:gd name="connsiteX3" fmla="*/ 409053 w 481309"/>
                    <a:gd name="connsiteY3" fmla="*/ 322982 h 441839"/>
                    <a:gd name="connsiteX4" fmla="*/ 265543 w 481309"/>
                    <a:gd name="connsiteY4" fmla="*/ 416327 h 441839"/>
                    <a:gd name="connsiteX5" fmla="*/ 45198 w 481309"/>
                    <a:gd name="connsiteY5" fmla="*/ 369337 h 441839"/>
                    <a:gd name="connsiteX6" fmla="*/ 25513 w 481309"/>
                    <a:gd name="connsiteY6" fmla="*/ 338857 h 441839"/>
                    <a:gd name="connsiteX7" fmla="*/ 72503 w 481309"/>
                    <a:gd name="connsiteY7" fmla="*/ 118512 h 441839"/>
                    <a:gd name="connsiteX8" fmla="*/ 216013 w 481309"/>
                    <a:gd name="connsiteY8" fmla="*/ 25802 h 441839"/>
                    <a:gd name="connsiteX9" fmla="*/ 388733 w 481309"/>
                    <a:gd name="connsiteY9" fmla="*/ 25167 h 441839"/>
                    <a:gd name="connsiteX10" fmla="*/ 436358 w 481309"/>
                    <a:gd name="connsiteY10" fmla="*/ 72792 h 441839"/>
                    <a:gd name="connsiteX11" fmla="*/ 356983 w 481309"/>
                    <a:gd name="connsiteY11" fmla="*/ 208047 h 441839"/>
                    <a:gd name="connsiteX12" fmla="*/ 355713 w 481309"/>
                    <a:gd name="connsiteY12" fmla="*/ 168042 h 441839"/>
                    <a:gd name="connsiteX13" fmla="*/ 336028 w 481309"/>
                    <a:gd name="connsiteY13" fmla="*/ 137562 h 441839"/>
                    <a:gd name="connsiteX14" fmla="*/ 294118 w 481309"/>
                    <a:gd name="connsiteY14" fmla="*/ 120417 h 441839"/>
                    <a:gd name="connsiteX15" fmla="*/ 280783 w 481309"/>
                    <a:gd name="connsiteY15" fmla="*/ 126132 h 441839"/>
                    <a:gd name="connsiteX16" fmla="*/ 137908 w 481309"/>
                    <a:gd name="connsiteY16" fmla="*/ 218842 h 441839"/>
                    <a:gd name="connsiteX17" fmla="*/ 126478 w 481309"/>
                    <a:gd name="connsiteY17" fmla="*/ 274087 h 441839"/>
                    <a:gd name="connsiteX18" fmla="*/ 145528 w 481309"/>
                    <a:gd name="connsiteY18" fmla="*/ 303932 h 441839"/>
                    <a:gd name="connsiteX19" fmla="*/ 200773 w 481309"/>
                    <a:gd name="connsiteY19" fmla="*/ 315362 h 441839"/>
                    <a:gd name="connsiteX20" fmla="*/ 343648 w 481309"/>
                    <a:gd name="connsiteY20" fmla="*/ 222652 h 441839"/>
                    <a:gd name="connsiteX21" fmla="*/ 356983 w 481309"/>
                    <a:gd name="connsiteY21" fmla="*/ 208047 h 441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481309" h="441839">
                      <a:moveTo>
                        <a:pt x="436358" y="72792"/>
                      </a:moveTo>
                      <a:lnTo>
                        <a:pt x="456043" y="102637"/>
                      </a:lnTo>
                      <a:cubicBezTo>
                        <a:pt x="469378" y="123592"/>
                        <a:pt x="477633" y="147087"/>
                        <a:pt x="480173" y="170582"/>
                      </a:cubicBezTo>
                      <a:cubicBezTo>
                        <a:pt x="487158" y="229002"/>
                        <a:pt x="461758" y="288692"/>
                        <a:pt x="409053" y="322982"/>
                      </a:cubicBezTo>
                      <a:lnTo>
                        <a:pt x="265543" y="416327"/>
                      </a:lnTo>
                      <a:cubicBezTo>
                        <a:pt x="191883" y="463952"/>
                        <a:pt x="93458" y="442997"/>
                        <a:pt x="45198" y="369337"/>
                      </a:cubicBezTo>
                      <a:lnTo>
                        <a:pt x="25513" y="338857"/>
                      </a:lnTo>
                      <a:cubicBezTo>
                        <a:pt x="-22112" y="265197"/>
                        <a:pt x="-1157" y="166137"/>
                        <a:pt x="72503" y="118512"/>
                      </a:cubicBezTo>
                      <a:lnTo>
                        <a:pt x="216013" y="25802"/>
                      </a:lnTo>
                      <a:cubicBezTo>
                        <a:pt x="269988" y="-9758"/>
                        <a:pt x="337298" y="-7218"/>
                        <a:pt x="388733" y="25167"/>
                      </a:cubicBezTo>
                      <a:cubicBezTo>
                        <a:pt x="407148" y="37232"/>
                        <a:pt x="423658" y="53107"/>
                        <a:pt x="436358" y="72792"/>
                      </a:cubicBezTo>
                      <a:close/>
                      <a:moveTo>
                        <a:pt x="356983" y="208047"/>
                      </a:moveTo>
                      <a:cubicBezTo>
                        <a:pt x="363968" y="195347"/>
                        <a:pt x="363333" y="180107"/>
                        <a:pt x="355713" y="168042"/>
                      </a:cubicBezTo>
                      <a:lnTo>
                        <a:pt x="336028" y="137562"/>
                      </a:lnTo>
                      <a:cubicBezTo>
                        <a:pt x="326503" y="123592"/>
                        <a:pt x="309993" y="117242"/>
                        <a:pt x="294118" y="120417"/>
                      </a:cubicBezTo>
                      <a:cubicBezTo>
                        <a:pt x="289463" y="121262"/>
                        <a:pt x="285018" y="123166"/>
                        <a:pt x="280783" y="126132"/>
                      </a:cubicBezTo>
                      <a:lnTo>
                        <a:pt x="137908" y="218842"/>
                      </a:lnTo>
                      <a:cubicBezTo>
                        <a:pt x="119493" y="230907"/>
                        <a:pt x="114413" y="255672"/>
                        <a:pt x="126478" y="274087"/>
                      </a:cubicBezTo>
                      <a:lnTo>
                        <a:pt x="145528" y="303932"/>
                      </a:lnTo>
                      <a:cubicBezTo>
                        <a:pt x="157593" y="322347"/>
                        <a:pt x="182358" y="327427"/>
                        <a:pt x="200773" y="315362"/>
                      </a:cubicBezTo>
                      <a:lnTo>
                        <a:pt x="343648" y="222652"/>
                      </a:lnTo>
                      <a:cubicBezTo>
                        <a:pt x="349998" y="218842"/>
                        <a:pt x="354443" y="213762"/>
                        <a:pt x="356983" y="208047"/>
                      </a:cubicBezTo>
                      <a:close/>
                    </a:path>
                  </a:pathLst>
                </a:custGeom>
                <a:solidFill>
                  <a:srgbClr val="82ACF8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C3E5ED7D-AB91-71D2-77EA-5CCFE425A5E4}"/>
                    </a:ext>
                  </a:extLst>
                </p:cNvPr>
                <p:cNvSpPr/>
                <p:nvPr/>
              </p:nvSpPr>
              <p:spPr>
                <a:xfrm>
                  <a:off x="3020597" y="3685540"/>
                  <a:ext cx="186054" cy="182879"/>
                </a:xfrm>
                <a:custGeom>
                  <a:avLst/>
                  <a:gdLst>
                    <a:gd name="connsiteX0" fmla="*/ 142240 w 186054"/>
                    <a:gd name="connsiteY0" fmla="*/ 47625 h 182879"/>
                    <a:gd name="connsiteX1" fmla="*/ 161925 w 186054"/>
                    <a:gd name="connsiteY1" fmla="*/ 77470 h 182879"/>
                    <a:gd name="connsiteX2" fmla="*/ 186055 w 186054"/>
                    <a:gd name="connsiteY2" fmla="*/ 145415 h 182879"/>
                    <a:gd name="connsiteX3" fmla="*/ 62865 w 186054"/>
                    <a:gd name="connsiteY3" fmla="*/ 182880 h 182879"/>
                    <a:gd name="connsiteX4" fmla="*/ 61595 w 186054"/>
                    <a:gd name="connsiteY4" fmla="*/ 142875 h 182879"/>
                    <a:gd name="connsiteX5" fmla="*/ 41910 w 186054"/>
                    <a:gd name="connsiteY5" fmla="*/ 112395 h 182879"/>
                    <a:gd name="connsiteX6" fmla="*/ 0 w 186054"/>
                    <a:gd name="connsiteY6" fmla="*/ 95250 h 182879"/>
                    <a:gd name="connsiteX7" fmla="*/ 94615 w 186054"/>
                    <a:gd name="connsiteY7" fmla="*/ 0 h 182879"/>
                    <a:gd name="connsiteX8" fmla="*/ 142240 w 186054"/>
                    <a:gd name="connsiteY8" fmla="*/ 47625 h 1828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6054" h="182879">
                      <a:moveTo>
                        <a:pt x="142240" y="47625"/>
                      </a:moveTo>
                      <a:lnTo>
                        <a:pt x="161925" y="77470"/>
                      </a:lnTo>
                      <a:cubicBezTo>
                        <a:pt x="175260" y="98425"/>
                        <a:pt x="183515" y="121920"/>
                        <a:pt x="186055" y="145415"/>
                      </a:cubicBezTo>
                      <a:lnTo>
                        <a:pt x="62865" y="182880"/>
                      </a:lnTo>
                      <a:cubicBezTo>
                        <a:pt x="69850" y="170180"/>
                        <a:pt x="69215" y="154940"/>
                        <a:pt x="61595" y="142875"/>
                      </a:cubicBezTo>
                      <a:lnTo>
                        <a:pt x="41910" y="112395"/>
                      </a:lnTo>
                      <a:cubicBezTo>
                        <a:pt x="32385" y="98425"/>
                        <a:pt x="15875" y="92075"/>
                        <a:pt x="0" y="95250"/>
                      </a:cubicBezTo>
                      <a:lnTo>
                        <a:pt x="94615" y="0"/>
                      </a:lnTo>
                      <a:cubicBezTo>
                        <a:pt x="113030" y="12065"/>
                        <a:pt x="129540" y="27940"/>
                        <a:pt x="142240" y="47625"/>
                      </a:cubicBezTo>
                      <a:close/>
                    </a:path>
                  </a:pathLst>
                </a:custGeom>
                <a:solidFill>
                  <a:srgbClr val="0D5BD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38E2E0B8-FB99-E61B-15E2-4F06A05D21AE}"/>
                    </a:ext>
                  </a:extLst>
                </p:cNvPr>
                <p:cNvSpPr/>
                <p:nvPr/>
              </p:nvSpPr>
              <p:spPr>
                <a:xfrm>
                  <a:off x="2223559" y="3987080"/>
                  <a:ext cx="481288" cy="441802"/>
                </a:xfrm>
                <a:custGeom>
                  <a:avLst/>
                  <a:gdLst>
                    <a:gd name="connsiteX0" fmla="*/ 435723 w 481288"/>
                    <a:gd name="connsiteY0" fmla="*/ 72474 h 441802"/>
                    <a:gd name="connsiteX1" fmla="*/ 455408 w 481288"/>
                    <a:gd name="connsiteY1" fmla="*/ 102954 h 441802"/>
                    <a:gd name="connsiteX2" fmla="*/ 480173 w 481288"/>
                    <a:gd name="connsiteY2" fmla="*/ 170899 h 441802"/>
                    <a:gd name="connsiteX3" fmla="*/ 408418 w 481288"/>
                    <a:gd name="connsiteY3" fmla="*/ 323299 h 441802"/>
                    <a:gd name="connsiteX4" fmla="*/ 265543 w 481288"/>
                    <a:gd name="connsiteY4" fmla="*/ 416009 h 441802"/>
                    <a:gd name="connsiteX5" fmla="*/ 45198 w 481288"/>
                    <a:gd name="connsiteY5" fmla="*/ 369019 h 441802"/>
                    <a:gd name="connsiteX6" fmla="*/ 25513 w 481288"/>
                    <a:gd name="connsiteY6" fmla="*/ 339174 h 441802"/>
                    <a:gd name="connsiteX7" fmla="*/ 72503 w 481288"/>
                    <a:gd name="connsiteY7" fmla="*/ 118829 h 441802"/>
                    <a:gd name="connsiteX8" fmla="*/ 215378 w 481288"/>
                    <a:gd name="connsiteY8" fmla="*/ 25484 h 441802"/>
                    <a:gd name="connsiteX9" fmla="*/ 388098 w 481288"/>
                    <a:gd name="connsiteY9" fmla="*/ 25484 h 441802"/>
                    <a:gd name="connsiteX10" fmla="*/ 435723 w 481288"/>
                    <a:gd name="connsiteY10" fmla="*/ 72474 h 441802"/>
                    <a:gd name="connsiteX11" fmla="*/ 356983 w 481288"/>
                    <a:gd name="connsiteY11" fmla="*/ 207729 h 441802"/>
                    <a:gd name="connsiteX12" fmla="*/ 355078 w 481288"/>
                    <a:gd name="connsiteY12" fmla="*/ 167724 h 441802"/>
                    <a:gd name="connsiteX13" fmla="*/ 335393 w 481288"/>
                    <a:gd name="connsiteY13" fmla="*/ 137879 h 441802"/>
                    <a:gd name="connsiteX14" fmla="*/ 294118 w 481288"/>
                    <a:gd name="connsiteY14" fmla="*/ 120734 h 441802"/>
                    <a:gd name="connsiteX15" fmla="*/ 280783 w 481288"/>
                    <a:gd name="connsiteY15" fmla="*/ 125814 h 441802"/>
                    <a:gd name="connsiteX16" fmla="*/ 137273 w 481288"/>
                    <a:gd name="connsiteY16" fmla="*/ 219159 h 441802"/>
                    <a:gd name="connsiteX17" fmla="*/ 125843 w 481288"/>
                    <a:gd name="connsiteY17" fmla="*/ 273769 h 441802"/>
                    <a:gd name="connsiteX18" fmla="*/ 145528 w 481288"/>
                    <a:gd name="connsiteY18" fmla="*/ 304249 h 441802"/>
                    <a:gd name="connsiteX19" fmla="*/ 200138 w 481288"/>
                    <a:gd name="connsiteY19" fmla="*/ 315679 h 441802"/>
                    <a:gd name="connsiteX20" fmla="*/ 343648 w 481288"/>
                    <a:gd name="connsiteY20" fmla="*/ 222969 h 441802"/>
                    <a:gd name="connsiteX21" fmla="*/ 356983 w 481288"/>
                    <a:gd name="connsiteY21" fmla="*/ 207729 h 4418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481288" h="441802">
                      <a:moveTo>
                        <a:pt x="435723" y="72474"/>
                      </a:moveTo>
                      <a:lnTo>
                        <a:pt x="455408" y="102954"/>
                      </a:lnTo>
                      <a:cubicBezTo>
                        <a:pt x="469378" y="123909"/>
                        <a:pt x="476998" y="147404"/>
                        <a:pt x="480173" y="170899"/>
                      </a:cubicBezTo>
                      <a:cubicBezTo>
                        <a:pt x="487158" y="228684"/>
                        <a:pt x="461123" y="289009"/>
                        <a:pt x="408418" y="323299"/>
                      </a:cubicBezTo>
                      <a:lnTo>
                        <a:pt x="265543" y="416009"/>
                      </a:lnTo>
                      <a:cubicBezTo>
                        <a:pt x="191883" y="464269"/>
                        <a:pt x="92823" y="442679"/>
                        <a:pt x="45198" y="369019"/>
                      </a:cubicBezTo>
                      <a:lnTo>
                        <a:pt x="25513" y="339174"/>
                      </a:lnTo>
                      <a:cubicBezTo>
                        <a:pt x="-22112" y="265514"/>
                        <a:pt x="-1157" y="166454"/>
                        <a:pt x="72503" y="118829"/>
                      </a:cubicBezTo>
                      <a:lnTo>
                        <a:pt x="215378" y="25484"/>
                      </a:lnTo>
                      <a:cubicBezTo>
                        <a:pt x="269353" y="-9441"/>
                        <a:pt x="337298" y="-7536"/>
                        <a:pt x="388098" y="25484"/>
                      </a:cubicBezTo>
                      <a:cubicBezTo>
                        <a:pt x="406513" y="36914"/>
                        <a:pt x="423023" y="52789"/>
                        <a:pt x="435723" y="72474"/>
                      </a:cubicBezTo>
                      <a:close/>
                      <a:moveTo>
                        <a:pt x="356983" y="207729"/>
                      </a:moveTo>
                      <a:cubicBezTo>
                        <a:pt x="363333" y="195664"/>
                        <a:pt x="363333" y="180424"/>
                        <a:pt x="355078" y="167724"/>
                      </a:cubicBezTo>
                      <a:lnTo>
                        <a:pt x="335393" y="137879"/>
                      </a:lnTo>
                      <a:cubicBezTo>
                        <a:pt x="326503" y="123909"/>
                        <a:pt x="309358" y="117559"/>
                        <a:pt x="294118" y="120734"/>
                      </a:cubicBezTo>
                      <a:cubicBezTo>
                        <a:pt x="289463" y="121579"/>
                        <a:pt x="285018" y="123274"/>
                        <a:pt x="280783" y="125814"/>
                      </a:cubicBezTo>
                      <a:lnTo>
                        <a:pt x="137273" y="219159"/>
                      </a:lnTo>
                      <a:cubicBezTo>
                        <a:pt x="118858" y="231224"/>
                        <a:pt x="113778" y="255354"/>
                        <a:pt x="125843" y="273769"/>
                      </a:cubicBezTo>
                      <a:lnTo>
                        <a:pt x="145528" y="304249"/>
                      </a:lnTo>
                      <a:cubicBezTo>
                        <a:pt x="157593" y="322664"/>
                        <a:pt x="181723" y="327744"/>
                        <a:pt x="200138" y="315679"/>
                      </a:cubicBezTo>
                      <a:lnTo>
                        <a:pt x="343648" y="222969"/>
                      </a:lnTo>
                      <a:cubicBezTo>
                        <a:pt x="349363" y="219159"/>
                        <a:pt x="353808" y="214079"/>
                        <a:pt x="356983" y="207729"/>
                      </a:cubicBezTo>
                      <a:close/>
                    </a:path>
                  </a:pathLst>
                </a:custGeom>
                <a:solidFill>
                  <a:srgbClr val="82ACF8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55353564-18E2-1EE5-8D4B-858B24F75408}"/>
                    </a:ext>
                  </a:extLst>
                </p:cNvPr>
                <p:cNvSpPr/>
                <p:nvPr/>
              </p:nvSpPr>
              <p:spPr>
                <a:xfrm>
                  <a:off x="2517677" y="4012565"/>
                  <a:ext cx="186054" cy="182244"/>
                </a:xfrm>
                <a:custGeom>
                  <a:avLst/>
                  <a:gdLst>
                    <a:gd name="connsiteX0" fmla="*/ 141605 w 186054"/>
                    <a:gd name="connsiteY0" fmla="*/ 46990 h 182244"/>
                    <a:gd name="connsiteX1" fmla="*/ 161290 w 186054"/>
                    <a:gd name="connsiteY1" fmla="*/ 77470 h 182244"/>
                    <a:gd name="connsiteX2" fmla="*/ 186055 w 186054"/>
                    <a:gd name="connsiteY2" fmla="*/ 145415 h 182244"/>
                    <a:gd name="connsiteX3" fmla="*/ 62865 w 186054"/>
                    <a:gd name="connsiteY3" fmla="*/ 182245 h 182244"/>
                    <a:gd name="connsiteX4" fmla="*/ 60960 w 186054"/>
                    <a:gd name="connsiteY4" fmla="*/ 142240 h 182244"/>
                    <a:gd name="connsiteX5" fmla="*/ 41275 w 186054"/>
                    <a:gd name="connsiteY5" fmla="*/ 112395 h 182244"/>
                    <a:gd name="connsiteX6" fmla="*/ 0 w 186054"/>
                    <a:gd name="connsiteY6" fmla="*/ 95250 h 182244"/>
                    <a:gd name="connsiteX7" fmla="*/ 93980 w 186054"/>
                    <a:gd name="connsiteY7" fmla="*/ 0 h 182244"/>
                    <a:gd name="connsiteX8" fmla="*/ 141605 w 186054"/>
                    <a:gd name="connsiteY8" fmla="*/ 46990 h 1822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6054" h="182244">
                      <a:moveTo>
                        <a:pt x="141605" y="46990"/>
                      </a:moveTo>
                      <a:lnTo>
                        <a:pt x="161290" y="77470"/>
                      </a:lnTo>
                      <a:cubicBezTo>
                        <a:pt x="175260" y="98425"/>
                        <a:pt x="182880" y="121920"/>
                        <a:pt x="186055" y="145415"/>
                      </a:cubicBezTo>
                      <a:lnTo>
                        <a:pt x="62865" y="182245"/>
                      </a:lnTo>
                      <a:cubicBezTo>
                        <a:pt x="69215" y="170180"/>
                        <a:pt x="69215" y="154940"/>
                        <a:pt x="60960" y="142240"/>
                      </a:cubicBezTo>
                      <a:lnTo>
                        <a:pt x="41275" y="112395"/>
                      </a:lnTo>
                      <a:cubicBezTo>
                        <a:pt x="32385" y="98425"/>
                        <a:pt x="15240" y="92075"/>
                        <a:pt x="0" y="95250"/>
                      </a:cubicBezTo>
                      <a:lnTo>
                        <a:pt x="93980" y="0"/>
                      </a:lnTo>
                      <a:cubicBezTo>
                        <a:pt x="112395" y="11430"/>
                        <a:pt x="128905" y="27305"/>
                        <a:pt x="141605" y="46990"/>
                      </a:cubicBezTo>
                      <a:close/>
                    </a:path>
                  </a:pathLst>
                </a:custGeom>
                <a:solidFill>
                  <a:srgbClr val="0D5BD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A413AAB0-348C-C21F-E83A-FB2E6008629E}"/>
                    </a:ext>
                  </a:extLst>
                </p:cNvPr>
                <p:cNvSpPr/>
                <p:nvPr/>
              </p:nvSpPr>
              <p:spPr>
                <a:xfrm>
                  <a:off x="2224941" y="4216400"/>
                  <a:ext cx="179705" cy="189865"/>
                </a:xfrm>
                <a:custGeom>
                  <a:avLst/>
                  <a:gdLst>
                    <a:gd name="connsiteX0" fmla="*/ 24130 w 179705"/>
                    <a:gd name="connsiteY0" fmla="*/ 109855 h 189865"/>
                    <a:gd name="connsiteX1" fmla="*/ 43815 w 179705"/>
                    <a:gd name="connsiteY1" fmla="*/ 139700 h 189865"/>
                    <a:gd name="connsiteX2" fmla="*/ 95885 w 179705"/>
                    <a:gd name="connsiteY2" fmla="*/ 189865 h 189865"/>
                    <a:gd name="connsiteX3" fmla="*/ 179705 w 179705"/>
                    <a:gd name="connsiteY3" fmla="*/ 92710 h 189865"/>
                    <a:gd name="connsiteX4" fmla="*/ 144145 w 179705"/>
                    <a:gd name="connsiteY4" fmla="*/ 74930 h 189865"/>
                    <a:gd name="connsiteX5" fmla="*/ 124460 w 179705"/>
                    <a:gd name="connsiteY5" fmla="*/ 44450 h 189865"/>
                    <a:gd name="connsiteX6" fmla="*/ 125730 w 179705"/>
                    <a:gd name="connsiteY6" fmla="*/ 0 h 189865"/>
                    <a:gd name="connsiteX7" fmla="*/ 0 w 179705"/>
                    <a:gd name="connsiteY7" fmla="*/ 46990 h 189865"/>
                    <a:gd name="connsiteX8" fmla="*/ 24130 w 179705"/>
                    <a:gd name="connsiteY8" fmla="*/ 109855 h 1898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9705" h="189865">
                      <a:moveTo>
                        <a:pt x="24130" y="109855"/>
                      </a:moveTo>
                      <a:lnTo>
                        <a:pt x="43815" y="139700"/>
                      </a:lnTo>
                      <a:cubicBezTo>
                        <a:pt x="57150" y="161290"/>
                        <a:pt x="75565" y="177800"/>
                        <a:pt x="95885" y="189865"/>
                      </a:cubicBezTo>
                      <a:lnTo>
                        <a:pt x="179705" y="92710"/>
                      </a:lnTo>
                      <a:cubicBezTo>
                        <a:pt x="166370" y="93345"/>
                        <a:pt x="152400" y="86995"/>
                        <a:pt x="144145" y="74930"/>
                      </a:cubicBezTo>
                      <a:lnTo>
                        <a:pt x="124460" y="44450"/>
                      </a:lnTo>
                      <a:cubicBezTo>
                        <a:pt x="115570" y="30480"/>
                        <a:pt x="116205" y="12700"/>
                        <a:pt x="125730" y="0"/>
                      </a:cubicBezTo>
                      <a:lnTo>
                        <a:pt x="0" y="46990"/>
                      </a:lnTo>
                      <a:cubicBezTo>
                        <a:pt x="3810" y="68580"/>
                        <a:pt x="11430" y="90170"/>
                        <a:pt x="24130" y="109855"/>
                      </a:cubicBezTo>
                      <a:close/>
                    </a:path>
                  </a:pathLst>
                </a:custGeom>
                <a:solidFill>
                  <a:srgbClr val="0D5BD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75C78A62-C2AF-4FAA-34ED-F89389BBEBDF}"/>
                    </a:ext>
                  </a:extLst>
                </p:cNvPr>
                <p:cNvSpPr/>
                <p:nvPr/>
              </p:nvSpPr>
              <p:spPr>
                <a:xfrm>
                  <a:off x="3010971" y="3572577"/>
                  <a:ext cx="400437" cy="300574"/>
                </a:xfrm>
                <a:custGeom>
                  <a:avLst/>
                  <a:gdLst>
                    <a:gd name="connsiteX0" fmla="*/ 390626 w 400437"/>
                    <a:gd name="connsiteY0" fmla="*/ 83752 h 300574"/>
                    <a:gd name="connsiteX1" fmla="*/ 62331 w 400437"/>
                    <a:gd name="connsiteY1" fmla="*/ 297113 h 300574"/>
                    <a:gd name="connsiteX2" fmla="*/ 31851 w 400437"/>
                    <a:gd name="connsiteY2" fmla="*/ 290763 h 300574"/>
                    <a:gd name="connsiteX3" fmla="*/ 3276 w 400437"/>
                    <a:gd name="connsiteY3" fmla="*/ 246947 h 300574"/>
                    <a:gd name="connsiteX4" fmla="*/ 10261 w 400437"/>
                    <a:gd name="connsiteY4" fmla="*/ 216467 h 300574"/>
                    <a:gd name="connsiteX5" fmla="*/ 337921 w 400437"/>
                    <a:gd name="connsiteY5" fmla="*/ 3742 h 300574"/>
                    <a:gd name="connsiteX6" fmla="*/ 368401 w 400437"/>
                    <a:gd name="connsiteY6" fmla="*/ 10092 h 300574"/>
                    <a:gd name="connsiteX7" fmla="*/ 396976 w 400437"/>
                    <a:gd name="connsiteY7" fmla="*/ 53272 h 300574"/>
                    <a:gd name="connsiteX8" fmla="*/ 390626 w 400437"/>
                    <a:gd name="connsiteY8" fmla="*/ 83752 h 300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437" h="300574">
                      <a:moveTo>
                        <a:pt x="390626" y="83752"/>
                      </a:moveTo>
                      <a:lnTo>
                        <a:pt x="62331" y="297113"/>
                      </a:lnTo>
                      <a:cubicBezTo>
                        <a:pt x="52171" y="303463"/>
                        <a:pt x="38201" y="300922"/>
                        <a:pt x="31851" y="290763"/>
                      </a:cubicBezTo>
                      <a:lnTo>
                        <a:pt x="3276" y="246947"/>
                      </a:lnTo>
                      <a:cubicBezTo>
                        <a:pt x="-3074" y="236788"/>
                        <a:pt x="101" y="222817"/>
                        <a:pt x="10261" y="216467"/>
                      </a:cubicBezTo>
                      <a:lnTo>
                        <a:pt x="337921" y="3742"/>
                      </a:lnTo>
                      <a:cubicBezTo>
                        <a:pt x="348081" y="-3243"/>
                        <a:pt x="362051" y="-68"/>
                        <a:pt x="368401" y="10092"/>
                      </a:cubicBezTo>
                      <a:lnTo>
                        <a:pt x="396976" y="53272"/>
                      </a:lnTo>
                      <a:cubicBezTo>
                        <a:pt x="403326" y="64067"/>
                        <a:pt x="400786" y="77402"/>
                        <a:pt x="390626" y="83752"/>
                      </a:cubicBezTo>
                      <a:close/>
                    </a:path>
                  </a:pathLst>
                </a:custGeom>
                <a:solidFill>
                  <a:srgbClr val="85847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6" name="Freeform: Shape 55">
                  <a:extLst>
                    <a:ext uri="{FF2B5EF4-FFF2-40B4-BE49-F238E27FC236}">
                      <a16:creationId xmlns:a16="http://schemas.microsoft.com/office/drawing/2014/main" id="{AA33D93D-9970-32E3-94E1-60CDC6252548}"/>
                    </a:ext>
                  </a:extLst>
                </p:cNvPr>
                <p:cNvSpPr/>
                <p:nvPr/>
              </p:nvSpPr>
              <p:spPr>
                <a:xfrm>
                  <a:off x="2728497" y="3889375"/>
                  <a:ext cx="179704" cy="190500"/>
                </a:xfrm>
                <a:custGeom>
                  <a:avLst/>
                  <a:gdLst>
                    <a:gd name="connsiteX0" fmla="*/ 23495 w 179704"/>
                    <a:gd name="connsiteY0" fmla="*/ 109855 h 190500"/>
                    <a:gd name="connsiteX1" fmla="*/ 43180 w 179704"/>
                    <a:gd name="connsiteY1" fmla="*/ 140335 h 190500"/>
                    <a:gd name="connsiteX2" fmla="*/ 95250 w 179704"/>
                    <a:gd name="connsiteY2" fmla="*/ 190500 h 190500"/>
                    <a:gd name="connsiteX3" fmla="*/ 179705 w 179704"/>
                    <a:gd name="connsiteY3" fmla="*/ 92710 h 190500"/>
                    <a:gd name="connsiteX4" fmla="*/ 143510 w 179704"/>
                    <a:gd name="connsiteY4" fmla="*/ 74930 h 190500"/>
                    <a:gd name="connsiteX5" fmla="*/ 123825 w 179704"/>
                    <a:gd name="connsiteY5" fmla="*/ 45085 h 190500"/>
                    <a:gd name="connsiteX6" fmla="*/ 125095 w 179704"/>
                    <a:gd name="connsiteY6" fmla="*/ 0 h 190500"/>
                    <a:gd name="connsiteX7" fmla="*/ 0 w 179704"/>
                    <a:gd name="connsiteY7" fmla="*/ 47625 h 190500"/>
                    <a:gd name="connsiteX8" fmla="*/ 23495 w 179704"/>
                    <a:gd name="connsiteY8" fmla="*/ 109855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9704" h="190500">
                      <a:moveTo>
                        <a:pt x="23495" y="109855"/>
                      </a:moveTo>
                      <a:lnTo>
                        <a:pt x="43180" y="140335"/>
                      </a:lnTo>
                      <a:cubicBezTo>
                        <a:pt x="57150" y="161290"/>
                        <a:pt x="74930" y="178435"/>
                        <a:pt x="95250" y="190500"/>
                      </a:cubicBezTo>
                      <a:lnTo>
                        <a:pt x="179705" y="92710"/>
                      </a:lnTo>
                      <a:cubicBezTo>
                        <a:pt x="165735" y="93980"/>
                        <a:pt x="151765" y="87630"/>
                        <a:pt x="143510" y="74930"/>
                      </a:cubicBezTo>
                      <a:lnTo>
                        <a:pt x="123825" y="45085"/>
                      </a:lnTo>
                      <a:cubicBezTo>
                        <a:pt x="114935" y="30480"/>
                        <a:pt x="115570" y="12700"/>
                        <a:pt x="125095" y="0"/>
                      </a:cubicBezTo>
                      <a:lnTo>
                        <a:pt x="0" y="47625"/>
                      </a:lnTo>
                      <a:cubicBezTo>
                        <a:pt x="3175" y="69215"/>
                        <a:pt x="10795" y="90805"/>
                        <a:pt x="23495" y="109855"/>
                      </a:cubicBezTo>
                      <a:close/>
                    </a:path>
                  </a:pathLst>
                </a:custGeom>
                <a:solidFill>
                  <a:srgbClr val="0D5BD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" name="Freeform: Shape 56">
                  <a:extLst>
                    <a:ext uri="{FF2B5EF4-FFF2-40B4-BE49-F238E27FC236}">
                      <a16:creationId xmlns:a16="http://schemas.microsoft.com/office/drawing/2014/main" id="{EEB9DEF6-CE39-3F25-BD89-861ADB7B5785}"/>
                    </a:ext>
                  </a:extLst>
                </p:cNvPr>
                <p:cNvSpPr/>
                <p:nvPr/>
              </p:nvSpPr>
              <p:spPr>
                <a:xfrm>
                  <a:off x="2523104" y="3889274"/>
                  <a:ext cx="400437" cy="300742"/>
                </a:xfrm>
                <a:custGeom>
                  <a:avLst/>
                  <a:gdLst>
                    <a:gd name="connsiteX0" fmla="*/ 62517 w 400437"/>
                    <a:gd name="connsiteY0" fmla="*/ 297281 h 300742"/>
                    <a:gd name="connsiteX1" fmla="*/ 390177 w 400437"/>
                    <a:gd name="connsiteY1" fmla="*/ 83921 h 300742"/>
                    <a:gd name="connsiteX2" fmla="*/ 397162 w 400437"/>
                    <a:gd name="connsiteY2" fmla="*/ 53441 h 300742"/>
                    <a:gd name="connsiteX3" fmla="*/ 368587 w 400437"/>
                    <a:gd name="connsiteY3" fmla="*/ 10261 h 300742"/>
                    <a:gd name="connsiteX4" fmla="*/ 338107 w 400437"/>
                    <a:gd name="connsiteY4" fmla="*/ 3276 h 300742"/>
                    <a:gd name="connsiteX5" fmla="*/ 9812 w 400437"/>
                    <a:gd name="connsiteY5" fmla="*/ 216636 h 300742"/>
                    <a:gd name="connsiteX6" fmla="*/ 3462 w 400437"/>
                    <a:gd name="connsiteY6" fmla="*/ 247116 h 300742"/>
                    <a:gd name="connsiteX7" fmla="*/ 32037 w 400437"/>
                    <a:gd name="connsiteY7" fmla="*/ 290931 h 300742"/>
                    <a:gd name="connsiteX8" fmla="*/ 62517 w 400437"/>
                    <a:gd name="connsiteY8" fmla="*/ 297281 h 3007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437" h="300742">
                      <a:moveTo>
                        <a:pt x="62517" y="297281"/>
                      </a:moveTo>
                      <a:lnTo>
                        <a:pt x="390177" y="83921"/>
                      </a:lnTo>
                      <a:cubicBezTo>
                        <a:pt x="400337" y="77571"/>
                        <a:pt x="403512" y="63601"/>
                        <a:pt x="397162" y="53441"/>
                      </a:cubicBezTo>
                      <a:lnTo>
                        <a:pt x="368587" y="10261"/>
                      </a:lnTo>
                      <a:cubicBezTo>
                        <a:pt x="361602" y="101"/>
                        <a:pt x="348267" y="-3074"/>
                        <a:pt x="338107" y="3276"/>
                      </a:cubicBezTo>
                      <a:lnTo>
                        <a:pt x="9812" y="216636"/>
                      </a:lnTo>
                      <a:cubicBezTo>
                        <a:pt x="-348" y="222986"/>
                        <a:pt x="-2888" y="236956"/>
                        <a:pt x="3462" y="247116"/>
                      </a:cubicBezTo>
                      <a:lnTo>
                        <a:pt x="32037" y="290931"/>
                      </a:lnTo>
                      <a:cubicBezTo>
                        <a:pt x="38387" y="301091"/>
                        <a:pt x="52357" y="303631"/>
                        <a:pt x="62517" y="297281"/>
                      </a:cubicBezTo>
                      <a:close/>
                    </a:path>
                  </a:pathLst>
                </a:custGeom>
                <a:solidFill>
                  <a:srgbClr val="0541A1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856353B0-B938-FE93-5E5D-2F20B5D4AEE0}"/>
                    </a:ext>
                  </a:extLst>
                </p:cNvPr>
                <p:cNvSpPr/>
                <p:nvPr/>
              </p:nvSpPr>
              <p:spPr>
                <a:xfrm>
                  <a:off x="1720004" y="4314029"/>
                  <a:ext cx="481309" cy="441598"/>
                </a:xfrm>
                <a:custGeom>
                  <a:avLst/>
                  <a:gdLst>
                    <a:gd name="connsiteX0" fmla="*/ 436358 w 481309"/>
                    <a:gd name="connsiteY0" fmla="*/ 72551 h 441598"/>
                    <a:gd name="connsiteX1" fmla="*/ 456043 w 481309"/>
                    <a:gd name="connsiteY1" fmla="*/ 102396 h 441598"/>
                    <a:gd name="connsiteX2" fmla="*/ 480173 w 481309"/>
                    <a:gd name="connsiteY2" fmla="*/ 170341 h 441598"/>
                    <a:gd name="connsiteX3" fmla="*/ 409053 w 481309"/>
                    <a:gd name="connsiteY3" fmla="*/ 323376 h 441598"/>
                    <a:gd name="connsiteX4" fmla="*/ 265543 w 481309"/>
                    <a:gd name="connsiteY4" fmla="*/ 416086 h 441598"/>
                    <a:gd name="connsiteX5" fmla="*/ 45198 w 481309"/>
                    <a:gd name="connsiteY5" fmla="*/ 369096 h 441598"/>
                    <a:gd name="connsiteX6" fmla="*/ 25513 w 481309"/>
                    <a:gd name="connsiteY6" fmla="*/ 339251 h 441598"/>
                    <a:gd name="connsiteX7" fmla="*/ 72503 w 481309"/>
                    <a:gd name="connsiteY7" fmla="*/ 118271 h 441598"/>
                    <a:gd name="connsiteX8" fmla="*/ 216013 w 481309"/>
                    <a:gd name="connsiteY8" fmla="*/ 25561 h 441598"/>
                    <a:gd name="connsiteX9" fmla="*/ 388733 w 481309"/>
                    <a:gd name="connsiteY9" fmla="*/ 24926 h 441598"/>
                    <a:gd name="connsiteX10" fmla="*/ 436358 w 481309"/>
                    <a:gd name="connsiteY10" fmla="*/ 72551 h 441598"/>
                    <a:gd name="connsiteX11" fmla="*/ 356983 w 481309"/>
                    <a:gd name="connsiteY11" fmla="*/ 207806 h 441598"/>
                    <a:gd name="connsiteX12" fmla="*/ 355078 w 481309"/>
                    <a:gd name="connsiteY12" fmla="*/ 167801 h 441598"/>
                    <a:gd name="connsiteX13" fmla="*/ 336028 w 481309"/>
                    <a:gd name="connsiteY13" fmla="*/ 137956 h 441598"/>
                    <a:gd name="connsiteX14" fmla="*/ 294118 w 481309"/>
                    <a:gd name="connsiteY14" fmla="*/ 120176 h 441598"/>
                    <a:gd name="connsiteX15" fmla="*/ 280783 w 481309"/>
                    <a:gd name="connsiteY15" fmla="*/ 125891 h 441598"/>
                    <a:gd name="connsiteX16" fmla="*/ 137908 w 481309"/>
                    <a:gd name="connsiteY16" fmla="*/ 219236 h 441598"/>
                    <a:gd name="connsiteX17" fmla="*/ 125843 w 481309"/>
                    <a:gd name="connsiteY17" fmla="*/ 273846 h 441598"/>
                    <a:gd name="connsiteX18" fmla="*/ 145528 w 481309"/>
                    <a:gd name="connsiteY18" fmla="*/ 303691 h 441598"/>
                    <a:gd name="connsiteX19" fmla="*/ 200773 w 481309"/>
                    <a:gd name="connsiteY19" fmla="*/ 315756 h 441598"/>
                    <a:gd name="connsiteX20" fmla="*/ 343648 w 481309"/>
                    <a:gd name="connsiteY20" fmla="*/ 222411 h 441598"/>
                    <a:gd name="connsiteX21" fmla="*/ 356983 w 481309"/>
                    <a:gd name="connsiteY21" fmla="*/ 207806 h 4415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481309" h="441598">
                      <a:moveTo>
                        <a:pt x="436358" y="72551"/>
                      </a:moveTo>
                      <a:lnTo>
                        <a:pt x="456043" y="102396"/>
                      </a:lnTo>
                      <a:cubicBezTo>
                        <a:pt x="469378" y="123986"/>
                        <a:pt x="477633" y="146846"/>
                        <a:pt x="480173" y="170341"/>
                      </a:cubicBezTo>
                      <a:cubicBezTo>
                        <a:pt x="487158" y="228761"/>
                        <a:pt x="461758" y="289086"/>
                        <a:pt x="409053" y="323376"/>
                      </a:cubicBezTo>
                      <a:lnTo>
                        <a:pt x="265543" y="416086"/>
                      </a:lnTo>
                      <a:cubicBezTo>
                        <a:pt x="191883" y="463711"/>
                        <a:pt x="93458" y="442756"/>
                        <a:pt x="45198" y="369096"/>
                      </a:cubicBezTo>
                      <a:lnTo>
                        <a:pt x="25513" y="339251"/>
                      </a:lnTo>
                      <a:cubicBezTo>
                        <a:pt x="-22112" y="265591"/>
                        <a:pt x="-1157" y="166531"/>
                        <a:pt x="72503" y="118271"/>
                      </a:cubicBezTo>
                      <a:lnTo>
                        <a:pt x="216013" y="25561"/>
                      </a:lnTo>
                      <a:cubicBezTo>
                        <a:pt x="269988" y="-9364"/>
                        <a:pt x="337298" y="-7459"/>
                        <a:pt x="388733" y="24926"/>
                      </a:cubicBezTo>
                      <a:cubicBezTo>
                        <a:pt x="407148" y="36991"/>
                        <a:pt x="423658" y="52866"/>
                        <a:pt x="436358" y="72551"/>
                      </a:cubicBezTo>
                      <a:close/>
                      <a:moveTo>
                        <a:pt x="356983" y="207806"/>
                      </a:moveTo>
                      <a:cubicBezTo>
                        <a:pt x="363333" y="195741"/>
                        <a:pt x="363333" y="180501"/>
                        <a:pt x="355078" y="167801"/>
                      </a:cubicBezTo>
                      <a:lnTo>
                        <a:pt x="336028" y="137956"/>
                      </a:lnTo>
                      <a:cubicBezTo>
                        <a:pt x="326503" y="123351"/>
                        <a:pt x="309993" y="117001"/>
                        <a:pt x="294118" y="120176"/>
                      </a:cubicBezTo>
                      <a:cubicBezTo>
                        <a:pt x="289463" y="121446"/>
                        <a:pt x="285018" y="123351"/>
                        <a:pt x="280783" y="125891"/>
                      </a:cubicBezTo>
                      <a:lnTo>
                        <a:pt x="137908" y="219236"/>
                      </a:lnTo>
                      <a:cubicBezTo>
                        <a:pt x="119493" y="230666"/>
                        <a:pt x="114413" y="255431"/>
                        <a:pt x="125843" y="273846"/>
                      </a:cubicBezTo>
                      <a:lnTo>
                        <a:pt x="145528" y="303691"/>
                      </a:lnTo>
                      <a:cubicBezTo>
                        <a:pt x="157593" y="322106"/>
                        <a:pt x="182358" y="327821"/>
                        <a:pt x="200773" y="315756"/>
                      </a:cubicBezTo>
                      <a:lnTo>
                        <a:pt x="343648" y="222411"/>
                      </a:lnTo>
                      <a:cubicBezTo>
                        <a:pt x="349363" y="218601"/>
                        <a:pt x="354443" y="213521"/>
                        <a:pt x="356983" y="207806"/>
                      </a:cubicBezTo>
                      <a:close/>
                    </a:path>
                  </a:pathLst>
                </a:custGeom>
                <a:solidFill>
                  <a:srgbClr val="82ACF8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B5FC4AAD-CD82-3D54-9039-5F2E3706DDC8}"/>
                    </a:ext>
                  </a:extLst>
                </p:cNvPr>
                <p:cNvSpPr/>
                <p:nvPr/>
              </p:nvSpPr>
              <p:spPr>
                <a:xfrm>
                  <a:off x="2014122" y="4338954"/>
                  <a:ext cx="186054" cy="182879"/>
                </a:xfrm>
                <a:custGeom>
                  <a:avLst/>
                  <a:gdLst>
                    <a:gd name="connsiteX0" fmla="*/ 142240 w 186054"/>
                    <a:gd name="connsiteY0" fmla="*/ 47625 h 182879"/>
                    <a:gd name="connsiteX1" fmla="*/ 161925 w 186054"/>
                    <a:gd name="connsiteY1" fmla="*/ 77470 h 182879"/>
                    <a:gd name="connsiteX2" fmla="*/ 186055 w 186054"/>
                    <a:gd name="connsiteY2" fmla="*/ 145415 h 182879"/>
                    <a:gd name="connsiteX3" fmla="*/ 62865 w 186054"/>
                    <a:gd name="connsiteY3" fmla="*/ 182880 h 182879"/>
                    <a:gd name="connsiteX4" fmla="*/ 60960 w 186054"/>
                    <a:gd name="connsiteY4" fmla="*/ 142875 h 182879"/>
                    <a:gd name="connsiteX5" fmla="*/ 41910 w 186054"/>
                    <a:gd name="connsiteY5" fmla="*/ 113030 h 182879"/>
                    <a:gd name="connsiteX6" fmla="*/ 0 w 186054"/>
                    <a:gd name="connsiteY6" fmla="*/ 95250 h 182879"/>
                    <a:gd name="connsiteX7" fmla="*/ 94615 w 186054"/>
                    <a:gd name="connsiteY7" fmla="*/ 0 h 182879"/>
                    <a:gd name="connsiteX8" fmla="*/ 142240 w 186054"/>
                    <a:gd name="connsiteY8" fmla="*/ 47625 h 1828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6054" h="182879">
                      <a:moveTo>
                        <a:pt x="142240" y="47625"/>
                      </a:moveTo>
                      <a:lnTo>
                        <a:pt x="161925" y="77470"/>
                      </a:lnTo>
                      <a:cubicBezTo>
                        <a:pt x="175260" y="99060"/>
                        <a:pt x="183515" y="121920"/>
                        <a:pt x="186055" y="145415"/>
                      </a:cubicBezTo>
                      <a:lnTo>
                        <a:pt x="62865" y="182880"/>
                      </a:lnTo>
                      <a:cubicBezTo>
                        <a:pt x="69215" y="170815"/>
                        <a:pt x="69215" y="155575"/>
                        <a:pt x="60960" y="142875"/>
                      </a:cubicBezTo>
                      <a:lnTo>
                        <a:pt x="41910" y="113030"/>
                      </a:lnTo>
                      <a:cubicBezTo>
                        <a:pt x="32385" y="98425"/>
                        <a:pt x="15875" y="92075"/>
                        <a:pt x="0" y="95250"/>
                      </a:cubicBezTo>
                      <a:lnTo>
                        <a:pt x="94615" y="0"/>
                      </a:lnTo>
                      <a:cubicBezTo>
                        <a:pt x="113030" y="12065"/>
                        <a:pt x="129540" y="27940"/>
                        <a:pt x="142240" y="47625"/>
                      </a:cubicBezTo>
                      <a:close/>
                    </a:path>
                  </a:pathLst>
                </a:custGeom>
                <a:solidFill>
                  <a:srgbClr val="0D5BD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7B222AC0-9C1E-B0E1-30A8-644754720AF5}"/>
                    </a:ext>
                  </a:extLst>
                </p:cNvPr>
                <p:cNvSpPr/>
                <p:nvPr/>
              </p:nvSpPr>
              <p:spPr>
                <a:xfrm>
                  <a:off x="1216803" y="4640813"/>
                  <a:ext cx="481569" cy="441839"/>
                </a:xfrm>
                <a:custGeom>
                  <a:avLst/>
                  <a:gdLst>
                    <a:gd name="connsiteX0" fmla="*/ 436004 w 481569"/>
                    <a:gd name="connsiteY0" fmla="*/ 72792 h 441839"/>
                    <a:gd name="connsiteX1" fmla="*/ 455689 w 481569"/>
                    <a:gd name="connsiteY1" fmla="*/ 102637 h 441839"/>
                    <a:gd name="connsiteX2" fmla="*/ 480454 w 481569"/>
                    <a:gd name="connsiteY2" fmla="*/ 170582 h 441839"/>
                    <a:gd name="connsiteX3" fmla="*/ 408699 w 481569"/>
                    <a:gd name="connsiteY3" fmla="*/ 322982 h 441839"/>
                    <a:gd name="connsiteX4" fmla="*/ 265824 w 481569"/>
                    <a:gd name="connsiteY4" fmla="*/ 416327 h 441839"/>
                    <a:gd name="connsiteX5" fmla="*/ 45479 w 481569"/>
                    <a:gd name="connsiteY5" fmla="*/ 369337 h 441839"/>
                    <a:gd name="connsiteX6" fmla="*/ 25794 w 481569"/>
                    <a:gd name="connsiteY6" fmla="*/ 338857 h 441839"/>
                    <a:gd name="connsiteX7" fmla="*/ 72784 w 481569"/>
                    <a:gd name="connsiteY7" fmla="*/ 118512 h 441839"/>
                    <a:gd name="connsiteX8" fmla="*/ 215659 w 481569"/>
                    <a:gd name="connsiteY8" fmla="*/ 25802 h 441839"/>
                    <a:gd name="connsiteX9" fmla="*/ 388379 w 481569"/>
                    <a:gd name="connsiteY9" fmla="*/ 25167 h 441839"/>
                    <a:gd name="connsiteX10" fmla="*/ 436004 w 481569"/>
                    <a:gd name="connsiteY10" fmla="*/ 72792 h 441839"/>
                    <a:gd name="connsiteX11" fmla="*/ 357264 w 481569"/>
                    <a:gd name="connsiteY11" fmla="*/ 208047 h 441839"/>
                    <a:gd name="connsiteX12" fmla="*/ 355359 w 481569"/>
                    <a:gd name="connsiteY12" fmla="*/ 168042 h 441839"/>
                    <a:gd name="connsiteX13" fmla="*/ 335674 w 481569"/>
                    <a:gd name="connsiteY13" fmla="*/ 137562 h 441839"/>
                    <a:gd name="connsiteX14" fmla="*/ 294399 w 481569"/>
                    <a:gd name="connsiteY14" fmla="*/ 120417 h 441839"/>
                    <a:gd name="connsiteX15" fmla="*/ 281064 w 481569"/>
                    <a:gd name="connsiteY15" fmla="*/ 126132 h 441839"/>
                    <a:gd name="connsiteX16" fmla="*/ 137554 w 481569"/>
                    <a:gd name="connsiteY16" fmla="*/ 218842 h 441839"/>
                    <a:gd name="connsiteX17" fmla="*/ 126124 w 481569"/>
                    <a:gd name="connsiteY17" fmla="*/ 274087 h 441839"/>
                    <a:gd name="connsiteX18" fmla="*/ 145809 w 481569"/>
                    <a:gd name="connsiteY18" fmla="*/ 303932 h 441839"/>
                    <a:gd name="connsiteX19" fmla="*/ 200419 w 481569"/>
                    <a:gd name="connsiteY19" fmla="*/ 315362 h 441839"/>
                    <a:gd name="connsiteX20" fmla="*/ 343929 w 481569"/>
                    <a:gd name="connsiteY20" fmla="*/ 222652 h 441839"/>
                    <a:gd name="connsiteX21" fmla="*/ 357264 w 481569"/>
                    <a:gd name="connsiteY21" fmla="*/ 208047 h 441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481569" h="441839">
                      <a:moveTo>
                        <a:pt x="436004" y="72792"/>
                      </a:moveTo>
                      <a:lnTo>
                        <a:pt x="455689" y="102637"/>
                      </a:lnTo>
                      <a:cubicBezTo>
                        <a:pt x="469659" y="123592"/>
                        <a:pt x="477279" y="147087"/>
                        <a:pt x="480454" y="170582"/>
                      </a:cubicBezTo>
                      <a:cubicBezTo>
                        <a:pt x="487439" y="229002"/>
                        <a:pt x="461404" y="288692"/>
                        <a:pt x="408699" y="322982"/>
                      </a:cubicBezTo>
                      <a:lnTo>
                        <a:pt x="265824" y="416327"/>
                      </a:lnTo>
                      <a:cubicBezTo>
                        <a:pt x="192164" y="463952"/>
                        <a:pt x="93104" y="442997"/>
                        <a:pt x="45479" y="369337"/>
                      </a:cubicBezTo>
                      <a:lnTo>
                        <a:pt x="25794" y="338857"/>
                      </a:lnTo>
                      <a:cubicBezTo>
                        <a:pt x="-22466" y="265197"/>
                        <a:pt x="-876" y="166137"/>
                        <a:pt x="72784" y="118512"/>
                      </a:cubicBezTo>
                      <a:lnTo>
                        <a:pt x="215659" y="25802"/>
                      </a:lnTo>
                      <a:cubicBezTo>
                        <a:pt x="269634" y="-9758"/>
                        <a:pt x="337579" y="-7218"/>
                        <a:pt x="388379" y="25167"/>
                      </a:cubicBezTo>
                      <a:cubicBezTo>
                        <a:pt x="406794" y="37232"/>
                        <a:pt x="423304" y="53107"/>
                        <a:pt x="436004" y="72792"/>
                      </a:cubicBezTo>
                      <a:close/>
                      <a:moveTo>
                        <a:pt x="357264" y="208047"/>
                      </a:moveTo>
                      <a:cubicBezTo>
                        <a:pt x="363614" y="195347"/>
                        <a:pt x="363614" y="180107"/>
                        <a:pt x="355359" y="168042"/>
                      </a:cubicBezTo>
                      <a:lnTo>
                        <a:pt x="335674" y="137562"/>
                      </a:lnTo>
                      <a:cubicBezTo>
                        <a:pt x="326784" y="123592"/>
                        <a:pt x="309639" y="117242"/>
                        <a:pt x="294399" y="120417"/>
                      </a:cubicBezTo>
                      <a:cubicBezTo>
                        <a:pt x="289744" y="121261"/>
                        <a:pt x="285299" y="123166"/>
                        <a:pt x="281064" y="126132"/>
                      </a:cubicBezTo>
                      <a:lnTo>
                        <a:pt x="137554" y="218842"/>
                      </a:lnTo>
                      <a:cubicBezTo>
                        <a:pt x="119139" y="230907"/>
                        <a:pt x="114059" y="255672"/>
                        <a:pt x="126124" y="274087"/>
                      </a:cubicBezTo>
                      <a:lnTo>
                        <a:pt x="145809" y="303932"/>
                      </a:lnTo>
                      <a:cubicBezTo>
                        <a:pt x="157239" y="322347"/>
                        <a:pt x="182004" y="327427"/>
                        <a:pt x="200419" y="315362"/>
                      </a:cubicBezTo>
                      <a:lnTo>
                        <a:pt x="343929" y="222652"/>
                      </a:lnTo>
                      <a:cubicBezTo>
                        <a:pt x="349644" y="218842"/>
                        <a:pt x="354089" y="213762"/>
                        <a:pt x="357264" y="208047"/>
                      </a:cubicBezTo>
                      <a:close/>
                    </a:path>
                  </a:pathLst>
                </a:custGeom>
                <a:solidFill>
                  <a:srgbClr val="82ACF8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CC536E75-DE36-BADF-6BA5-68522C7DC06B}"/>
                    </a:ext>
                  </a:extLst>
                </p:cNvPr>
                <p:cNvSpPr/>
                <p:nvPr/>
              </p:nvSpPr>
              <p:spPr>
                <a:xfrm>
                  <a:off x="1511202" y="4665979"/>
                  <a:ext cx="186055" cy="182879"/>
                </a:xfrm>
                <a:custGeom>
                  <a:avLst/>
                  <a:gdLst>
                    <a:gd name="connsiteX0" fmla="*/ 141605 w 186055"/>
                    <a:gd name="connsiteY0" fmla="*/ 47625 h 182879"/>
                    <a:gd name="connsiteX1" fmla="*/ 161290 w 186055"/>
                    <a:gd name="connsiteY1" fmla="*/ 77470 h 182879"/>
                    <a:gd name="connsiteX2" fmla="*/ 186055 w 186055"/>
                    <a:gd name="connsiteY2" fmla="*/ 145415 h 182879"/>
                    <a:gd name="connsiteX3" fmla="*/ 62865 w 186055"/>
                    <a:gd name="connsiteY3" fmla="*/ 182880 h 182879"/>
                    <a:gd name="connsiteX4" fmla="*/ 60960 w 186055"/>
                    <a:gd name="connsiteY4" fmla="*/ 142875 h 182879"/>
                    <a:gd name="connsiteX5" fmla="*/ 41275 w 186055"/>
                    <a:gd name="connsiteY5" fmla="*/ 112395 h 182879"/>
                    <a:gd name="connsiteX6" fmla="*/ 0 w 186055"/>
                    <a:gd name="connsiteY6" fmla="*/ 95250 h 182879"/>
                    <a:gd name="connsiteX7" fmla="*/ 93980 w 186055"/>
                    <a:gd name="connsiteY7" fmla="*/ 0 h 182879"/>
                    <a:gd name="connsiteX8" fmla="*/ 141605 w 186055"/>
                    <a:gd name="connsiteY8" fmla="*/ 47625 h 1828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6055" h="182879">
                      <a:moveTo>
                        <a:pt x="141605" y="47625"/>
                      </a:moveTo>
                      <a:lnTo>
                        <a:pt x="161290" y="77470"/>
                      </a:lnTo>
                      <a:cubicBezTo>
                        <a:pt x="175260" y="98425"/>
                        <a:pt x="182880" y="121920"/>
                        <a:pt x="186055" y="145415"/>
                      </a:cubicBezTo>
                      <a:lnTo>
                        <a:pt x="62865" y="182880"/>
                      </a:lnTo>
                      <a:cubicBezTo>
                        <a:pt x="69215" y="170180"/>
                        <a:pt x="69215" y="154940"/>
                        <a:pt x="60960" y="142875"/>
                      </a:cubicBezTo>
                      <a:lnTo>
                        <a:pt x="41275" y="112395"/>
                      </a:lnTo>
                      <a:cubicBezTo>
                        <a:pt x="32385" y="98425"/>
                        <a:pt x="15240" y="92075"/>
                        <a:pt x="0" y="95250"/>
                      </a:cubicBezTo>
                      <a:lnTo>
                        <a:pt x="93980" y="0"/>
                      </a:lnTo>
                      <a:cubicBezTo>
                        <a:pt x="112395" y="12065"/>
                        <a:pt x="128905" y="27940"/>
                        <a:pt x="141605" y="47625"/>
                      </a:cubicBezTo>
                      <a:close/>
                    </a:path>
                  </a:pathLst>
                </a:custGeom>
                <a:solidFill>
                  <a:srgbClr val="0D5BD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791182AA-0347-EDB0-5F90-92147046731C}"/>
                    </a:ext>
                  </a:extLst>
                </p:cNvPr>
                <p:cNvSpPr/>
                <p:nvPr/>
              </p:nvSpPr>
              <p:spPr>
                <a:xfrm>
                  <a:off x="1218466" y="4869815"/>
                  <a:ext cx="179705" cy="189864"/>
                </a:xfrm>
                <a:custGeom>
                  <a:avLst/>
                  <a:gdLst>
                    <a:gd name="connsiteX0" fmla="*/ 24130 w 179705"/>
                    <a:gd name="connsiteY0" fmla="*/ 109855 h 189864"/>
                    <a:gd name="connsiteX1" fmla="*/ 43815 w 179705"/>
                    <a:gd name="connsiteY1" fmla="*/ 140335 h 189864"/>
                    <a:gd name="connsiteX2" fmla="*/ 95885 w 179705"/>
                    <a:gd name="connsiteY2" fmla="*/ 189865 h 189864"/>
                    <a:gd name="connsiteX3" fmla="*/ 179705 w 179705"/>
                    <a:gd name="connsiteY3" fmla="*/ 92710 h 189864"/>
                    <a:gd name="connsiteX4" fmla="*/ 144145 w 179705"/>
                    <a:gd name="connsiteY4" fmla="*/ 74930 h 189864"/>
                    <a:gd name="connsiteX5" fmla="*/ 124460 w 179705"/>
                    <a:gd name="connsiteY5" fmla="*/ 45085 h 189864"/>
                    <a:gd name="connsiteX6" fmla="*/ 125730 w 179705"/>
                    <a:gd name="connsiteY6" fmla="*/ 0 h 189864"/>
                    <a:gd name="connsiteX7" fmla="*/ 0 w 179705"/>
                    <a:gd name="connsiteY7" fmla="*/ 46990 h 189864"/>
                    <a:gd name="connsiteX8" fmla="*/ 24130 w 179705"/>
                    <a:gd name="connsiteY8" fmla="*/ 109855 h 1898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9705" h="189864">
                      <a:moveTo>
                        <a:pt x="24130" y="109855"/>
                      </a:moveTo>
                      <a:lnTo>
                        <a:pt x="43815" y="140335"/>
                      </a:lnTo>
                      <a:cubicBezTo>
                        <a:pt x="57150" y="161290"/>
                        <a:pt x="75565" y="177800"/>
                        <a:pt x="95885" y="189865"/>
                      </a:cubicBezTo>
                      <a:lnTo>
                        <a:pt x="179705" y="92710"/>
                      </a:lnTo>
                      <a:cubicBezTo>
                        <a:pt x="165735" y="93980"/>
                        <a:pt x="151765" y="87630"/>
                        <a:pt x="144145" y="74930"/>
                      </a:cubicBezTo>
                      <a:lnTo>
                        <a:pt x="124460" y="45085"/>
                      </a:lnTo>
                      <a:cubicBezTo>
                        <a:pt x="115570" y="30480"/>
                        <a:pt x="116205" y="12700"/>
                        <a:pt x="125730" y="0"/>
                      </a:cubicBezTo>
                      <a:lnTo>
                        <a:pt x="0" y="46990"/>
                      </a:lnTo>
                      <a:cubicBezTo>
                        <a:pt x="3810" y="69215"/>
                        <a:pt x="11430" y="90170"/>
                        <a:pt x="24130" y="109855"/>
                      </a:cubicBezTo>
                      <a:close/>
                    </a:path>
                  </a:pathLst>
                </a:custGeom>
                <a:solidFill>
                  <a:srgbClr val="B2B0A1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175FC012-B2E2-7FB3-02F4-42CEA5ACEECD}"/>
                    </a:ext>
                  </a:extLst>
                </p:cNvPr>
                <p:cNvSpPr/>
                <p:nvPr/>
              </p:nvSpPr>
              <p:spPr>
                <a:xfrm>
                  <a:off x="2004496" y="4226272"/>
                  <a:ext cx="400438" cy="300574"/>
                </a:xfrm>
                <a:custGeom>
                  <a:avLst/>
                  <a:gdLst>
                    <a:gd name="connsiteX0" fmla="*/ 390626 w 400438"/>
                    <a:gd name="connsiteY0" fmla="*/ 84107 h 300574"/>
                    <a:gd name="connsiteX1" fmla="*/ 62331 w 400438"/>
                    <a:gd name="connsiteY1" fmla="*/ 296832 h 300574"/>
                    <a:gd name="connsiteX2" fmla="*/ 31851 w 400438"/>
                    <a:gd name="connsiteY2" fmla="*/ 290482 h 300574"/>
                    <a:gd name="connsiteX3" fmla="*/ 3276 w 400438"/>
                    <a:gd name="connsiteY3" fmla="*/ 246667 h 300574"/>
                    <a:gd name="connsiteX4" fmla="*/ 10261 w 400438"/>
                    <a:gd name="connsiteY4" fmla="*/ 216187 h 300574"/>
                    <a:gd name="connsiteX5" fmla="*/ 337921 w 400438"/>
                    <a:gd name="connsiteY5" fmla="*/ 3462 h 300574"/>
                    <a:gd name="connsiteX6" fmla="*/ 368401 w 400438"/>
                    <a:gd name="connsiteY6" fmla="*/ 9812 h 300574"/>
                    <a:gd name="connsiteX7" fmla="*/ 396976 w 400438"/>
                    <a:gd name="connsiteY7" fmla="*/ 53627 h 300574"/>
                    <a:gd name="connsiteX8" fmla="*/ 390626 w 400438"/>
                    <a:gd name="connsiteY8" fmla="*/ 84107 h 300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438" h="300574">
                      <a:moveTo>
                        <a:pt x="390626" y="84107"/>
                      </a:moveTo>
                      <a:lnTo>
                        <a:pt x="62331" y="296832"/>
                      </a:lnTo>
                      <a:cubicBezTo>
                        <a:pt x="52171" y="303817"/>
                        <a:pt x="38201" y="300642"/>
                        <a:pt x="31851" y="290482"/>
                      </a:cubicBezTo>
                      <a:lnTo>
                        <a:pt x="3276" y="246667"/>
                      </a:lnTo>
                      <a:cubicBezTo>
                        <a:pt x="-3074" y="236507"/>
                        <a:pt x="101" y="223172"/>
                        <a:pt x="10261" y="216187"/>
                      </a:cubicBezTo>
                      <a:lnTo>
                        <a:pt x="337921" y="3462"/>
                      </a:lnTo>
                      <a:cubicBezTo>
                        <a:pt x="348081" y="-2888"/>
                        <a:pt x="362051" y="-348"/>
                        <a:pt x="368401" y="9812"/>
                      </a:cubicBezTo>
                      <a:lnTo>
                        <a:pt x="396976" y="53627"/>
                      </a:lnTo>
                      <a:cubicBezTo>
                        <a:pt x="403326" y="63787"/>
                        <a:pt x="400786" y="77122"/>
                        <a:pt x="390626" y="84107"/>
                      </a:cubicBezTo>
                      <a:close/>
                    </a:path>
                  </a:pathLst>
                </a:custGeom>
                <a:solidFill>
                  <a:srgbClr val="0541A1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69C181A2-6079-6884-A98F-4AE7FF109C42}"/>
                    </a:ext>
                  </a:extLst>
                </p:cNvPr>
                <p:cNvSpPr/>
                <p:nvPr/>
              </p:nvSpPr>
              <p:spPr>
                <a:xfrm>
                  <a:off x="3733118" y="3006640"/>
                  <a:ext cx="481145" cy="441802"/>
                </a:xfrm>
                <a:custGeom>
                  <a:avLst/>
                  <a:gdLst>
                    <a:gd name="connsiteX0" fmla="*/ 436194 w 481145"/>
                    <a:gd name="connsiteY0" fmla="*/ 72474 h 441802"/>
                    <a:gd name="connsiteX1" fmla="*/ 455879 w 481145"/>
                    <a:gd name="connsiteY1" fmla="*/ 102954 h 441802"/>
                    <a:gd name="connsiteX2" fmla="*/ 480009 w 481145"/>
                    <a:gd name="connsiteY2" fmla="*/ 170899 h 441802"/>
                    <a:gd name="connsiteX3" fmla="*/ 408889 w 481145"/>
                    <a:gd name="connsiteY3" fmla="*/ 323300 h 441802"/>
                    <a:gd name="connsiteX4" fmla="*/ 266014 w 481145"/>
                    <a:gd name="connsiteY4" fmla="*/ 416009 h 441802"/>
                    <a:gd name="connsiteX5" fmla="*/ 45034 w 481145"/>
                    <a:gd name="connsiteY5" fmla="*/ 369019 h 441802"/>
                    <a:gd name="connsiteX6" fmla="*/ 25984 w 481145"/>
                    <a:gd name="connsiteY6" fmla="*/ 339175 h 441802"/>
                    <a:gd name="connsiteX7" fmla="*/ 72339 w 481145"/>
                    <a:gd name="connsiteY7" fmla="*/ 118829 h 441802"/>
                    <a:gd name="connsiteX8" fmla="*/ 215849 w 481145"/>
                    <a:gd name="connsiteY8" fmla="*/ 25484 h 441802"/>
                    <a:gd name="connsiteX9" fmla="*/ 388569 w 481145"/>
                    <a:gd name="connsiteY9" fmla="*/ 25484 h 441802"/>
                    <a:gd name="connsiteX10" fmla="*/ 436194 w 481145"/>
                    <a:gd name="connsiteY10" fmla="*/ 72474 h 441802"/>
                    <a:gd name="connsiteX11" fmla="*/ 357454 w 481145"/>
                    <a:gd name="connsiteY11" fmla="*/ 207729 h 441802"/>
                    <a:gd name="connsiteX12" fmla="*/ 355549 w 481145"/>
                    <a:gd name="connsiteY12" fmla="*/ 167724 h 441802"/>
                    <a:gd name="connsiteX13" fmla="*/ 335864 w 481145"/>
                    <a:gd name="connsiteY13" fmla="*/ 137879 h 441802"/>
                    <a:gd name="connsiteX14" fmla="*/ 294589 w 481145"/>
                    <a:gd name="connsiteY14" fmla="*/ 120734 h 441802"/>
                    <a:gd name="connsiteX15" fmla="*/ 280619 w 481145"/>
                    <a:gd name="connsiteY15" fmla="*/ 125814 h 441802"/>
                    <a:gd name="connsiteX16" fmla="*/ 137744 w 481145"/>
                    <a:gd name="connsiteY16" fmla="*/ 219159 h 441802"/>
                    <a:gd name="connsiteX17" fmla="*/ 126314 w 481145"/>
                    <a:gd name="connsiteY17" fmla="*/ 273769 h 441802"/>
                    <a:gd name="connsiteX18" fmla="*/ 145364 w 481145"/>
                    <a:gd name="connsiteY18" fmla="*/ 304250 h 441802"/>
                    <a:gd name="connsiteX19" fmla="*/ 200609 w 481145"/>
                    <a:gd name="connsiteY19" fmla="*/ 315680 h 441802"/>
                    <a:gd name="connsiteX20" fmla="*/ 343484 w 481145"/>
                    <a:gd name="connsiteY20" fmla="*/ 222969 h 441802"/>
                    <a:gd name="connsiteX21" fmla="*/ 357454 w 481145"/>
                    <a:gd name="connsiteY21" fmla="*/ 207729 h 4418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481145" h="441802">
                      <a:moveTo>
                        <a:pt x="436194" y="72474"/>
                      </a:moveTo>
                      <a:lnTo>
                        <a:pt x="455879" y="102954"/>
                      </a:lnTo>
                      <a:cubicBezTo>
                        <a:pt x="469214" y="123909"/>
                        <a:pt x="477469" y="147404"/>
                        <a:pt x="480009" y="170899"/>
                      </a:cubicBezTo>
                      <a:cubicBezTo>
                        <a:pt x="486994" y="228684"/>
                        <a:pt x="461594" y="289009"/>
                        <a:pt x="408889" y="323300"/>
                      </a:cubicBezTo>
                      <a:lnTo>
                        <a:pt x="266014" y="416009"/>
                      </a:lnTo>
                      <a:cubicBezTo>
                        <a:pt x="192354" y="464269"/>
                        <a:pt x="93294" y="442680"/>
                        <a:pt x="45034" y="369019"/>
                      </a:cubicBezTo>
                      <a:lnTo>
                        <a:pt x="25984" y="339175"/>
                      </a:lnTo>
                      <a:cubicBezTo>
                        <a:pt x="-22276" y="265514"/>
                        <a:pt x="-1321" y="166454"/>
                        <a:pt x="72339" y="118829"/>
                      </a:cubicBezTo>
                      <a:lnTo>
                        <a:pt x="215849" y="25484"/>
                      </a:lnTo>
                      <a:cubicBezTo>
                        <a:pt x="269824" y="-9441"/>
                        <a:pt x="337769" y="-7536"/>
                        <a:pt x="388569" y="25484"/>
                      </a:cubicBezTo>
                      <a:cubicBezTo>
                        <a:pt x="406984" y="36914"/>
                        <a:pt x="423494" y="52789"/>
                        <a:pt x="436194" y="72474"/>
                      </a:cubicBezTo>
                      <a:close/>
                      <a:moveTo>
                        <a:pt x="357454" y="207729"/>
                      </a:moveTo>
                      <a:cubicBezTo>
                        <a:pt x="363804" y="195664"/>
                        <a:pt x="363169" y="180424"/>
                        <a:pt x="355549" y="167724"/>
                      </a:cubicBezTo>
                      <a:lnTo>
                        <a:pt x="335864" y="137879"/>
                      </a:lnTo>
                      <a:cubicBezTo>
                        <a:pt x="326339" y="123909"/>
                        <a:pt x="309829" y="117559"/>
                        <a:pt x="294589" y="120734"/>
                      </a:cubicBezTo>
                      <a:cubicBezTo>
                        <a:pt x="289509" y="121579"/>
                        <a:pt x="284855" y="123274"/>
                        <a:pt x="280619" y="125814"/>
                      </a:cubicBezTo>
                      <a:lnTo>
                        <a:pt x="137744" y="219159"/>
                      </a:lnTo>
                      <a:cubicBezTo>
                        <a:pt x="119329" y="231224"/>
                        <a:pt x="114249" y="255354"/>
                        <a:pt x="126314" y="273769"/>
                      </a:cubicBezTo>
                      <a:lnTo>
                        <a:pt x="145364" y="304250"/>
                      </a:lnTo>
                      <a:cubicBezTo>
                        <a:pt x="157429" y="322664"/>
                        <a:pt x="182194" y="327744"/>
                        <a:pt x="200609" y="315680"/>
                      </a:cubicBezTo>
                      <a:lnTo>
                        <a:pt x="343484" y="222969"/>
                      </a:lnTo>
                      <a:cubicBezTo>
                        <a:pt x="349834" y="219159"/>
                        <a:pt x="354279" y="214079"/>
                        <a:pt x="357454" y="207729"/>
                      </a:cubicBezTo>
                      <a:close/>
                    </a:path>
                  </a:pathLst>
                </a:custGeom>
                <a:solidFill>
                  <a:srgbClr val="82ACF8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5" name="Freeform: Shape 64">
                  <a:extLst>
                    <a:ext uri="{FF2B5EF4-FFF2-40B4-BE49-F238E27FC236}">
                      <a16:creationId xmlns:a16="http://schemas.microsoft.com/office/drawing/2014/main" id="{06E9A7C0-5D6C-D6B4-2CD5-27847689F1E1}"/>
                    </a:ext>
                  </a:extLst>
                </p:cNvPr>
                <p:cNvSpPr/>
                <p:nvPr/>
              </p:nvSpPr>
              <p:spPr>
                <a:xfrm>
                  <a:off x="4027706" y="3032125"/>
                  <a:ext cx="185420" cy="182245"/>
                </a:xfrm>
                <a:custGeom>
                  <a:avLst/>
                  <a:gdLst>
                    <a:gd name="connsiteX0" fmla="*/ 141605 w 185420"/>
                    <a:gd name="connsiteY0" fmla="*/ 46990 h 182245"/>
                    <a:gd name="connsiteX1" fmla="*/ 161290 w 185420"/>
                    <a:gd name="connsiteY1" fmla="*/ 77470 h 182245"/>
                    <a:gd name="connsiteX2" fmla="*/ 185420 w 185420"/>
                    <a:gd name="connsiteY2" fmla="*/ 145415 h 182245"/>
                    <a:gd name="connsiteX3" fmla="*/ 62865 w 185420"/>
                    <a:gd name="connsiteY3" fmla="*/ 182245 h 182245"/>
                    <a:gd name="connsiteX4" fmla="*/ 60960 w 185420"/>
                    <a:gd name="connsiteY4" fmla="*/ 142240 h 182245"/>
                    <a:gd name="connsiteX5" fmla="*/ 41275 w 185420"/>
                    <a:gd name="connsiteY5" fmla="*/ 112395 h 182245"/>
                    <a:gd name="connsiteX6" fmla="*/ 0 w 185420"/>
                    <a:gd name="connsiteY6" fmla="*/ 95250 h 182245"/>
                    <a:gd name="connsiteX7" fmla="*/ 93980 w 185420"/>
                    <a:gd name="connsiteY7" fmla="*/ 0 h 182245"/>
                    <a:gd name="connsiteX8" fmla="*/ 141605 w 185420"/>
                    <a:gd name="connsiteY8" fmla="*/ 46990 h 1822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5420" h="182245">
                      <a:moveTo>
                        <a:pt x="141605" y="46990"/>
                      </a:moveTo>
                      <a:lnTo>
                        <a:pt x="161290" y="77470"/>
                      </a:lnTo>
                      <a:cubicBezTo>
                        <a:pt x="174625" y="98425"/>
                        <a:pt x="182880" y="121920"/>
                        <a:pt x="185420" y="145415"/>
                      </a:cubicBezTo>
                      <a:lnTo>
                        <a:pt x="62865" y="182245"/>
                      </a:lnTo>
                      <a:cubicBezTo>
                        <a:pt x="69215" y="170180"/>
                        <a:pt x="68580" y="154940"/>
                        <a:pt x="60960" y="142240"/>
                      </a:cubicBezTo>
                      <a:lnTo>
                        <a:pt x="41275" y="112395"/>
                      </a:lnTo>
                      <a:cubicBezTo>
                        <a:pt x="31750" y="98425"/>
                        <a:pt x="15240" y="92075"/>
                        <a:pt x="0" y="95250"/>
                      </a:cubicBezTo>
                      <a:lnTo>
                        <a:pt x="93980" y="0"/>
                      </a:lnTo>
                      <a:cubicBezTo>
                        <a:pt x="112395" y="11430"/>
                        <a:pt x="128905" y="27305"/>
                        <a:pt x="141605" y="46990"/>
                      </a:cubicBezTo>
                      <a:close/>
                    </a:path>
                  </a:pathLst>
                </a:custGeom>
                <a:solidFill>
                  <a:srgbClr val="0D5BD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C8BF78EB-F7EA-ACDC-7BE8-3EF4FEFCD320}"/>
                    </a:ext>
                  </a:extLst>
                </p:cNvPr>
                <p:cNvSpPr/>
                <p:nvPr/>
              </p:nvSpPr>
              <p:spPr>
                <a:xfrm>
                  <a:off x="3230034" y="3333588"/>
                  <a:ext cx="481288" cy="441598"/>
                </a:xfrm>
                <a:custGeom>
                  <a:avLst/>
                  <a:gdLst>
                    <a:gd name="connsiteX0" fmla="*/ 435723 w 481288"/>
                    <a:gd name="connsiteY0" fmla="*/ 72551 h 441598"/>
                    <a:gd name="connsiteX1" fmla="*/ 455408 w 481288"/>
                    <a:gd name="connsiteY1" fmla="*/ 102396 h 441598"/>
                    <a:gd name="connsiteX2" fmla="*/ 480173 w 481288"/>
                    <a:gd name="connsiteY2" fmla="*/ 170341 h 441598"/>
                    <a:gd name="connsiteX3" fmla="*/ 408418 w 481288"/>
                    <a:gd name="connsiteY3" fmla="*/ 322741 h 441598"/>
                    <a:gd name="connsiteX4" fmla="*/ 265543 w 481288"/>
                    <a:gd name="connsiteY4" fmla="*/ 416086 h 441598"/>
                    <a:gd name="connsiteX5" fmla="*/ 45198 w 481288"/>
                    <a:gd name="connsiteY5" fmla="*/ 369096 h 441598"/>
                    <a:gd name="connsiteX6" fmla="*/ 25513 w 481288"/>
                    <a:gd name="connsiteY6" fmla="*/ 339251 h 441598"/>
                    <a:gd name="connsiteX7" fmla="*/ 72503 w 481288"/>
                    <a:gd name="connsiteY7" fmla="*/ 118271 h 441598"/>
                    <a:gd name="connsiteX8" fmla="*/ 215378 w 481288"/>
                    <a:gd name="connsiteY8" fmla="*/ 25561 h 441598"/>
                    <a:gd name="connsiteX9" fmla="*/ 388098 w 481288"/>
                    <a:gd name="connsiteY9" fmla="*/ 24926 h 441598"/>
                    <a:gd name="connsiteX10" fmla="*/ 435723 w 481288"/>
                    <a:gd name="connsiteY10" fmla="*/ 72551 h 441598"/>
                    <a:gd name="connsiteX11" fmla="*/ 356983 w 481288"/>
                    <a:gd name="connsiteY11" fmla="*/ 207806 h 441598"/>
                    <a:gd name="connsiteX12" fmla="*/ 355078 w 481288"/>
                    <a:gd name="connsiteY12" fmla="*/ 167801 h 441598"/>
                    <a:gd name="connsiteX13" fmla="*/ 335393 w 481288"/>
                    <a:gd name="connsiteY13" fmla="*/ 137321 h 441598"/>
                    <a:gd name="connsiteX14" fmla="*/ 294118 w 481288"/>
                    <a:gd name="connsiteY14" fmla="*/ 120176 h 441598"/>
                    <a:gd name="connsiteX15" fmla="*/ 280783 w 481288"/>
                    <a:gd name="connsiteY15" fmla="*/ 125891 h 441598"/>
                    <a:gd name="connsiteX16" fmla="*/ 137273 w 481288"/>
                    <a:gd name="connsiteY16" fmla="*/ 218601 h 441598"/>
                    <a:gd name="connsiteX17" fmla="*/ 125843 w 481288"/>
                    <a:gd name="connsiteY17" fmla="*/ 273846 h 441598"/>
                    <a:gd name="connsiteX18" fmla="*/ 145528 w 481288"/>
                    <a:gd name="connsiteY18" fmla="*/ 303691 h 441598"/>
                    <a:gd name="connsiteX19" fmla="*/ 200138 w 481288"/>
                    <a:gd name="connsiteY19" fmla="*/ 315756 h 441598"/>
                    <a:gd name="connsiteX20" fmla="*/ 343648 w 481288"/>
                    <a:gd name="connsiteY20" fmla="*/ 222411 h 441598"/>
                    <a:gd name="connsiteX21" fmla="*/ 356983 w 481288"/>
                    <a:gd name="connsiteY21" fmla="*/ 207806 h 4415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481288" h="441598">
                      <a:moveTo>
                        <a:pt x="435723" y="72551"/>
                      </a:moveTo>
                      <a:lnTo>
                        <a:pt x="455408" y="102396"/>
                      </a:lnTo>
                      <a:cubicBezTo>
                        <a:pt x="469378" y="123986"/>
                        <a:pt x="477633" y="146846"/>
                        <a:pt x="480173" y="170341"/>
                      </a:cubicBezTo>
                      <a:cubicBezTo>
                        <a:pt x="487158" y="228761"/>
                        <a:pt x="461123" y="289086"/>
                        <a:pt x="408418" y="322741"/>
                      </a:cubicBezTo>
                      <a:lnTo>
                        <a:pt x="265543" y="416086"/>
                      </a:lnTo>
                      <a:cubicBezTo>
                        <a:pt x="191883" y="463711"/>
                        <a:pt x="92823" y="442756"/>
                        <a:pt x="45198" y="369096"/>
                      </a:cubicBezTo>
                      <a:lnTo>
                        <a:pt x="25513" y="339251"/>
                      </a:lnTo>
                      <a:cubicBezTo>
                        <a:pt x="-22112" y="265591"/>
                        <a:pt x="-1157" y="166531"/>
                        <a:pt x="72503" y="118271"/>
                      </a:cubicBezTo>
                      <a:lnTo>
                        <a:pt x="215378" y="25561"/>
                      </a:lnTo>
                      <a:cubicBezTo>
                        <a:pt x="269353" y="-9364"/>
                        <a:pt x="337298" y="-7459"/>
                        <a:pt x="388098" y="24926"/>
                      </a:cubicBezTo>
                      <a:cubicBezTo>
                        <a:pt x="407148" y="36991"/>
                        <a:pt x="423023" y="52866"/>
                        <a:pt x="435723" y="72551"/>
                      </a:cubicBezTo>
                      <a:close/>
                      <a:moveTo>
                        <a:pt x="356983" y="207806"/>
                      </a:moveTo>
                      <a:cubicBezTo>
                        <a:pt x="363333" y="195741"/>
                        <a:pt x="363333" y="180501"/>
                        <a:pt x="355078" y="167801"/>
                      </a:cubicBezTo>
                      <a:lnTo>
                        <a:pt x="335393" y="137321"/>
                      </a:lnTo>
                      <a:cubicBezTo>
                        <a:pt x="326503" y="123351"/>
                        <a:pt x="309993" y="117001"/>
                        <a:pt x="294118" y="120176"/>
                      </a:cubicBezTo>
                      <a:cubicBezTo>
                        <a:pt x="289463" y="121446"/>
                        <a:pt x="285018" y="123351"/>
                        <a:pt x="280783" y="125891"/>
                      </a:cubicBezTo>
                      <a:lnTo>
                        <a:pt x="137273" y="218601"/>
                      </a:lnTo>
                      <a:cubicBezTo>
                        <a:pt x="119493" y="230666"/>
                        <a:pt x="113778" y="255431"/>
                        <a:pt x="125843" y="273846"/>
                      </a:cubicBezTo>
                      <a:lnTo>
                        <a:pt x="145528" y="303691"/>
                      </a:lnTo>
                      <a:cubicBezTo>
                        <a:pt x="157593" y="322106"/>
                        <a:pt x="181723" y="327821"/>
                        <a:pt x="200138" y="315756"/>
                      </a:cubicBezTo>
                      <a:lnTo>
                        <a:pt x="343648" y="222411"/>
                      </a:lnTo>
                      <a:cubicBezTo>
                        <a:pt x="349363" y="218601"/>
                        <a:pt x="353808" y="213521"/>
                        <a:pt x="356983" y="207806"/>
                      </a:cubicBezTo>
                      <a:close/>
                    </a:path>
                  </a:pathLst>
                </a:custGeom>
                <a:solidFill>
                  <a:srgbClr val="82ACF8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7" name="Freeform: Shape 66">
                  <a:extLst>
                    <a:ext uri="{FF2B5EF4-FFF2-40B4-BE49-F238E27FC236}">
                      <a16:creationId xmlns:a16="http://schemas.microsoft.com/office/drawing/2014/main" id="{87935C5E-F5BB-F12F-1664-9900FE6D0E97}"/>
                    </a:ext>
                  </a:extLst>
                </p:cNvPr>
                <p:cNvSpPr/>
                <p:nvPr/>
              </p:nvSpPr>
              <p:spPr>
                <a:xfrm>
                  <a:off x="3524152" y="3358515"/>
                  <a:ext cx="186054" cy="182879"/>
                </a:xfrm>
                <a:custGeom>
                  <a:avLst/>
                  <a:gdLst>
                    <a:gd name="connsiteX0" fmla="*/ 141605 w 186054"/>
                    <a:gd name="connsiteY0" fmla="*/ 47625 h 182879"/>
                    <a:gd name="connsiteX1" fmla="*/ 161290 w 186054"/>
                    <a:gd name="connsiteY1" fmla="*/ 77470 h 182879"/>
                    <a:gd name="connsiteX2" fmla="*/ 186055 w 186054"/>
                    <a:gd name="connsiteY2" fmla="*/ 145415 h 182879"/>
                    <a:gd name="connsiteX3" fmla="*/ 62865 w 186054"/>
                    <a:gd name="connsiteY3" fmla="*/ 182880 h 182879"/>
                    <a:gd name="connsiteX4" fmla="*/ 60960 w 186054"/>
                    <a:gd name="connsiteY4" fmla="*/ 142875 h 182879"/>
                    <a:gd name="connsiteX5" fmla="*/ 41275 w 186054"/>
                    <a:gd name="connsiteY5" fmla="*/ 112395 h 182879"/>
                    <a:gd name="connsiteX6" fmla="*/ 0 w 186054"/>
                    <a:gd name="connsiteY6" fmla="*/ 95250 h 182879"/>
                    <a:gd name="connsiteX7" fmla="*/ 93980 w 186054"/>
                    <a:gd name="connsiteY7" fmla="*/ 0 h 182879"/>
                    <a:gd name="connsiteX8" fmla="*/ 141605 w 186054"/>
                    <a:gd name="connsiteY8" fmla="*/ 47625 h 1828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6054" h="182879">
                      <a:moveTo>
                        <a:pt x="141605" y="47625"/>
                      </a:moveTo>
                      <a:lnTo>
                        <a:pt x="161290" y="77470"/>
                      </a:lnTo>
                      <a:cubicBezTo>
                        <a:pt x="175260" y="99060"/>
                        <a:pt x="183515" y="121920"/>
                        <a:pt x="186055" y="145415"/>
                      </a:cubicBezTo>
                      <a:lnTo>
                        <a:pt x="62865" y="182880"/>
                      </a:lnTo>
                      <a:cubicBezTo>
                        <a:pt x="69215" y="170815"/>
                        <a:pt x="69215" y="155575"/>
                        <a:pt x="60960" y="142875"/>
                      </a:cubicBezTo>
                      <a:lnTo>
                        <a:pt x="41275" y="112395"/>
                      </a:lnTo>
                      <a:cubicBezTo>
                        <a:pt x="32385" y="98425"/>
                        <a:pt x="15875" y="92075"/>
                        <a:pt x="0" y="95250"/>
                      </a:cubicBezTo>
                      <a:lnTo>
                        <a:pt x="93980" y="0"/>
                      </a:lnTo>
                      <a:cubicBezTo>
                        <a:pt x="113030" y="12065"/>
                        <a:pt x="128905" y="27940"/>
                        <a:pt x="141605" y="47625"/>
                      </a:cubicBezTo>
                      <a:close/>
                    </a:path>
                  </a:pathLst>
                </a:custGeom>
                <a:solidFill>
                  <a:srgbClr val="0D5BD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64EEF799-8541-C858-9969-DA4EE39CD725}"/>
                    </a:ext>
                  </a:extLst>
                </p:cNvPr>
                <p:cNvSpPr/>
                <p:nvPr/>
              </p:nvSpPr>
              <p:spPr>
                <a:xfrm>
                  <a:off x="3232052" y="3562350"/>
                  <a:ext cx="179070" cy="190500"/>
                </a:xfrm>
                <a:custGeom>
                  <a:avLst/>
                  <a:gdLst>
                    <a:gd name="connsiteX0" fmla="*/ 23495 w 179070"/>
                    <a:gd name="connsiteY0" fmla="*/ 110490 h 190500"/>
                    <a:gd name="connsiteX1" fmla="*/ 43180 w 179070"/>
                    <a:gd name="connsiteY1" fmla="*/ 140335 h 190500"/>
                    <a:gd name="connsiteX2" fmla="*/ 95250 w 179070"/>
                    <a:gd name="connsiteY2" fmla="*/ 190500 h 190500"/>
                    <a:gd name="connsiteX3" fmla="*/ 179070 w 179070"/>
                    <a:gd name="connsiteY3" fmla="*/ 93345 h 190500"/>
                    <a:gd name="connsiteX4" fmla="*/ 143510 w 179070"/>
                    <a:gd name="connsiteY4" fmla="*/ 74930 h 190500"/>
                    <a:gd name="connsiteX5" fmla="*/ 123825 w 179070"/>
                    <a:gd name="connsiteY5" fmla="*/ 45085 h 190500"/>
                    <a:gd name="connsiteX6" fmla="*/ 125095 w 179070"/>
                    <a:gd name="connsiteY6" fmla="*/ 0 h 190500"/>
                    <a:gd name="connsiteX7" fmla="*/ 0 w 179070"/>
                    <a:gd name="connsiteY7" fmla="*/ 47625 h 190500"/>
                    <a:gd name="connsiteX8" fmla="*/ 23495 w 179070"/>
                    <a:gd name="connsiteY8" fmla="*/ 11049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9070" h="190500">
                      <a:moveTo>
                        <a:pt x="23495" y="110490"/>
                      </a:moveTo>
                      <a:lnTo>
                        <a:pt x="43180" y="140335"/>
                      </a:lnTo>
                      <a:cubicBezTo>
                        <a:pt x="57150" y="161290"/>
                        <a:pt x="74930" y="178435"/>
                        <a:pt x="95250" y="190500"/>
                      </a:cubicBezTo>
                      <a:lnTo>
                        <a:pt x="179070" y="93345"/>
                      </a:lnTo>
                      <a:cubicBezTo>
                        <a:pt x="165735" y="93980"/>
                        <a:pt x="151765" y="87630"/>
                        <a:pt x="143510" y="74930"/>
                      </a:cubicBezTo>
                      <a:lnTo>
                        <a:pt x="123825" y="45085"/>
                      </a:lnTo>
                      <a:cubicBezTo>
                        <a:pt x="114935" y="31115"/>
                        <a:pt x="115570" y="13335"/>
                        <a:pt x="125095" y="0"/>
                      </a:cubicBezTo>
                      <a:lnTo>
                        <a:pt x="0" y="47625"/>
                      </a:lnTo>
                      <a:cubicBezTo>
                        <a:pt x="3175" y="69215"/>
                        <a:pt x="10795" y="90805"/>
                        <a:pt x="23495" y="110490"/>
                      </a:cubicBezTo>
                      <a:close/>
                    </a:path>
                  </a:pathLst>
                </a:custGeom>
                <a:solidFill>
                  <a:srgbClr val="0D5BD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01B03866-859C-DA50-4129-C37D572903CA}"/>
                    </a:ext>
                  </a:extLst>
                </p:cNvPr>
                <p:cNvSpPr/>
                <p:nvPr/>
              </p:nvSpPr>
              <p:spPr>
                <a:xfrm>
                  <a:off x="4017614" y="2918808"/>
                  <a:ext cx="400269" cy="300742"/>
                </a:xfrm>
                <a:custGeom>
                  <a:avLst/>
                  <a:gdLst>
                    <a:gd name="connsiteX0" fmla="*/ 390457 w 400269"/>
                    <a:gd name="connsiteY0" fmla="*/ 84107 h 300742"/>
                    <a:gd name="connsiteX1" fmla="*/ 62162 w 400269"/>
                    <a:gd name="connsiteY1" fmla="*/ 297467 h 300742"/>
                    <a:gd name="connsiteX2" fmla="*/ 31682 w 400269"/>
                    <a:gd name="connsiteY2" fmla="*/ 290482 h 300742"/>
                    <a:gd name="connsiteX3" fmla="*/ 3742 w 400269"/>
                    <a:gd name="connsiteY3" fmla="*/ 247302 h 300742"/>
                    <a:gd name="connsiteX4" fmla="*/ 10092 w 400269"/>
                    <a:gd name="connsiteY4" fmla="*/ 216822 h 300742"/>
                    <a:gd name="connsiteX5" fmla="*/ 337752 w 400269"/>
                    <a:gd name="connsiteY5" fmla="*/ 3462 h 300742"/>
                    <a:gd name="connsiteX6" fmla="*/ 368232 w 400269"/>
                    <a:gd name="connsiteY6" fmla="*/ 9812 h 300742"/>
                    <a:gd name="connsiteX7" fmla="*/ 396807 w 400269"/>
                    <a:gd name="connsiteY7" fmla="*/ 53627 h 300742"/>
                    <a:gd name="connsiteX8" fmla="*/ 390457 w 400269"/>
                    <a:gd name="connsiteY8" fmla="*/ 84107 h 3007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269" h="300742">
                      <a:moveTo>
                        <a:pt x="390457" y="84107"/>
                      </a:moveTo>
                      <a:lnTo>
                        <a:pt x="62162" y="297467"/>
                      </a:lnTo>
                      <a:cubicBezTo>
                        <a:pt x="52002" y="303817"/>
                        <a:pt x="38667" y="300642"/>
                        <a:pt x="31682" y="290482"/>
                      </a:cubicBezTo>
                      <a:lnTo>
                        <a:pt x="3742" y="247302"/>
                      </a:lnTo>
                      <a:cubicBezTo>
                        <a:pt x="-3243" y="237142"/>
                        <a:pt x="-68" y="223172"/>
                        <a:pt x="10092" y="216822"/>
                      </a:cubicBezTo>
                      <a:lnTo>
                        <a:pt x="337752" y="3462"/>
                      </a:lnTo>
                      <a:cubicBezTo>
                        <a:pt x="347912" y="-2888"/>
                        <a:pt x="361882" y="-348"/>
                        <a:pt x="368232" y="9812"/>
                      </a:cubicBezTo>
                      <a:lnTo>
                        <a:pt x="396807" y="53627"/>
                      </a:lnTo>
                      <a:cubicBezTo>
                        <a:pt x="403157" y="63787"/>
                        <a:pt x="400617" y="77757"/>
                        <a:pt x="390457" y="84107"/>
                      </a:cubicBezTo>
                      <a:close/>
                    </a:path>
                  </a:pathLst>
                </a:custGeom>
                <a:solidFill>
                  <a:srgbClr val="85847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27AF172F-C3A7-4C3A-8D19-5C7FB75A3668}"/>
                    </a:ext>
                  </a:extLst>
                </p:cNvPr>
                <p:cNvSpPr/>
                <p:nvPr/>
              </p:nvSpPr>
              <p:spPr>
                <a:xfrm>
                  <a:off x="3734972" y="3235960"/>
                  <a:ext cx="179704" cy="189864"/>
                </a:xfrm>
                <a:custGeom>
                  <a:avLst/>
                  <a:gdLst>
                    <a:gd name="connsiteX0" fmla="*/ 23495 w 179704"/>
                    <a:gd name="connsiteY0" fmla="*/ 109855 h 189864"/>
                    <a:gd name="connsiteX1" fmla="*/ 43180 w 179704"/>
                    <a:gd name="connsiteY1" fmla="*/ 139700 h 189864"/>
                    <a:gd name="connsiteX2" fmla="*/ 95250 w 179704"/>
                    <a:gd name="connsiteY2" fmla="*/ 189865 h 189864"/>
                    <a:gd name="connsiteX3" fmla="*/ 179705 w 179704"/>
                    <a:gd name="connsiteY3" fmla="*/ 92710 h 189864"/>
                    <a:gd name="connsiteX4" fmla="*/ 143510 w 179704"/>
                    <a:gd name="connsiteY4" fmla="*/ 74930 h 189864"/>
                    <a:gd name="connsiteX5" fmla="*/ 124460 w 179704"/>
                    <a:gd name="connsiteY5" fmla="*/ 44450 h 189864"/>
                    <a:gd name="connsiteX6" fmla="*/ 125095 w 179704"/>
                    <a:gd name="connsiteY6" fmla="*/ 0 h 189864"/>
                    <a:gd name="connsiteX7" fmla="*/ 0 w 179704"/>
                    <a:gd name="connsiteY7" fmla="*/ 46990 h 189864"/>
                    <a:gd name="connsiteX8" fmla="*/ 23495 w 179704"/>
                    <a:gd name="connsiteY8" fmla="*/ 109855 h 1898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9704" h="189864">
                      <a:moveTo>
                        <a:pt x="23495" y="109855"/>
                      </a:moveTo>
                      <a:lnTo>
                        <a:pt x="43180" y="139700"/>
                      </a:lnTo>
                      <a:cubicBezTo>
                        <a:pt x="57150" y="161290"/>
                        <a:pt x="74930" y="177800"/>
                        <a:pt x="95250" y="189865"/>
                      </a:cubicBezTo>
                      <a:lnTo>
                        <a:pt x="179705" y="92710"/>
                      </a:lnTo>
                      <a:cubicBezTo>
                        <a:pt x="165735" y="93345"/>
                        <a:pt x="151765" y="86995"/>
                        <a:pt x="143510" y="74930"/>
                      </a:cubicBezTo>
                      <a:lnTo>
                        <a:pt x="124460" y="44450"/>
                      </a:lnTo>
                      <a:cubicBezTo>
                        <a:pt x="114935" y="30480"/>
                        <a:pt x="116205" y="12700"/>
                        <a:pt x="125095" y="0"/>
                      </a:cubicBezTo>
                      <a:lnTo>
                        <a:pt x="0" y="46990"/>
                      </a:lnTo>
                      <a:cubicBezTo>
                        <a:pt x="3175" y="68580"/>
                        <a:pt x="10795" y="90170"/>
                        <a:pt x="23495" y="109855"/>
                      </a:cubicBezTo>
                      <a:close/>
                    </a:path>
                  </a:pathLst>
                </a:custGeom>
                <a:solidFill>
                  <a:srgbClr val="0D5BD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DD4F48F9-C36F-099B-D259-A4736D5A1C45}"/>
                    </a:ext>
                  </a:extLst>
                </p:cNvPr>
                <p:cNvSpPr/>
                <p:nvPr/>
              </p:nvSpPr>
              <p:spPr>
                <a:xfrm>
                  <a:off x="3529579" y="3235673"/>
                  <a:ext cx="400438" cy="300574"/>
                </a:xfrm>
                <a:custGeom>
                  <a:avLst/>
                  <a:gdLst>
                    <a:gd name="connsiteX0" fmla="*/ 62517 w 400438"/>
                    <a:gd name="connsiteY0" fmla="*/ 296832 h 300574"/>
                    <a:gd name="connsiteX1" fmla="*/ 390177 w 400438"/>
                    <a:gd name="connsiteY1" fmla="*/ 84107 h 300574"/>
                    <a:gd name="connsiteX2" fmla="*/ 397162 w 400438"/>
                    <a:gd name="connsiteY2" fmla="*/ 53627 h 300574"/>
                    <a:gd name="connsiteX3" fmla="*/ 368587 w 400438"/>
                    <a:gd name="connsiteY3" fmla="*/ 9812 h 300574"/>
                    <a:gd name="connsiteX4" fmla="*/ 338107 w 400438"/>
                    <a:gd name="connsiteY4" fmla="*/ 3462 h 300574"/>
                    <a:gd name="connsiteX5" fmla="*/ 9812 w 400438"/>
                    <a:gd name="connsiteY5" fmla="*/ 216822 h 300574"/>
                    <a:gd name="connsiteX6" fmla="*/ 3462 w 400438"/>
                    <a:gd name="connsiteY6" fmla="*/ 247302 h 300574"/>
                    <a:gd name="connsiteX7" fmla="*/ 32037 w 400438"/>
                    <a:gd name="connsiteY7" fmla="*/ 290482 h 300574"/>
                    <a:gd name="connsiteX8" fmla="*/ 62517 w 400438"/>
                    <a:gd name="connsiteY8" fmla="*/ 296832 h 300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438" h="300574">
                      <a:moveTo>
                        <a:pt x="62517" y="296832"/>
                      </a:moveTo>
                      <a:lnTo>
                        <a:pt x="390177" y="84107"/>
                      </a:lnTo>
                      <a:cubicBezTo>
                        <a:pt x="400337" y="77122"/>
                        <a:pt x="403512" y="63787"/>
                        <a:pt x="397162" y="53627"/>
                      </a:cubicBezTo>
                      <a:lnTo>
                        <a:pt x="368587" y="9812"/>
                      </a:lnTo>
                      <a:cubicBezTo>
                        <a:pt x="362237" y="-348"/>
                        <a:pt x="348267" y="-2888"/>
                        <a:pt x="338107" y="3462"/>
                      </a:cubicBezTo>
                      <a:lnTo>
                        <a:pt x="9812" y="216822"/>
                      </a:lnTo>
                      <a:cubicBezTo>
                        <a:pt x="-348" y="223172"/>
                        <a:pt x="-2888" y="236507"/>
                        <a:pt x="3462" y="247302"/>
                      </a:cubicBezTo>
                      <a:lnTo>
                        <a:pt x="32037" y="290482"/>
                      </a:lnTo>
                      <a:cubicBezTo>
                        <a:pt x="38387" y="300642"/>
                        <a:pt x="52357" y="303817"/>
                        <a:pt x="62517" y="296832"/>
                      </a:cubicBezTo>
                      <a:close/>
                    </a:path>
                  </a:pathLst>
                </a:custGeom>
                <a:solidFill>
                  <a:srgbClr val="0541A1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34F3C788-AB0D-3732-5DD2-26A3A14B448A}"/>
                    </a:ext>
                  </a:extLst>
                </p:cNvPr>
                <p:cNvSpPr/>
                <p:nvPr/>
              </p:nvSpPr>
              <p:spPr>
                <a:xfrm>
                  <a:off x="3010971" y="3572577"/>
                  <a:ext cx="400437" cy="300574"/>
                </a:xfrm>
                <a:custGeom>
                  <a:avLst/>
                  <a:gdLst>
                    <a:gd name="connsiteX0" fmla="*/ 390626 w 400437"/>
                    <a:gd name="connsiteY0" fmla="*/ 83752 h 300574"/>
                    <a:gd name="connsiteX1" fmla="*/ 62331 w 400437"/>
                    <a:gd name="connsiteY1" fmla="*/ 297113 h 300574"/>
                    <a:gd name="connsiteX2" fmla="*/ 31851 w 400437"/>
                    <a:gd name="connsiteY2" fmla="*/ 290763 h 300574"/>
                    <a:gd name="connsiteX3" fmla="*/ 3276 w 400437"/>
                    <a:gd name="connsiteY3" fmla="*/ 246947 h 300574"/>
                    <a:gd name="connsiteX4" fmla="*/ 10261 w 400437"/>
                    <a:gd name="connsiteY4" fmla="*/ 216467 h 300574"/>
                    <a:gd name="connsiteX5" fmla="*/ 337921 w 400437"/>
                    <a:gd name="connsiteY5" fmla="*/ 3742 h 300574"/>
                    <a:gd name="connsiteX6" fmla="*/ 368401 w 400437"/>
                    <a:gd name="connsiteY6" fmla="*/ 10092 h 300574"/>
                    <a:gd name="connsiteX7" fmla="*/ 396976 w 400437"/>
                    <a:gd name="connsiteY7" fmla="*/ 53272 h 300574"/>
                    <a:gd name="connsiteX8" fmla="*/ 390626 w 400437"/>
                    <a:gd name="connsiteY8" fmla="*/ 83752 h 300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437" h="300574">
                      <a:moveTo>
                        <a:pt x="390626" y="83752"/>
                      </a:moveTo>
                      <a:lnTo>
                        <a:pt x="62331" y="297113"/>
                      </a:lnTo>
                      <a:cubicBezTo>
                        <a:pt x="52171" y="303463"/>
                        <a:pt x="38201" y="300922"/>
                        <a:pt x="31851" y="290763"/>
                      </a:cubicBezTo>
                      <a:lnTo>
                        <a:pt x="3276" y="246947"/>
                      </a:lnTo>
                      <a:cubicBezTo>
                        <a:pt x="-3074" y="236788"/>
                        <a:pt x="101" y="222817"/>
                        <a:pt x="10261" y="216467"/>
                      </a:cubicBezTo>
                      <a:lnTo>
                        <a:pt x="337921" y="3742"/>
                      </a:lnTo>
                      <a:cubicBezTo>
                        <a:pt x="348081" y="-3243"/>
                        <a:pt x="362051" y="-68"/>
                        <a:pt x="368401" y="10092"/>
                      </a:cubicBezTo>
                      <a:lnTo>
                        <a:pt x="396976" y="53272"/>
                      </a:lnTo>
                      <a:cubicBezTo>
                        <a:pt x="403326" y="64067"/>
                        <a:pt x="400786" y="77402"/>
                        <a:pt x="390626" y="83752"/>
                      </a:cubicBezTo>
                      <a:close/>
                    </a:path>
                  </a:pathLst>
                </a:custGeom>
                <a:solidFill>
                  <a:srgbClr val="0541A1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" name="Freeform: Shape 72">
                  <a:extLst>
                    <a:ext uri="{FF2B5EF4-FFF2-40B4-BE49-F238E27FC236}">
                      <a16:creationId xmlns:a16="http://schemas.microsoft.com/office/drawing/2014/main" id="{707B2138-E7BD-832D-5480-3CFADA613770}"/>
                    </a:ext>
                  </a:extLst>
                </p:cNvPr>
                <p:cNvSpPr/>
                <p:nvPr/>
              </p:nvSpPr>
              <p:spPr>
                <a:xfrm>
                  <a:off x="4739593" y="2353149"/>
                  <a:ext cx="481145" cy="441598"/>
                </a:xfrm>
                <a:custGeom>
                  <a:avLst/>
                  <a:gdLst>
                    <a:gd name="connsiteX0" fmla="*/ 436194 w 481145"/>
                    <a:gd name="connsiteY0" fmla="*/ 72551 h 441598"/>
                    <a:gd name="connsiteX1" fmla="*/ 455879 w 481145"/>
                    <a:gd name="connsiteY1" fmla="*/ 102396 h 441598"/>
                    <a:gd name="connsiteX2" fmla="*/ 480009 w 481145"/>
                    <a:gd name="connsiteY2" fmla="*/ 170341 h 441598"/>
                    <a:gd name="connsiteX3" fmla="*/ 408889 w 481145"/>
                    <a:gd name="connsiteY3" fmla="*/ 322741 h 441598"/>
                    <a:gd name="connsiteX4" fmla="*/ 266014 w 481145"/>
                    <a:gd name="connsiteY4" fmla="*/ 416086 h 441598"/>
                    <a:gd name="connsiteX5" fmla="*/ 45034 w 481145"/>
                    <a:gd name="connsiteY5" fmla="*/ 369096 h 441598"/>
                    <a:gd name="connsiteX6" fmla="*/ 25984 w 481145"/>
                    <a:gd name="connsiteY6" fmla="*/ 339251 h 441598"/>
                    <a:gd name="connsiteX7" fmla="*/ 72339 w 481145"/>
                    <a:gd name="connsiteY7" fmla="*/ 118271 h 441598"/>
                    <a:gd name="connsiteX8" fmla="*/ 215849 w 481145"/>
                    <a:gd name="connsiteY8" fmla="*/ 25561 h 441598"/>
                    <a:gd name="connsiteX9" fmla="*/ 388569 w 481145"/>
                    <a:gd name="connsiteY9" fmla="*/ 24926 h 441598"/>
                    <a:gd name="connsiteX10" fmla="*/ 436194 w 481145"/>
                    <a:gd name="connsiteY10" fmla="*/ 72551 h 441598"/>
                    <a:gd name="connsiteX11" fmla="*/ 357454 w 481145"/>
                    <a:gd name="connsiteY11" fmla="*/ 207806 h 441598"/>
                    <a:gd name="connsiteX12" fmla="*/ 355549 w 481145"/>
                    <a:gd name="connsiteY12" fmla="*/ 167801 h 441598"/>
                    <a:gd name="connsiteX13" fmla="*/ 335864 w 481145"/>
                    <a:gd name="connsiteY13" fmla="*/ 137321 h 441598"/>
                    <a:gd name="connsiteX14" fmla="*/ 294589 w 481145"/>
                    <a:gd name="connsiteY14" fmla="*/ 120176 h 441598"/>
                    <a:gd name="connsiteX15" fmla="*/ 281254 w 481145"/>
                    <a:gd name="connsiteY15" fmla="*/ 125891 h 441598"/>
                    <a:gd name="connsiteX16" fmla="*/ 137744 w 481145"/>
                    <a:gd name="connsiteY16" fmla="*/ 218601 h 441598"/>
                    <a:gd name="connsiteX17" fmla="*/ 126314 w 481145"/>
                    <a:gd name="connsiteY17" fmla="*/ 273846 h 441598"/>
                    <a:gd name="connsiteX18" fmla="*/ 145999 w 481145"/>
                    <a:gd name="connsiteY18" fmla="*/ 303691 h 441598"/>
                    <a:gd name="connsiteX19" fmla="*/ 200609 w 481145"/>
                    <a:gd name="connsiteY19" fmla="*/ 315756 h 441598"/>
                    <a:gd name="connsiteX20" fmla="*/ 343484 w 481145"/>
                    <a:gd name="connsiteY20" fmla="*/ 222411 h 441598"/>
                    <a:gd name="connsiteX21" fmla="*/ 357454 w 481145"/>
                    <a:gd name="connsiteY21" fmla="*/ 207806 h 4415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481145" h="441598">
                      <a:moveTo>
                        <a:pt x="436194" y="72551"/>
                      </a:moveTo>
                      <a:lnTo>
                        <a:pt x="455879" y="102396"/>
                      </a:lnTo>
                      <a:cubicBezTo>
                        <a:pt x="469214" y="123986"/>
                        <a:pt x="477469" y="146846"/>
                        <a:pt x="480009" y="170341"/>
                      </a:cubicBezTo>
                      <a:cubicBezTo>
                        <a:pt x="486994" y="228761"/>
                        <a:pt x="461594" y="289086"/>
                        <a:pt x="408889" y="322741"/>
                      </a:cubicBezTo>
                      <a:lnTo>
                        <a:pt x="266014" y="416086"/>
                      </a:lnTo>
                      <a:cubicBezTo>
                        <a:pt x="192354" y="463711"/>
                        <a:pt x="93294" y="442756"/>
                        <a:pt x="45034" y="369096"/>
                      </a:cubicBezTo>
                      <a:lnTo>
                        <a:pt x="25984" y="339251"/>
                      </a:lnTo>
                      <a:cubicBezTo>
                        <a:pt x="-22276" y="265591"/>
                        <a:pt x="-1321" y="166531"/>
                        <a:pt x="72339" y="118271"/>
                      </a:cubicBezTo>
                      <a:lnTo>
                        <a:pt x="215849" y="25561"/>
                      </a:lnTo>
                      <a:cubicBezTo>
                        <a:pt x="269824" y="-9364"/>
                        <a:pt x="337769" y="-7459"/>
                        <a:pt x="388569" y="24926"/>
                      </a:cubicBezTo>
                      <a:cubicBezTo>
                        <a:pt x="406984" y="36991"/>
                        <a:pt x="423494" y="52866"/>
                        <a:pt x="436194" y="72551"/>
                      </a:cubicBezTo>
                      <a:close/>
                      <a:moveTo>
                        <a:pt x="357454" y="207806"/>
                      </a:moveTo>
                      <a:cubicBezTo>
                        <a:pt x="363804" y="195741"/>
                        <a:pt x="363169" y="180501"/>
                        <a:pt x="355549" y="167801"/>
                      </a:cubicBezTo>
                      <a:lnTo>
                        <a:pt x="335864" y="137321"/>
                      </a:lnTo>
                      <a:cubicBezTo>
                        <a:pt x="326974" y="123351"/>
                        <a:pt x="309829" y="117001"/>
                        <a:pt x="294589" y="120176"/>
                      </a:cubicBezTo>
                      <a:cubicBezTo>
                        <a:pt x="289935" y="121446"/>
                        <a:pt x="285489" y="123351"/>
                        <a:pt x="281254" y="125891"/>
                      </a:cubicBezTo>
                      <a:lnTo>
                        <a:pt x="137744" y="218601"/>
                      </a:lnTo>
                      <a:cubicBezTo>
                        <a:pt x="119329" y="230666"/>
                        <a:pt x="114249" y="255431"/>
                        <a:pt x="126314" y="273846"/>
                      </a:cubicBezTo>
                      <a:lnTo>
                        <a:pt x="145999" y="303691"/>
                      </a:lnTo>
                      <a:cubicBezTo>
                        <a:pt x="157429" y="322106"/>
                        <a:pt x="182194" y="327821"/>
                        <a:pt x="200609" y="315756"/>
                      </a:cubicBezTo>
                      <a:lnTo>
                        <a:pt x="343484" y="222411"/>
                      </a:lnTo>
                      <a:cubicBezTo>
                        <a:pt x="349834" y="218601"/>
                        <a:pt x="354279" y="213521"/>
                        <a:pt x="357454" y="207806"/>
                      </a:cubicBezTo>
                      <a:close/>
                    </a:path>
                  </a:pathLst>
                </a:custGeom>
                <a:solidFill>
                  <a:srgbClr val="82ACF8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32A12100-BAF3-6BF9-3991-37A3C241D7EB}"/>
                    </a:ext>
                  </a:extLst>
                </p:cNvPr>
                <p:cNvSpPr/>
                <p:nvPr/>
              </p:nvSpPr>
              <p:spPr>
                <a:xfrm>
                  <a:off x="5034181" y="2378075"/>
                  <a:ext cx="185420" cy="182879"/>
                </a:xfrm>
                <a:custGeom>
                  <a:avLst/>
                  <a:gdLst>
                    <a:gd name="connsiteX0" fmla="*/ 141605 w 185420"/>
                    <a:gd name="connsiteY0" fmla="*/ 47625 h 182879"/>
                    <a:gd name="connsiteX1" fmla="*/ 161290 w 185420"/>
                    <a:gd name="connsiteY1" fmla="*/ 77470 h 182879"/>
                    <a:gd name="connsiteX2" fmla="*/ 185420 w 185420"/>
                    <a:gd name="connsiteY2" fmla="*/ 145415 h 182879"/>
                    <a:gd name="connsiteX3" fmla="*/ 62865 w 185420"/>
                    <a:gd name="connsiteY3" fmla="*/ 182880 h 182879"/>
                    <a:gd name="connsiteX4" fmla="*/ 60960 w 185420"/>
                    <a:gd name="connsiteY4" fmla="*/ 142875 h 182879"/>
                    <a:gd name="connsiteX5" fmla="*/ 41275 w 185420"/>
                    <a:gd name="connsiteY5" fmla="*/ 112395 h 182879"/>
                    <a:gd name="connsiteX6" fmla="*/ 0 w 185420"/>
                    <a:gd name="connsiteY6" fmla="*/ 95250 h 182879"/>
                    <a:gd name="connsiteX7" fmla="*/ 93980 w 185420"/>
                    <a:gd name="connsiteY7" fmla="*/ 0 h 182879"/>
                    <a:gd name="connsiteX8" fmla="*/ 141605 w 185420"/>
                    <a:gd name="connsiteY8" fmla="*/ 47625 h 1828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5420" h="182879">
                      <a:moveTo>
                        <a:pt x="141605" y="47625"/>
                      </a:moveTo>
                      <a:lnTo>
                        <a:pt x="161290" y="77470"/>
                      </a:lnTo>
                      <a:cubicBezTo>
                        <a:pt x="174625" y="99060"/>
                        <a:pt x="182880" y="121920"/>
                        <a:pt x="185420" y="145415"/>
                      </a:cubicBezTo>
                      <a:lnTo>
                        <a:pt x="62865" y="182880"/>
                      </a:lnTo>
                      <a:cubicBezTo>
                        <a:pt x="69215" y="170815"/>
                        <a:pt x="68580" y="155575"/>
                        <a:pt x="60960" y="142875"/>
                      </a:cubicBezTo>
                      <a:lnTo>
                        <a:pt x="41275" y="112395"/>
                      </a:lnTo>
                      <a:cubicBezTo>
                        <a:pt x="32385" y="98425"/>
                        <a:pt x="15240" y="92075"/>
                        <a:pt x="0" y="95250"/>
                      </a:cubicBezTo>
                      <a:lnTo>
                        <a:pt x="93980" y="0"/>
                      </a:lnTo>
                      <a:cubicBezTo>
                        <a:pt x="112395" y="12065"/>
                        <a:pt x="128905" y="27940"/>
                        <a:pt x="141605" y="47625"/>
                      </a:cubicBezTo>
                      <a:close/>
                    </a:path>
                  </a:pathLst>
                </a:custGeom>
                <a:solidFill>
                  <a:srgbClr val="0D5BD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188E3C22-156A-1D8D-5B20-45EE381BDF70}"/>
                    </a:ext>
                  </a:extLst>
                </p:cNvPr>
                <p:cNvSpPr/>
                <p:nvPr/>
              </p:nvSpPr>
              <p:spPr>
                <a:xfrm>
                  <a:off x="4236509" y="2679933"/>
                  <a:ext cx="481289" cy="441839"/>
                </a:xfrm>
                <a:custGeom>
                  <a:avLst/>
                  <a:gdLst>
                    <a:gd name="connsiteX0" fmla="*/ 435723 w 481289"/>
                    <a:gd name="connsiteY0" fmla="*/ 72792 h 441839"/>
                    <a:gd name="connsiteX1" fmla="*/ 455408 w 481289"/>
                    <a:gd name="connsiteY1" fmla="*/ 102637 h 441839"/>
                    <a:gd name="connsiteX2" fmla="*/ 480173 w 481289"/>
                    <a:gd name="connsiteY2" fmla="*/ 170582 h 441839"/>
                    <a:gd name="connsiteX3" fmla="*/ 409053 w 481289"/>
                    <a:gd name="connsiteY3" fmla="*/ 322982 h 441839"/>
                    <a:gd name="connsiteX4" fmla="*/ 265543 w 481289"/>
                    <a:gd name="connsiteY4" fmla="*/ 416327 h 441839"/>
                    <a:gd name="connsiteX5" fmla="*/ 45198 w 481289"/>
                    <a:gd name="connsiteY5" fmla="*/ 369337 h 441839"/>
                    <a:gd name="connsiteX6" fmla="*/ 25513 w 481289"/>
                    <a:gd name="connsiteY6" fmla="*/ 338857 h 441839"/>
                    <a:gd name="connsiteX7" fmla="*/ 72503 w 481289"/>
                    <a:gd name="connsiteY7" fmla="*/ 118512 h 441839"/>
                    <a:gd name="connsiteX8" fmla="*/ 215378 w 481289"/>
                    <a:gd name="connsiteY8" fmla="*/ 25802 h 441839"/>
                    <a:gd name="connsiteX9" fmla="*/ 388098 w 481289"/>
                    <a:gd name="connsiteY9" fmla="*/ 25167 h 441839"/>
                    <a:gd name="connsiteX10" fmla="*/ 435723 w 481289"/>
                    <a:gd name="connsiteY10" fmla="*/ 72792 h 441839"/>
                    <a:gd name="connsiteX11" fmla="*/ 356983 w 481289"/>
                    <a:gd name="connsiteY11" fmla="*/ 208047 h 441839"/>
                    <a:gd name="connsiteX12" fmla="*/ 355078 w 481289"/>
                    <a:gd name="connsiteY12" fmla="*/ 168042 h 441839"/>
                    <a:gd name="connsiteX13" fmla="*/ 335393 w 481289"/>
                    <a:gd name="connsiteY13" fmla="*/ 137562 h 441839"/>
                    <a:gd name="connsiteX14" fmla="*/ 294118 w 481289"/>
                    <a:gd name="connsiteY14" fmla="*/ 120417 h 441839"/>
                    <a:gd name="connsiteX15" fmla="*/ 280783 w 481289"/>
                    <a:gd name="connsiteY15" fmla="*/ 126132 h 441839"/>
                    <a:gd name="connsiteX16" fmla="*/ 137908 w 481289"/>
                    <a:gd name="connsiteY16" fmla="*/ 218842 h 441839"/>
                    <a:gd name="connsiteX17" fmla="*/ 125843 w 481289"/>
                    <a:gd name="connsiteY17" fmla="*/ 274087 h 441839"/>
                    <a:gd name="connsiteX18" fmla="*/ 145528 w 481289"/>
                    <a:gd name="connsiteY18" fmla="*/ 303932 h 441839"/>
                    <a:gd name="connsiteX19" fmla="*/ 200138 w 481289"/>
                    <a:gd name="connsiteY19" fmla="*/ 315362 h 441839"/>
                    <a:gd name="connsiteX20" fmla="*/ 343648 w 481289"/>
                    <a:gd name="connsiteY20" fmla="*/ 222652 h 441839"/>
                    <a:gd name="connsiteX21" fmla="*/ 356983 w 481289"/>
                    <a:gd name="connsiteY21" fmla="*/ 208047 h 441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481289" h="441839">
                      <a:moveTo>
                        <a:pt x="435723" y="72792"/>
                      </a:moveTo>
                      <a:lnTo>
                        <a:pt x="455408" y="102637"/>
                      </a:lnTo>
                      <a:cubicBezTo>
                        <a:pt x="469378" y="123592"/>
                        <a:pt x="477633" y="147087"/>
                        <a:pt x="480173" y="170582"/>
                      </a:cubicBezTo>
                      <a:cubicBezTo>
                        <a:pt x="487158" y="229002"/>
                        <a:pt x="461123" y="288692"/>
                        <a:pt x="409053" y="322982"/>
                      </a:cubicBezTo>
                      <a:lnTo>
                        <a:pt x="265543" y="416327"/>
                      </a:lnTo>
                      <a:cubicBezTo>
                        <a:pt x="191883" y="463952"/>
                        <a:pt x="92823" y="442997"/>
                        <a:pt x="45198" y="369337"/>
                      </a:cubicBezTo>
                      <a:lnTo>
                        <a:pt x="25513" y="338857"/>
                      </a:lnTo>
                      <a:cubicBezTo>
                        <a:pt x="-22112" y="265197"/>
                        <a:pt x="-1157" y="166137"/>
                        <a:pt x="72503" y="118512"/>
                      </a:cubicBezTo>
                      <a:lnTo>
                        <a:pt x="215378" y="25802"/>
                      </a:lnTo>
                      <a:cubicBezTo>
                        <a:pt x="269988" y="-9758"/>
                        <a:pt x="337298" y="-7218"/>
                        <a:pt x="388098" y="25167"/>
                      </a:cubicBezTo>
                      <a:cubicBezTo>
                        <a:pt x="407148" y="37232"/>
                        <a:pt x="423023" y="53107"/>
                        <a:pt x="435723" y="72792"/>
                      </a:cubicBezTo>
                      <a:close/>
                      <a:moveTo>
                        <a:pt x="356983" y="208047"/>
                      </a:moveTo>
                      <a:cubicBezTo>
                        <a:pt x="363333" y="195347"/>
                        <a:pt x="363333" y="180107"/>
                        <a:pt x="355078" y="168042"/>
                      </a:cubicBezTo>
                      <a:lnTo>
                        <a:pt x="335393" y="137562"/>
                      </a:lnTo>
                      <a:cubicBezTo>
                        <a:pt x="326503" y="123592"/>
                        <a:pt x="309993" y="117242"/>
                        <a:pt x="294118" y="120417"/>
                      </a:cubicBezTo>
                      <a:cubicBezTo>
                        <a:pt x="289463" y="121261"/>
                        <a:pt x="285018" y="123167"/>
                        <a:pt x="280783" y="126132"/>
                      </a:cubicBezTo>
                      <a:lnTo>
                        <a:pt x="137908" y="218842"/>
                      </a:lnTo>
                      <a:cubicBezTo>
                        <a:pt x="119493" y="230907"/>
                        <a:pt x="113778" y="255672"/>
                        <a:pt x="125843" y="274087"/>
                      </a:cubicBezTo>
                      <a:lnTo>
                        <a:pt x="145528" y="303932"/>
                      </a:lnTo>
                      <a:cubicBezTo>
                        <a:pt x="157593" y="322347"/>
                        <a:pt x="182358" y="327427"/>
                        <a:pt x="200138" y="315362"/>
                      </a:cubicBezTo>
                      <a:lnTo>
                        <a:pt x="343648" y="222652"/>
                      </a:lnTo>
                      <a:cubicBezTo>
                        <a:pt x="349363" y="218842"/>
                        <a:pt x="353808" y="213762"/>
                        <a:pt x="356983" y="208047"/>
                      </a:cubicBezTo>
                      <a:close/>
                    </a:path>
                  </a:pathLst>
                </a:custGeom>
                <a:solidFill>
                  <a:srgbClr val="82ACF8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D99D4578-ABDF-88A2-3AD4-D69393AE7D0A}"/>
                    </a:ext>
                  </a:extLst>
                </p:cNvPr>
                <p:cNvSpPr/>
                <p:nvPr/>
              </p:nvSpPr>
              <p:spPr>
                <a:xfrm>
                  <a:off x="4530627" y="2705100"/>
                  <a:ext cx="186054" cy="182879"/>
                </a:xfrm>
                <a:custGeom>
                  <a:avLst/>
                  <a:gdLst>
                    <a:gd name="connsiteX0" fmla="*/ 141605 w 186054"/>
                    <a:gd name="connsiteY0" fmla="*/ 47625 h 182879"/>
                    <a:gd name="connsiteX1" fmla="*/ 161290 w 186054"/>
                    <a:gd name="connsiteY1" fmla="*/ 77470 h 182879"/>
                    <a:gd name="connsiteX2" fmla="*/ 186055 w 186054"/>
                    <a:gd name="connsiteY2" fmla="*/ 145415 h 182879"/>
                    <a:gd name="connsiteX3" fmla="*/ 62865 w 186054"/>
                    <a:gd name="connsiteY3" fmla="*/ 182880 h 182879"/>
                    <a:gd name="connsiteX4" fmla="*/ 60960 w 186054"/>
                    <a:gd name="connsiteY4" fmla="*/ 142875 h 182879"/>
                    <a:gd name="connsiteX5" fmla="*/ 41275 w 186054"/>
                    <a:gd name="connsiteY5" fmla="*/ 112395 h 182879"/>
                    <a:gd name="connsiteX6" fmla="*/ 0 w 186054"/>
                    <a:gd name="connsiteY6" fmla="*/ 95250 h 182879"/>
                    <a:gd name="connsiteX7" fmla="*/ 93980 w 186054"/>
                    <a:gd name="connsiteY7" fmla="*/ 0 h 182879"/>
                    <a:gd name="connsiteX8" fmla="*/ 141605 w 186054"/>
                    <a:gd name="connsiteY8" fmla="*/ 47625 h 1828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6054" h="182879">
                      <a:moveTo>
                        <a:pt x="141605" y="47625"/>
                      </a:moveTo>
                      <a:lnTo>
                        <a:pt x="161290" y="77470"/>
                      </a:lnTo>
                      <a:cubicBezTo>
                        <a:pt x="175260" y="98425"/>
                        <a:pt x="183515" y="121920"/>
                        <a:pt x="186055" y="145415"/>
                      </a:cubicBezTo>
                      <a:lnTo>
                        <a:pt x="62865" y="182880"/>
                      </a:lnTo>
                      <a:cubicBezTo>
                        <a:pt x="69215" y="170180"/>
                        <a:pt x="69215" y="154940"/>
                        <a:pt x="60960" y="142875"/>
                      </a:cubicBezTo>
                      <a:lnTo>
                        <a:pt x="41275" y="112395"/>
                      </a:lnTo>
                      <a:cubicBezTo>
                        <a:pt x="32385" y="98425"/>
                        <a:pt x="15875" y="92075"/>
                        <a:pt x="0" y="95250"/>
                      </a:cubicBezTo>
                      <a:lnTo>
                        <a:pt x="93980" y="0"/>
                      </a:lnTo>
                      <a:cubicBezTo>
                        <a:pt x="113030" y="12065"/>
                        <a:pt x="128905" y="27940"/>
                        <a:pt x="141605" y="47625"/>
                      </a:cubicBezTo>
                      <a:close/>
                    </a:path>
                  </a:pathLst>
                </a:custGeom>
                <a:solidFill>
                  <a:srgbClr val="0D5BD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B0578A94-F502-92F0-0EA2-01559024D01D}"/>
                    </a:ext>
                  </a:extLst>
                </p:cNvPr>
                <p:cNvSpPr/>
                <p:nvPr/>
              </p:nvSpPr>
              <p:spPr>
                <a:xfrm>
                  <a:off x="4238527" y="2908935"/>
                  <a:ext cx="179704" cy="189864"/>
                </a:xfrm>
                <a:custGeom>
                  <a:avLst/>
                  <a:gdLst>
                    <a:gd name="connsiteX0" fmla="*/ 23495 w 179704"/>
                    <a:gd name="connsiteY0" fmla="*/ 109855 h 189864"/>
                    <a:gd name="connsiteX1" fmla="*/ 43180 w 179704"/>
                    <a:gd name="connsiteY1" fmla="*/ 140335 h 189864"/>
                    <a:gd name="connsiteX2" fmla="*/ 95250 w 179704"/>
                    <a:gd name="connsiteY2" fmla="*/ 189865 h 189864"/>
                    <a:gd name="connsiteX3" fmla="*/ 179705 w 179704"/>
                    <a:gd name="connsiteY3" fmla="*/ 92710 h 189864"/>
                    <a:gd name="connsiteX4" fmla="*/ 143510 w 179704"/>
                    <a:gd name="connsiteY4" fmla="*/ 74930 h 189864"/>
                    <a:gd name="connsiteX5" fmla="*/ 123825 w 179704"/>
                    <a:gd name="connsiteY5" fmla="*/ 45085 h 189864"/>
                    <a:gd name="connsiteX6" fmla="*/ 125095 w 179704"/>
                    <a:gd name="connsiteY6" fmla="*/ 0 h 189864"/>
                    <a:gd name="connsiteX7" fmla="*/ 0 w 179704"/>
                    <a:gd name="connsiteY7" fmla="*/ 46990 h 189864"/>
                    <a:gd name="connsiteX8" fmla="*/ 23495 w 179704"/>
                    <a:gd name="connsiteY8" fmla="*/ 109855 h 1898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9704" h="189864">
                      <a:moveTo>
                        <a:pt x="23495" y="109855"/>
                      </a:moveTo>
                      <a:lnTo>
                        <a:pt x="43180" y="140335"/>
                      </a:lnTo>
                      <a:cubicBezTo>
                        <a:pt x="57150" y="161290"/>
                        <a:pt x="74930" y="177800"/>
                        <a:pt x="95250" y="189865"/>
                      </a:cubicBezTo>
                      <a:lnTo>
                        <a:pt x="179705" y="92710"/>
                      </a:lnTo>
                      <a:cubicBezTo>
                        <a:pt x="165735" y="93980"/>
                        <a:pt x="151765" y="87630"/>
                        <a:pt x="143510" y="74930"/>
                      </a:cubicBezTo>
                      <a:lnTo>
                        <a:pt x="123825" y="45085"/>
                      </a:lnTo>
                      <a:cubicBezTo>
                        <a:pt x="114935" y="30480"/>
                        <a:pt x="115570" y="12700"/>
                        <a:pt x="125095" y="0"/>
                      </a:cubicBezTo>
                      <a:lnTo>
                        <a:pt x="0" y="46990"/>
                      </a:lnTo>
                      <a:cubicBezTo>
                        <a:pt x="3175" y="69215"/>
                        <a:pt x="10795" y="90170"/>
                        <a:pt x="23495" y="109855"/>
                      </a:cubicBezTo>
                      <a:close/>
                    </a:path>
                  </a:pathLst>
                </a:custGeom>
                <a:solidFill>
                  <a:srgbClr val="0D5BD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" name="Freeform: Shape 77">
                  <a:extLst>
                    <a:ext uri="{FF2B5EF4-FFF2-40B4-BE49-F238E27FC236}">
                      <a16:creationId xmlns:a16="http://schemas.microsoft.com/office/drawing/2014/main" id="{44E3CB4D-20B5-BE20-D165-F02C7F04D267}"/>
                    </a:ext>
                  </a:extLst>
                </p:cNvPr>
                <p:cNvSpPr/>
                <p:nvPr/>
              </p:nvSpPr>
              <p:spPr>
                <a:xfrm>
                  <a:off x="5024089" y="2265112"/>
                  <a:ext cx="400269" cy="300854"/>
                </a:xfrm>
                <a:custGeom>
                  <a:avLst/>
                  <a:gdLst>
                    <a:gd name="connsiteX0" fmla="*/ 390457 w 400269"/>
                    <a:gd name="connsiteY0" fmla="*/ 84387 h 300854"/>
                    <a:gd name="connsiteX1" fmla="*/ 62162 w 400269"/>
                    <a:gd name="connsiteY1" fmla="*/ 297112 h 300854"/>
                    <a:gd name="connsiteX2" fmla="*/ 31682 w 400269"/>
                    <a:gd name="connsiteY2" fmla="*/ 290762 h 300854"/>
                    <a:gd name="connsiteX3" fmla="*/ 3742 w 400269"/>
                    <a:gd name="connsiteY3" fmla="*/ 246947 h 300854"/>
                    <a:gd name="connsiteX4" fmla="*/ 10092 w 400269"/>
                    <a:gd name="connsiteY4" fmla="*/ 216467 h 300854"/>
                    <a:gd name="connsiteX5" fmla="*/ 337752 w 400269"/>
                    <a:gd name="connsiteY5" fmla="*/ 3742 h 300854"/>
                    <a:gd name="connsiteX6" fmla="*/ 368232 w 400269"/>
                    <a:gd name="connsiteY6" fmla="*/ 10092 h 300854"/>
                    <a:gd name="connsiteX7" fmla="*/ 396807 w 400269"/>
                    <a:gd name="connsiteY7" fmla="*/ 53907 h 300854"/>
                    <a:gd name="connsiteX8" fmla="*/ 390457 w 400269"/>
                    <a:gd name="connsiteY8" fmla="*/ 84387 h 3008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269" h="300854">
                      <a:moveTo>
                        <a:pt x="390457" y="84387"/>
                      </a:moveTo>
                      <a:lnTo>
                        <a:pt x="62162" y="297112"/>
                      </a:lnTo>
                      <a:cubicBezTo>
                        <a:pt x="52002" y="304097"/>
                        <a:pt x="38667" y="300922"/>
                        <a:pt x="31682" y="290762"/>
                      </a:cubicBezTo>
                      <a:lnTo>
                        <a:pt x="3742" y="246947"/>
                      </a:lnTo>
                      <a:cubicBezTo>
                        <a:pt x="-3243" y="236787"/>
                        <a:pt x="-68" y="223452"/>
                        <a:pt x="10092" y="216467"/>
                      </a:cubicBezTo>
                      <a:lnTo>
                        <a:pt x="337752" y="3742"/>
                      </a:lnTo>
                      <a:cubicBezTo>
                        <a:pt x="347912" y="-3243"/>
                        <a:pt x="361882" y="-68"/>
                        <a:pt x="368232" y="10092"/>
                      </a:cubicBezTo>
                      <a:lnTo>
                        <a:pt x="396807" y="53907"/>
                      </a:lnTo>
                      <a:cubicBezTo>
                        <a:pt x="403157" y="64067"/>
                        <a:pt x="400617" y="77402"/>
                        <a:pt x="390457" y="84387"/>
                      </a:cubicBezTo>
                      <a:close/>
                    </a:path>
                  </a:pathLst>
                </a:custGeom>
                <a:solidFill>
                  <a:srgbClr val="85847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9" name="Freeform: Shape 78">
                  <a:extLst>
                    <a:ext uri="{FF2B5EF4-FFF2-40B4-BE49-F238E27FC236}">
                      <a16:creationId xmlns:a16="http://schemas.microsoft.com/office/drawing/2014/main" id="{7C2287E0-7330-FF7B-3914-2B7C8F6F7761}"/>
                    </a:ext>
                  </a:extLst>
                </p:cNvPr>
                <p:cNvSpPr/>
                <p:nvPr/>
              </p:nvSpPr>
              <p:spPr>
                <a:xfrm>
                  <a:off x="4741447" y="2581910"/>
                  <a:ext cx="179704" cy="190500"/>
                </a:xfrm>
                <a:custGeom>
                  <a:avLst/>
                  <a:gdLst>
                    <a:gd name="connsiteX0" fmla="*/ 24130 w 179704"/>
                    <a:gd name="connsiteY0" fmla="*/ 110490 h 190500"/>
                    <a:gd name="connsiteX1" fmla="*/ 43180 w 179704"/>
                    <a:gd name="connsiteY1" fmla="*/ 140335 h 190500"/>
                    <a:gd name="connsiteX2" fmla="*/ 95250 w 179704"/>
                    <a:gd name="connsiteY2" fmla="*/ 190500 h 190500"/>
                    <a:gd name="connsiteX3" fmla="*/ 179705 w 179704"/>
                    <a:gd name="connsiteY3" fmla="*/ 93345 h 190500"/>
                    <a:gd name="connsiteX4" fmla="*/ 143510 w 179704"/>
                    <a:gd name="connsiteY4" fmla="*/ 74930 h 190500"/>
                    <a:gd name="connsiteX5" fmla="*/ 124460 w 179704"/>
                    <a:gd name="connsiteY5" fmla="*/ 45085 h 190500"/>
                    <a:gd name="connsiteX6" fmla="*/ 125095 w 179704"/>
                    <a:gd name="connsiteY6" fmla="*/ 0 h 190500"/>
                    <a:gd name="connsiteX7" fmla="*/ 0 w 179704"/>
                    <a:gd name="connsiteY7" fmla="*/ 47625 h 190500"/>
                    <a:gd name="connsiteX8" fmla="*/ 24130 w 179704"/>
                    <a:gd name="connsiteY8" fmla="*/ 11049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9704" h="190500">
                      <a:moveTo>
                        <a:pt x="24130" y="110490"/>
                      </a:moveTo>
                      <a:lnTo>
                        <a:pt x="43180" y="140335"/>
                      </a:lnTo>
                      <a:cubicBezTo>
                        <a:pt x="57150" y="161290"/>
                        <a:pt x="74930" y="178435"/>
                        <a:pt x="95250" y="190500"/>
                      </a:cubicBezTo>
                      <a:lnTo>
                        <a:pt x="179705" y="93345"/>
                      </a:lnTo>
                      <a:cubicBezTo>
                        <a:pt x="165735" y="93980"/>
                        <a:pt x="151765" y="87630"/>
                        <a:pt x="143510" y="74930"/>
                      </a:cubicBezTo>
                      <a:lnTo>
                        <a:pt x="124460" y="45085"/>
                      </a:lnTo>
                      <a:cubicBezTo>
                        <a:pt x="114935" y="31115"/>
                        <a:pt x="116205" y="13335"/>
                        <a:pt x="125095" y="0"/>
                      </a:cubicBezTo>
                      <a:lnTo>
                        <a:pt x="0" y="47625"/>
                      </a:lnTo>
                      <a:cubicBezTo>
                        <a:pt x="3175" y="69215"/>
                        <a:pt x="11430" y="90805"/>
                        <a:pt x="24130" y="110490"/>
                      </a:cubicBezTo>
                      <a:close/>
                    </a:path>
                  </a:pathLst>
                </a:custGeom>
                <a:solidFill>
                  <a:srgbClr val="0D5BD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46D46EB1-4B8E-513F-CDBA-CF6616D37A46}"/>
                    </a:ext>
                  </a:extLst>
                </p:cNvPr>
                <p:cNvSpPr/>
                <p:nvPr/>
              </p:nvSpPr>
              <p:spPr>
                <a:xfrm>
                  <a:off x="4536241" y="2581977"/>
                  <a:ext cx="400437" cy="300574"/>
                </a:xfrm>
                <a:custGeom>
                  <a:avLst/>
                  <a:gdLst>
                    <a:gd name="connsiteX0" fmla="*/ 62331 w 400437"/>
                    <a:gd name="connsiteY0" fmla="*/ 297112 h 300574"/>
                    <a:gd name="connsiteX1" fmla="*/ 390626 w 400437"/>
                    <a:gd name="connsiteY1" fmla="*/ 84387 h 300574"/>
                    <a:gd name="connsiteX2" fmla="*/ 396976 w 400437"/>
                    <a:gd name="connsiteY2" fmla="*/ 53907 h 300574"/>
                    <a:gd name="connsiteX3" fmla="*/ 368401 w 400437"/>
                    <a:gd name="connsiteY3" fmla="*/ 10092 h 300574"/>
                    <a:gd name="connsiteX4" fmla="*/ 337921 w 400437"/>
                    <a:gd name="connsiteY4" fmla="*/ 3742 h 300574"/>
                    <a:gd name="connsiteX5" fmla="*/ 10261 w 400437"/>
                    <a:gd name="connsiteY5" fmla="*/ 216467 h 300574"/>
                    <a:gd name="connsiteX6" fmla="*/ 3276 w 400437"/>
                    <a:gd name="connsiteY6" fmla="*/ 246947 h 300574"/>
                    <a:gd name="connsiteX7" fmla="*/ 31851 w 400437"/>
                    <a:gd name="connsiteY7" fmla="*/ 290762 h 300574"/>
                    <a:gd name="connsiteX8" fmla="*/ 62331 w 400437"/>
                    <a:gd name="connsiteY8" fmla="*/ 297112 h 300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437" h="300574">
                      <a:moveTo>
                        <a:pt x="62331" y="297112"/>
                      </a:moveTo>
                      <a:lnTo>
                        <a:pt x="390626" y="84387"/>
                      </a:lnTo>
                      <a:cubicBezTo>
                        <a:pt x="400786" y="77402"/>
                        <a:pt x="403326" y="64067"/>
                        <a:pt x="396976" y="53907"/>
                      </a:cubicBezTo>
                      <a:lnTo>
                        <a:pt x="368401" y="10092"/>
                      </a:lnTo>
                      <a:cubicBezTo>
                        <a:pt x="362051" y="-68"/>
                        <a:pt x="348081" y="-3243"/>
                        <a:pt x="337921" y="3742"/>
                      </a:cubicBezTo>
                      <a:lnTo>
                        <a:pt x="10261" y="216467"/>
                      </a:lnTo>
                      <a:cubicBezTo>
                        <a:pt x="101" y="223452"/>
                        <a:pt x="-3074" y="236787"/>
                        <a:pt x="3276" y="246947"/>
                      </a:cubicBezTo>
                      <a:lnTo>
                        <a:pt x="31851" y="290762"/>
                      </a:lnTo>
                      <a:cubicBezTo>
                        <a:pt x="38201" y="300922"/>
                        <a:pt x="52171" y="303462"/>
                        <a:pt x="62331" y="297112"/>
                      </a:cubicBezTo>
                      <a:close/>
                    </a:path>
                  </a:pathLst>
                </a:custGeom>
                <a:solidFill>
                  <a:srgbClr val="0541A1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" name="Freeform: Shape 80">
                  <a:extLst>
                    <a:ext uri="{FF2B5EF4-FFF2-40B4-BE49-F238E27FC236}">
                      <a16:creationId xmlns:a16="http://schemas.microsoft.com/office/drawing/2014/main" id="{3A8D32C8-C9AE-9C3E-8AD2-6E540FD291CF}"/>
                    </a:ext>
                  </a:extLst>
                </p:cNvPr>
                <p:cNvSpPr/>
                <p:nvPr/>
              </p:nvSpPr>
              <p:spPr>
                <a:xfrm>
                  <a:off x="4017614" y="2918808"/>
                  <a:ext cx="400269" cy="300742"/>
                </a:xfrm>
                <a:custGeom>
                  <a:avLst/>
                  <a:gdLst>
                    <a:gd name="connsiteX0" fmla="*/ 390457 w 400269"/>
                    <a:gd name="connsiteY0" fmla="*/ 84107 h 300742"/>
                    <a:gd name="connsiteX1" fmla="*/ 62162 w 400269"/>
                    <a:gd name="connsiteY1" fmla="*/ 297467 h 300742"/>
                    <a:gd name="connsiteX2" fmla="*/ 31682 w 400269"/>
                    <a:gd name="connsiteY2" fmla="*/ 290482 h 300742"/>
                    <a:gd name="connsiteX3" fmla="*/ 3742 w 400269"/>
                    <a:gd name="connsiteY3" fmla="*/ 247302 h 300742"/>
                    <a:gd name="connsiteX4" fmla="*/ 10092 w 400269"/>
                    <a:gd name="connsiteY4" fmla="*/ 216822 h 300742"/>
                    <a:gd name="connsiteX5" fmla="*/ 337752 w 400269"/>
                    <a:gd name="connsiteY5" fmla="*/ 3462 h 300742"/>
                    <a:gd name="connsiteX6" fmla="*/ 368232 w 400269"/>
                    <a:gd name="connsiteY6" fmla="*/ 9812 h 300742"/>
                    <a:gd name="connsiteX7" fmla="*/ 396807 w 400269"/>
                    <a:gd name="connsiteY7" fmla="*/ 53627 h 300742"/>
                    <a:gd name="connsiteX8" fmla="*/ 390457 w 400269"/>
                    <a:gd name="connsiteY8" fmla="*/ 84107 h 3007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269" h="300742">
                      <a:moveTo>
                        <a:pt x="390457" y="84107"/>
                      </a:moveTo>
                      <a:lnTo>
                        <a:pt x="62162" y="297467"/>
                      </a:lnTo>
                      <a:cubicBezTo>
                        <a:pt x="52002" y="303817"/>
                        <a:pt x="38667" y="300642"/>
                        <a:pt x="31682" y="290482"/>
                      </a:cubicBezTo>
                      <a:lnTo>
                        <a:pt x="3742" y="247302"/>
                      </a:lnTo>
                      <a:cubicBezTo>
                        <a:pt x="-3243" y="237142"/>
                        <a:pt x="-68" y="223172"/>
                        <a:pt x="10092" y="216822"/>
                      </a:cubicBezTo>
                      <a:lnTo>
                        <a:pt x="337752" y="3462"/>
                      </a:lnTo>
                      <a:cubicBezTo>
                        <a:pt x="347912" y="-2888"/>
                        <a:pt x="361882" y="-348"/>
                        <a:pt x="368232" y="9812"/>
                      </a:cubicBezTo>
                      <a:lnTo>
                        <a:pt x="396807" y="53627"/>
                      </a:lnTo>
                      <a:cubicBezTo>
                        <a:pt x="403157" y="63787"/>
                        <a:pt x="400617" y="77757"/>
                        <a:pt x="390457" y="84107"/>
                      </a:cubicBezTo>
                      <a:close/>
                    </a:path>
                  </a:pathLst>
                </a:custGeom>
                <a:solidFill>
                  <a:srgbClr val="0541A1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" name="Freeform: Shape 81">
                  <a:extLst>
                    <a:ext uri="{FF2B5EF4-FFF2-40B4-BE49-F238E27FC236}">
                      <a16:creationId xmlns:a16="http://schemas.microsoft.com/office/drawing/2014/main" id="{A23B1E88-CE01-4332-992E-8AAC6C4BE6E8}"/>
                    </a:ext>
                  </a:extLst>
                </p:cNvPr>
                <p:cNvSpPr/>
                <p:nvPr/>
              </p:nvSpPr>
              <p:spPr>
                <a:xfrm>
                  <a:off x="5746258" y="1699493"/>
                  <a:ext cx="481410" cy="441839"/>
                </a:xfrm>
                <a:custGeom>
                  <a:avLst/>
                  <a:gdLst>
                    <a:gd name="connsiteX0" fmla="*/ 436003 w 481410"/>
                    <a:gd name="connsiteY0" fmla="*/ 72157 h 441839"/>
                    <a:gd name="connsiteX1" fmla="*/ 455689 w 481410"/>
                    <a:gd name="connsiteY1" fmla="*/ 102637 h 441839"/>
                    <a:gd name="connsiteX2" fmla="*/ 480453 w 481410"/>
                    <a:gd name="connsiteY2" fmla="*/ 170582 h 441839"/>
                    <a:gd name="connsiteX3" fmla="*/ 408698 w 481410"/>
                    <a:gd name="connsiteY3" fmla="*/ 322982 h 441839"/>
                    <a:gd name="connsiteX4" fmla="*/ 265823 w 481410"/>
                    <a:gd name="connsiteY4" fmla="*/ 416327 h 441839"/>
                    <a:gd name="connsiteX5" fmla="*/ 45478 w 481410"/>
                    <a:gd name="connsiteY5" fmla="*/ 369337 h 441839"/>
                    <a:gd name="connsiteX6" fmla="*/ 25793 w 481410"/>
                    <a:gd name="connsiteY6" fmla="*/ 338857 h 441839"/>
                    <a:gd name="connsiteX7" fmla="*/ 72784 w 481410"/>
                    <a:gd name="connsiteY7" fmla="*/ 118512 h 441839"/>
                    <a:gd name="connsiteX8" fmla="*/ 215659 w 481410"/>
                    <a:gd name="connsiteY8" fmla="*/ 25802 h 441839"/>
                    <a:gd name="connsiteX9" fmla="*/ 388378 w 481410"/>
                    <a:gd name="connsiteY9" fmla="*/ 25167 h 441839"/>
                    <a:gd name="connsiteX10" fmla="*/ 436003 w 481410"/>
                    <a:gd name="connsiteY10" fmla="*/ 72157 h 441839"/>
                    <a:gd name="connsiteX11" fmla="*/ 357264 w 481410"/>
                    <a:gd name="connsiteY11" fmla="*/ 208047 h 441839"/>
                    <a:gd name="connsiteX12" fmla="*/ 355359 w 481410"/>
                    <a:gd name="connsiteY12" fmla="*/ 168042 h 441839"/>
                    <a:gd name="connsiteX13" fmla="*/ 335673 w 481410"/>
                    <a:gd name="connsiteY13" fmla="*/ 137562 h 441839"/>
                    <a:gd name="connsiteX14" fmla="*/ 294398 w 481410"/>
                    <a:gd name="connsiteY14" fmla="*/ 120417 h 441839"/>
                    <a:gd name="connsiteX15" fmla="*/ 281064 w 481410"/>
                    <a:gd name="connsiteY15" fmla="*/ 126132 h 441839"/>
                    <a:gd name="connsiteX16" fmla="*/ 137553 w 481410"/>
                    <a:gd name="connsiteY16" fmla="*/ 218842 h 441839"/>
                    <a:gd name="connsiteX17" fmla="*/ 126123 w 481410"/>
                    <a:gd name="connsiteY17" fmla="*/ 274087 h 441839"/>
                    <a:gd name="connsiteX18" fmla="*/ 145809 w 481410"/>
                    <a:gd name="connsiteY18" fmla="*/ 303932 h 441839"/>
                    <a:gd name="connsiteX19" fmla="*/ 200418 w 481410"/>
                    <a:gd name="connsiteY19" fmla="*/ 315362 h 441839"/>
                    <a:gd name="connsiteX20" fmla="*/ 343293 w 481410"/>
                    <a:gd name="connsiteY20" fmla="*/ 222652 h 441839"/>
                    <a:gd name="connsiteX21" fmla="*/ 357264 w 481410"/>
                    <a:gd name="connsiteY21" fmla="*/ 208047 h 441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481410" h="441839">
                      <a:moveTo>
                        <a:pt x="436003" y="72157"/>
                      </a:moveTo>
                      <a:lnTo>
                        <a:pt x="455689" y="102637"/>
                      </a:lnTo>
                      <a:cubicBezTo>
                        <a:pt x="469659" y="123592"/>
                        <a:pt x="477278" y="147087"/>
                        <a:pt x="480453" y="170582"/>
                      </a:cubicBezTo>
                      <a:cubicBezTo>
                        <a:pt x="486803" y="229002"/>
                        <a:pt x="461403" y="288692"/>
                        <a:pt x="408698" y="322982"/>
                      </a:cubicBezTo>
                      <a:lnTo>
                        <a:pt x="265823" y="416327"/>
                      </a:lnTo>
                      <a:cubicBezTo>
                        <a:pt x="192164" y="463952"/>
                        <a:pt x="93103" y="442997"/>
                        <a:pt x="45478" y="369337"/>
                      </a:cubicBezTo>
                      <a:lnTo>
                        <a:pt x="25793" y="338857"/>
                      </a:lnTo>
                      <a:cubicBezTo>
                        <a:pt x="-22466" y="265197"/>
                        <a:pt x="-877" y="166137"/>
                        <a:pt x="72784" y="118512"/>
                      </a:cubicBezTo>
                      <a:lnTo>
                        <a:pt x="215659" y="25802"/>
                      </a:lnTo>
                      <a:cubicBezTo>
                        <a:pt x="269634" y="-9758"/>
                        <a:pt x="337578" y="-7218"/>
                        <a:pt x="388378" y="25167"/>
                      </a:cubicBezTo>
                      <a:cubicBezTo>
                        <a:pt x="406793" y="37232"/>
                        <a:pt x="423303" y="53107"/>
                        <a:pt x="436003" y="72157"/>
                      </a:cubicBezTo>
                      <a:close/>
                      <a:moveTo>
                        <a:pt x="357264" y="208047"/>
                      </a:moveTo>
                      <a:cubicBezTo>
                        <a:pt x="363614" y="195347"/>
                        <a:pt x="363614" y="180107"/>
                        <a:pt x="355359" y="168042"/>
                      </a:cubicBezTo>
                      <a:lnTo>
                        <a:pt x="335673" y="137562"/>
                      </a:lnTo>
                      <a:cubicBezTo>
                        <a:pt x="326784" y="123592"/>
                        <a:pt x="309639" y="117242"/>
                        <a:pt x="294398" y="120417"/>
                      </a:cubicBezTo>
                      <a:cubicBezTo>
                        <a:pt x="289744" y="121261"/>
                        <a:pt x="285299" y="123166"/>
                        <a:pt x="281064" y="126132"/>
                      </a:cubicBezTo>
                      <a:lnTo>
                        <a:pt x="137553" y="218842"/>
                      </a:lnTo>
                      <a:cubicBezTo>
                        <a:pt x="119139" y="230907"/>
                        <a:pt x="114059" y="255672"/>
                        <a:pt x="126123" y="274087"/>
                      </a:cubicBezTo>
                      <a:lnTo>
                        <a:pt x="145809" y="303932"/>
                      </a:lnTo>
                      <a:cubicBezTo>
                        <a:pt x="157239" y="322347"/>
                        <a:pt x="182003" y="327427"/>
                        <a:pt x="200418" y="315362"/>
                      </a:cubicBezTo>
                      <a:lnTo>
                        <a:pt x="343293" y="222652"/>
                      </a:lnTo>
                      <a:cubicBezTo>
                        <a:pt x="349643" y="218842"/>
                        <a:pt x="354089" y="213762"/>
                        <a:pt x="357264" y="208047"/>
                      </a:cubicBezTo>
                      <a:close/>
                    </a:path>
                  </a:pathLst>
                </a:custGeom>
                <a:solidFill>
                  <a:srgbClr val="D1D0C6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3" name="Freeform: Shape 82">
                  <a:extLst>
                    <a:ext uri="{FF2B5EF4-FFF2-40B4-BE49-F238E27FC236}">
                      <a16:creationId xmlns:a16="http://schemas.microsoft.com/office/drawing/2014/main" id="{BDC42C4B-3C20-5E94-BBE0-76AAA4E93BD1}"/>
                    </a:ext>
                  </a:extLst>
                </p:cNvPr>
                <p:cNvSpPr/>
                <p:nvPr/>
              </p:nvSpPr>
              <p:spPr>
                <a:xfrm>
                  <a:off x="6040656" y="1724660"/>
                  <a:ext cx="186054" cy="182879"/>
                </a:xfrm>
                <a:custGeom>
                  <a:avLst/>
                  <a:gdLst>
                    <a:gd name="connsiteX0" fmla="*/ 141605 w 186054"/>
                    <a:gd name="connsiteY0" fmla="*/ 46990 h 182879"/>
                    <a:gd name="connsiteX1" fmla="*/ 161290 w 186054"/>
                    <a:gd name="connsiteY1" fmla="*/ 77470 h 182879"/>
                    <a:gd name="connsiteX2" fmla="*/ 186055 w 186054"/>
                    <a:gd name="connsiteY2" fmla="*/ 145415 h 182879"/>
                    <a:gd name="connsiteX3" fmla="*/ 62865 w 186054"/>
                    <a:gd name="connsiteY3" fmla="*/ 182880 h 182879"/>
                    <a:gd name="connsiteX4" fmla="*/ 60960 w 186054"/>
                    <a:gd name="connsiteY4" fmla="*/ 142875 h 182879"/>
                    <a:gd name="connsiteX5" fmla="*/ 41275 w 186054"/>
                    <a:gd name="connsiteY5" fmla="*/ 112395 h 182879"/>
                    <a:gd name="connsiteX6" fmla="*/ 0 w 186054"/>
                    <a:gd name="connsiteY6" fmla="*/ 95250 h 182879"/>
                    <a:gd name="connsiteX7" fmla="*/ 93980 w 186054"/>
                    <a:gd name="connsiteY7" fmla="*/ 0 h 182879"/>
                    <a:gd name="connsiteX8" fmla="*/ 141605 w 186054"/>
                    <a:gd name="connsiteY8" fmla="*/ 46990 h 1828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6054" h="182879">
                      <a:moveTo>
                        <a:pt x="141605" y="46990"/>
                      </a:moveTo>
                      <a:lnTo>
                        <a:pt x="161290" y="77470"/>
                      </a:lnTo>
                      <a:cubicBezTo>
                        <a:pt x="175260" y="98425"/>
                        <a:pt x="182880" y="121920"/>
                        <a:pt x="186055" y="145415"/>
                      </a:cubicBezTo>
                      <a:lnTo>
                        <a:pt x="62865" y="182880"/>
                      </a:lnTo>
                      <a:cubicBezTo>
                        <a:pt x="69215" y="170180"/>
                        <a:pt x="69215" y="154940"/>
                        <a:pt x="60960" y="142875"/>
                      </a:cubicBezTo>
                      <a:lnTo>
                        <a:pt x="41275" y="112395"/>
                      </a:lnTo>
                      <a:cubicBezTo>
                        <a:pt x="32385" y="98425"/>
                        <a:pt x="15240" y="92075"/>
                        <a:pt x="0" y="95250"/>
                      </a:cubicBezTo>
                      <a:lnTo>
                        <a:pt x="93980" y="0"/>
                      </a:lnTo>
                      <a:cubicBezTo>
                        <a:pt x="112395" y="12065"/>
                        <a:pt x="128905" y="27940"/>
                        <a:pt x="141605" y="46990"/>
                      </a:cubicBezTo>
                      <a:close/>
                    </a:path>
                  </a:pathLst>
                </a:custGeom>
                <a:solidFill>
                  <a:srgbClr val="B2B0A1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4" name="Freeform: Shape 83">
                  <a:extLst>
                    <a:ext uri="{FF2B5EF4-FFF2-40B4-BE49-F238E27FC236}">
                      <a16:creationId xmlns:a16="http://schemas.microsoft.com/office/drawing/2014/main" id="{E9BC4D26-3411-E8C8-EE58-799F25030F4C}"/>
                    </a:ext>
                  </a:extLst>
                </p:cNvPr>
                <p:cNvSpPr/>
                <p:nvPr/>
              </p:nvSpPr>
              <p:spPr>
                <a:xfrm>
                  <a:off x="5242984" y="2026200"/>
                  <a:ext cx="481289" cy="441802"/>
                </a:xfrm>
                <a:custGeom>
                  <a:avLst/>
                  <a:gdLst>
                    <a:gd name="connsiteX0" fmla="*/ 436358 w 481289"/>
                    <a:gd name="connsiteY0" fmla="*/ 72474 h 441802"/>
                    <a:gd name="connsiteX1" fmla="*/ 455408 w 481289"/>
                    <a:gd name="connsiteY1" fmla="*/ 102954 h 441802"/>
                    <a:gd name="connsiteX2" fmla="*/ 480173 w 481289"/>
                    <a:gd name="connsiteY2" fmla="*/ 170899 h 441802"/>
                    <a:gd name="connsiteX3" fmla="*/ 409053 w 481289"/>
                    <a:gd name="connsiteY3" fmla="*/ 323299 h 441802"/>
                    <a:gd name="connsiteX4" fmla="*/ 265543 w 481289"/>
                    <a:gd name="connsiteY4" fmla="*/ 416009 h 441802"/>
                    <a:gd name="connsiteX5" fmla="*/ 45198 w 481289"/>
                    <a:gd name="connsiteY5" fmla="*/ 369019 h 441802"/>
                    <a:gd name="connsiteX6" fmla="*/ 25513 w 481289"/>
                    <a:gd name="connsiteY6" fmla="*/ 339174 h 441802"/>
                    <a:gd name="connsiteX7" fmla="*/ 72503 w 481289"/>
                    <a:gd name="connsiteY7" fmla="*/ 118829 h 441802"/>
                    <a:gd name="connsiteX8" fmla="*/ 215378 w 481289"/>
                    <a:gd name="connsiteY8" fmla="*/ 25484 h 441802"/>
                    <a:gd name="connsiteX9" fmla="*/ 388733 w 481289"/>
                    <a:gd name="connsiteY9" fmla="*/ 25484 h 441802"/>
                    <a:gd name="connsiteX10" fmla="*/ 436358 w 481289"/>
                    <a:gd name="connsiteY10" fmla="*/ 72474 h 441802"/>
                    <a:gd name="connsiteX11" fmla="*/ 356983 w 481289"/>
                    <a:gd name="connsiteY11" fmla="*/ 207729 h 441802"/>
                    <a:gd name="connsiteX12" fmla="*/ 355078 w 481289"/>
                    <a:gd name="connsiteY12" fmla="*/ 167724 h 441802"/>
                    <a:gd name="connsiteX13" fmla="*/ 335393 w 481289"/>
                    <a:gd name="connsiteY13" fmla="*/ 137879 h 441802"/>
                    <a:gd name="connsiteX14" fmla="*/ 294118 w 481289"/>
                    <a:gd name="connsiteY14" fmla="*/ 120734 h 441802"/>
                    <a:gd name="connsiteX15" fmla="*/ 280783 w 481289"/>
                    <a:gd name="connsiteY15" fmla="*/ 125814 h 441802"/>
                    <a:gd name="connsiteX16" fmla="*/ 137908 w 481289"/>
                    <a:gd name="connsiteY16" fmla="*/ 219159 h 441802"/>
                    <a:gd name="connsiteX17" fmla="*/ 125843 w 481289"/>
                    <a:gd name="connsiteY17" fmla="*/ 273769 h 441802"/>
                    <a:gd name="connsiteX18" fmla="*/ 145528 w 481289"/>
                    <a:gd name="connsiteY18" fmla="*/ 304249 h 441802"/>
                    <a:gd name="connsiteX19" fmla="*/ 200773 w 481289"/>
                    <a:gd name="connsiteY19" fmla="*/ 315679 h 441802"/>
                    <a:gd name="connsiteX20" fmla="*/ 343648 w 481289"/>
                    <a:gd name="connsiteY20" fmla="*/ 222969 h 441802"/>
                    <a:gd name="connsiteX21" fmla="*/ 356983 w 481289"/>
                    <a:gd name="connsiteY21" fmla="*/ 207729 h 4418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481289" h="441802">
                      <a:moveTo>
                        <a:pt x="436358" y="72474"/>
                      </a:moveTo>
                      <a:lnTo>
                        <a:pt x="455408" y="102954"/>
                      </a:lnTo>
                      <a:cubicBezTo>
                        <a:pt x="469378" y="123909"/>
                        <a:pt x="477633" y="146769"/>
                        <a:pt x="480173" y="170899"/>
                      </a:cubicBezTo>
                      <a:cubicBezTo>
                        <a:pt x="487158" y="228684"/>
                        <a:pt x="461123" y="289009"/>
                        <a:pt x="409053" y="323299"/>
                      </a:cubicBezTo>
                      <a:lnTo>
                        <a:pt x="265543" y="416009"/>
                      </a:lnTo>
                      <a:cubicBezTo>
                        <a:pt x="191883" y="464269"/>
                        <a:pt x="92823" y="442679"/>
                        <a:pt x="45198" y="369019"/>
                      </a:cubicBezTo>
                      <a:lnTo>
                        <a:pt x="25513" y="339174"/>
                      </a:lnTo>
                      <a:cubicBezTo>
                        <a:pt x="-22112" y="265514"/>
                        <a:pt x="-1157" y="166454"/>
                        <a:pt x="72503" y="118829"/>
                      </a:cubicBezTo>
                      <a:lnTo>
                        <a:pt x="215378" y="25484"/>
                      </a:lnTo>
                      <a:cubicBezTo>
                        <a:pt x="269988" y="-9441"/>
                        <a:pt x="337298" y="-7536"/>
                        <a:pt x="388733" y="25484"/>
                      </a:cubicBezTo>
                      <a:cubicBezTo>
                        <a:pt x="407148" y="36914"/>
                        <a:pt x="423658" y="52789"/>
                        <a:pt x="436358" y="72474"/>
                      </a:cubicBezTo>
                      <a:close/>
                      <a:moveTo>
                        <a:pt x="356983" y="207729"/>
                      </a:moveTo>
                      <a:cubicBezTo>
                        <a:pt x="363333" y="195664"/>
                        <a:pt x="363333" y="180424"/>
                        <a:pt x="355078" y="167724"/>
                      </a:cubicBezTo>
                      <a:lnTo>
                        <a:pt x="335393" y="137879"/>
                      </a:lnTo>
                      <a:cubicBezTo>
                        <a:pt x="326503" y="123909"/>
                        <a:pt x="309993" y="117559"/>
                        <a:pt x="294118" y="120734"/>
                      </a:cubicBezTo>
                      <a:cubicBezTo>
                        <a:pt x="289463" y="121579"/>
                        <a:pt x="285018" y="123274"/>
                        <a:pt x="280783" y="125814"/>
                      </a:cubicBezTo>
                      <a:lnTo>
                        <a:pt x="137908" y="219159"/>
                      </a:lnTo>
                      <a:cubicBezTo>
                        <a:pt x="119493" y="231224"/>
                        <a:pt x="114413" y="255354"/>
                        <a:pt x="125843" y="273769"/>
                      </a:cubicBezTo>
                      <a:lnTo>
                        <a:pt x="145528" y="304249"/>
                      </a:lnTo>
                      <a:cubicBezTo>
                        <a:pt x="157593" y="322664"/>
                        <a:pt x="182358" y="327744"/>
                        <a:pt x="200773" y="315679"/>
                      </a:cubicBezTo>
                      <a:lnTo>
                        <a:pt x="343648" y="222969"/>
                      </a:lnTo>
                      <a:cubicBezTo>
                        <a:pt x="349363" y="219159"/>
                        <a:pt x="353808" y="214079"/>
                        <a:pt x="356983" y="207729"/>
                      </a:cubicBezTo>
                      <a:close/>
                    </a:path>
                  </a:pathLst>
                </a:custGeom>
                <a:solidFill>
                  <a:srgbClr val="82ACF8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" name="Freeform: Shape 84">
                  <a:extLst>
                    <a:ext uri="{FF2B5EF4-FFF2-40B4-BE49-F238E27FC236}">
                      <a16:creationId xmlns:a16="http://schemas.microsoft.com/office/drawing/2014/main" id="{C3EB3E06-C71D-1445-D8C8-EE70CBF35AFE}"/>
                    </a:ext>
                  </a:extLst>
                </p:cNvPr>
                <p:cNvSpPr/>
                <p:nvPr/>
              </p:nvSpPr>
              <p:spPr>
                <a:xfrm>
                  <a:off x="5537102" y="2051685"/>
                  <a:ext cx="186054" cy="182244"/>
                </a:xfrm>
                <a:custGeom>
                  <a:avLst/>
                  <a:gdLst>
                    <a:gd name="connsiteX0" fmla="*/ 142240 w 186054"/>
                    <a:gd name="connsiteY0" fmla="*/ 46990 h 182244"/>
                    <a:gd name="connsiteX1" fmla="*/ 161290 w 186054"/>
                    <a:gd name="connsiteY1" fmla="*/ 77470 h 182244"/>
                    <a:gd name="connsiteX2" fmla="*/ 186055 w 186054"/>
                    <a:gd name="connsiteY2" fmla="*/ 145415 h 182244"/>
                    <a:gd name="connsiteX3" fmla="*/ 62865 w 186054"/>
                    <a:gd name="connsiteY3" fmla="*/ 182245 h 182244"/>
                    <a:gd name="connsiteX4" fmla="*/ 60960 w 186054"/>
                    <a:gd name="connsiteY4" fmla="*/ 142240 h 182244"/>
                    <a:gd name="connsiteX5" fmla="*/ 41275 w 186054"/>
                    <a:gd name="connsiteY5" fmla="*/ 112395 h 182244"/>
                    <a:gd name="connsiteX6" fmla="*/ 0 w 186054"/>
                    <a:gd name="connsiteY6" fmla="*/ 95250 h 182244"/>
                    <a:gd name="connsiteX7" fmla="*/ 94615 w 186054"/>
                    <a:gd name="connsiteY7" fmla="*/ 0 h 182244"/>
                    <a:gd name="connsiteX8" fmla="*/ 142240 w 186054"/>
                    <a:gd name="connsiteY8" fmla="*/ 46990 h 1822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6054" h="182244">
                      <a:moveTo>
                        <a:pt x="142240" y="46990"/>
                      </a:moveTo>
                      <a:lnTo>
                        <a:pt x="161290" y="77470"/>
                      </a:lnTo>
                      <a:cubicBezTo>
                        <a:pt x="175260" y="98425"/>
                        <a:pt x="183515" y="121285"/>
                        <a:pt x="186055" y="145415"/>
                      </a:cubicBezTo>
                      <a:lnTo>
                        <a:pt x="62865" y="182245"/>
                      </a:lnTo>
                      <a:cubicBezTo>
                        <a:pt x="69215" y="170180"/>
                        <a:pt x="69215" y="154940"/>
                        <a:pt x="60960" y="142240"/>
                      </a:cubicBezTo>
                      <a:lnTo>
                        <a:pt x="41275" y="112395"/>
                      </a:lnTo>
                      <a:cubicBezTo>
                        <a:pt x="32385" y="98425"/>
                        <a:pt x="15875" y="92075"/>
                        <a:pt x="0" y="95250"/>
                      </a:cubicBezTo>
                      <a:lnTo>
                        <a:pt x="94615" y="0"/>
                      </a:lnTo>
                      <a:cubicBezTo>
                        <a:pt x="113030" y="11430"/>
                        <a:pt x="129540" y="27305"/>
                        <a:pt x="142240" y="46990"/>
                      </a:cubicBezTo>
                      <a:close/>
                    </a:path>
                  </a:pathLst>
                </a:custGeom>
                <a:solidFill>
                  <a:srgbClr val="0D5BD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" name="Freeform: Shape 85">
                  <a:extLst>
                    <a:ext uri="{FF2B5EF4-FFF2-40B4-BE49-F238E27FC236}">
                      <a16:creationId xmlns:a16="http://schemas.microsoft.com/office/drawing/2014/main" id="{65D2FDA6-03B0-A6D1-1B40-3DD824FAA8DF}"/>
                    </a:ext>
                  </a:extLst>
                </p:cNvPr>
                <p:cNvSpPr/>
                <p:nvPr/>
              </p:nvSpPr>
              <p:spPr>
                <a:xfrm>
                  <a:off x="5245002" y="2255520"/>
                  <a:ext cx="179704" cy="189864"/>
                </a:xfrm>
                <a:custGeom>
                  <a:avLst/>
                  <a:gdLst>
                    <a:gd name="connsiteX0" fmla="*/ 23495 w 179704"/>
                    <a:gd name="connsiteY0" fmla="*/ 109855 h 189864"/>
                    <a:gd name="connsiteX1" fmla="*/ 43180 w 179704"/>
                    <a:gd name="connsiteY1" fmla="*/ 139700 h 189864"/>
                    <a:gd name="connsiteX2" fmla="*/ 95250 w 179704"/>
                    <a:gd name="connsiteY2" fmla="*/ 189865 h 189864"/>
                    <a:gd name="connsiteX3" fmla="*/ 179705 w 179704"/>
                    <a:gd name="connsiteY3" fmla="*/ 92710 h 189864"/>
                    <a:gd name="connsiteX4" fmla="*/ 143510 w 179704"/>
                    <a:gd name="connsiteY4" fmla="*/ 74930 h 189864"/>
                    <a:gd name="connsiteX5" fmla="*/ 123825 w 179704"/>
                    <a:gd name="connsiteY5" fmla="*/ 44450 h 189864"/>
                    <a:gd name="connsiteX6" fmla="*/ 125095 w 179704"/>
                    <a:gd name="connsiteY6" fmla="*/ 0 h 189864"/>
                    <a:gd name="connsiteX7" fmla="*/ 0 w 179704"/>
                    <a:gd name="connsiteY7" fmla="*/ 46990 h 189864"/>
                    <a:gd name="connsiteX8" fmla="*/ 23495 w 179704"/>
                    <a:gd name="connsiteY8" fmla="*/ 109855 h 1898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9704" h="189864">
                      <a:moveTo>
                        <a:pt x="23495" y="109855"/>
                      </a:moveTo>
                      <a:lnTo>
                        <a:pt x="43180" y="139700"/>
                      </a:lnTo>
                      <a:cubicBezTo>
                        <a:pt x="57150" y="161290"/>
                        <a:pt x="74930" y="177800"/>
                        <a:pt x="95250" y="189865"/>
                      </a:cubicBezTo>
                      <a:lnTo>
                        <a:pt x="179705" y="92710"/>
                      </a:lnTo>
                      <a:cubicBezTo>
                        <a:pt x="165735" y="93345"/>
                        <a:pt x="151765" y="86995"/>
                        <a:pt x="143510" y="74930"/>
                      </a:cubicBezTo>
                      <a:lnTo>
                        <a:pt x="123825" y="44450"/>
                      </a:lnTo>
                      <a:cubicBezTo>
                        <a:pt x="114935" y="30480"/>
                        <a:pt x="115570" y="12700"/>
                        <a:pt x="125095" y="0"/>
                      </a:cubicBezTo>
                      <a:lnTo>
                        <a:pt x="0" y="46990"/>
                      </a:lnTo>
                      <a:cubicBezTo>
                        <a:pt x="3175" y="68580"/>
                        <a:pt x="10795" y="90170"/>
                        <a:pt x="23495" y="109855"/>
                      </a:cubicBezTo>
                      <a:close/>
                    </a:path>
                  </a:pathLst>
                </a:custGeom>
                <a:solidFill>
                  <a:srgbClr val="0D5BD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" name="Freeform: Shape 86">
                  <a:extLst>
                    <a:ext uri="{FF2B5EF4-FFF2-40B4-BE49-F238E27FC236}">
                      <a16:creationId xmlns:a16="http://schemas.microsoft.com/office/drawing/2014/main" id="{C0F01EF5-D460-2E40-3E20-19C4655C7B85}"/>
                    </a:ext>
                  </a:extLst>
                </p:cNvPr>
                <p:cNvSpPr/>
                <p:nvPr/>
              </p:nvSpPr>
              <p:spPr>
                <a:xfrm>
                  <a:off x="6030564" y="1611697"/>
                  <a:ext cx="400269" cy="300574"/>
                </a:xfrm>
                <a:custGeom>
                  <a:avLst/>
                  <a:gdLst>
                    <a:gd name="connsiteX0" fmla="*/ 390457 w 400269"/>
                    <a:gd name="connsiteY0" fmla="*/ 83752 h 300574"/>
                    <a:gd name="connsiteX1" fmla="*/ 62162 w 400269"/>
                    <a:gd name="connsiteY1" fmla="*/ 297112 h 300574"/>
                    <a:gd name="connsiteX2" fmla="*/ 31682 w 400269"/>
                    <a:gd name="connsiteY2" fmla="*/ 290762 h 300574"/>
                    <a:gd name="connsiteX3" fmla="*/ 3742 w 400269"/>
                    <a:gd name="connsiteY3" fmla="*/ 246947 h 300574"/>
                    <a:gd name="connsiteX4" fmla="*/ 10092 w 400269"/>
                    <a:gd name="connsiteY4" fmla="*/ 216467 h 300574"/>
                    <a:gd name="connsiteX5" fmla="*/ 338387 w 400269"/>
                    <a:gd name="connsiteY5" fmla="*/ 3742 h 300574"/>
                    <a:gd name="connsiteX6" fmla="*/ 368232 w 400269"/>
                    <a:gd name="connsiteY6" fmla="*/ 10092 h 300574"/>
                    <a:gd name="connsiteX7" fmla="*/ 396807 w 400269"/>
                    <a:gd name="connsiteY7" fmla="*/ 53272 h 300574"/>
                    <a:gd name="connsiteX8" fmla="*/ 390457 w 400269"/>
                    <a:gd name="connsiteY8" fmla="*/ 83752 h 300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269" h="300574">
                      <a:moveTo>
                        <a:pt x="390457" y="83752"/>
                      </a:moveTo>
                      <a:lnTo>
                        <a:pt x="62162" y="297112"/>
                      </a:lnTo>
                      <a:cubicBezTo>
                        <a:pt x="52002" y="303462"/>
                        <a:pt x="38667" y="300922"/>
                        <a:pt x="31682" y="290762"/>
                      </a:cubicBezTo>
                      <a:lnTo>
                        <a:pt x="3742" y="246947"/>
                      </a:lnTo>
                      <a:cubicBezTo>
                        <a:pt x="-3243" y="236787"/>
                        <a:pt x="-68" y="222817"/>
                        <a:pt x="10092" y="216467"/>
                      </a:cubicBezTo>
                      <a:lnTo>
                        <a:pt x="338387" y="3742"/>
                      </a:lnTo>
                      <a:cubicBezTo>
                        <a:pt x="348547" y="-3243"/>
                        <a:pt x="361882" y="-68"/>
                        <a:pt x="368232" y="10092"/>
                      </a:cubicBezTo>
                      <a:lnTo>
                        <a:pt x="396807" y="53272"/>
                      </a:lnTo>
                      <a:cubicBezTo>
                        <a:pt x="403157" y="63432"/>
                        <a:pt x="400617" y="77402"/>
                        <a:pt x="390457" y="83752"/>
                      </a:cubicBezTo>
                      <a:close/>
                    </a:path>
                  </a:pathLst>
                </a:custGeom>
                <a:solidFill>
                  <a:srgbClr val="85847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" name="Freeform: Shape 87">
                  <a:extLst>
                    <a:ext uri="{FF2B5EF4-FFF2-40B4-BE49-F238E27FC236}">
                      <a16:creationId xmlns:a16="http://schemas.microsoft.com/office/drawing/2014/main" id="{2CEC3124-DB1B-4A45-7EC9-7C1B45308066}"/>
                    </a:ext>
                  </a:extLst>
                </p:cNvPr>
                <p:cNvSpPr/>
                <p:nvPr/>
              </p:nvSpPr>
              <p:spPr>
                <a:xfrm>
                  <a:off x="5747922" y="1928495"/>
                  <a:ext cx="179704" cy="190500"/>
                </a:xfrm>
                <a:custGeom>
                  <a:avLst/>
                  <a:gdLst>
                    <a:gd name="connsiteX0" fmla="*/ 24130 w 179704"/>
                    <a:gd name="connsiteY0" fmla="*/ 109855 h 190500"/>
                    <a:gd name="connsiteX1" fmla="*/ 43180 w 179704"/>
                    <a:gd name="connsiteY1" fmla="*/ 140335 h 190500"/>
                    <a:gd name="connsiteX2" fmla="*/ 95250 w 179704"/>
                    <a:gd name="connsiteY2" fmla="*/ 190500 h 190500"/>
                    <a:gd name="connsiteX3" fmla="*/ 179705 w 179704"/>
                    <a:gd name="connsiteY3" fmla="*/ 92710 h 190500"/>
                    <a:gd name="connsiteX4" fmla="*/ 143510 w 179704"/>
                    <a:gd name="connsiteY4" fmla="*/ 74930 h 190500"/>
                    <a:gd name="connsiteX5" fmla="*/ 124460 w 179704"/>
                    <a:gd name="connsiteY5" fmla="*/ 45085 h 190500"/>
                    <a:gd name="connsiteX6" fmla="*/ 125730 w 179704"/>
                    <a:gd name="connsiteY6" fmla="*/ 0 h 190500"/>
                    <a:gd name="connsiteX7" fmla="*/ 0 w 179704"/>
                    <a:gd name="connsiteY7" fmla="*/ 47625 h 190500"/>
                    <a:gd name="connsiteX8" fmla="*/ 24130 w 179704"/>
                    <a:gd name="connsiteY8" fmla="*/ 109855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9704" h="190500">
                      <a:moveTo>
                        <a:pt x="24130" y="109855"/>
                      </a:moveTo>
                      <a:lnTo>
                        <a:pt x="43180" y="140335"/>
                      </a:lnTo>
                      <a:cubicBezTo>
                        <a:pt x="57150" y="161290"/>
                        <a:pt x="74930" y="178435"/>
                        <a:pt x="95250" y="190500"/>
                      </a:cubicBezTo>
                      <a:lnTo>
                        <a:pt x="179705" y="92710"/>
                      </a:lnTo>
                      <a:cubicBezTo>
                        <a:pt x="165735" y="93980"/>
                        <a:pt x="151765" y="87630"/>
                        <a:pt x="143510" y="74930"/>
                      </a:cubicBezTo>
                      <a:lnTo>
                        <a:pt x="124460" y="45085"/>
                      </a:lnTo>
                      <a:cubicBezTo>
                        <a:pt x="114935" y="30480"/>
                        <a:pt x="116205" y="12700"/>
                        <a:pt x="125730" y="0"/>
                      </a:cubicBezTo>
                      <a:lnTo>
                        <a:pt x="0" y="47625"/>
                      </a:lnTo>
                      <a:cubicBezTo>
                        <a:pt x="3175" y="69215"/>
                        <a:pt x="11430" y="90170"/>
                        <a:pt x="24130" y="109855"/>
                      </a:cubicBezTo>
                      <a:close/>
                    </a:path>
                  </a:pathLst>
                </a:custGeom>
                <a:solidFill>
                  <a:srgbClr val="B2B0A1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9" name="Freeform: Shape 88">
                  <a:extLst>
                    <a:ext uri="{FF2B5EF4-FFF2-40B4-BE49-F238E27FC236}">
                      <a16:creationId xmlns:a16="http://schemas.microsoft.com/office/drawing/2014/main" id="{790D2D2A-59EB-47E0-32DD-BA628D7B11D8}"/>
                    </a:ext>
                  </a:extLst>
                </p:cNvPr>
                <p:cNvSpPr/>
                <p:nvPr/>
              </p:nvSpPr>
              <p:spPr>
                <a:xfrm>
                  <a:off x="5542716" y="1928394"/>
                  <a:ext cx="400437" cy="300742"/>
                </a:xfrm>
                <a:custGeom>
                  <a:avLst/>
                  <a:gdLst>
                    <a:gd name="connsiteX0" fmla="*/ 62331 w 400437"/>
                    <a:gd name="connsiteY0" fmla="*/ 297281 h 300742"/>
                    <a:gd name="connsiteX1" fmla="*/ 390626 w 400437"/>
                    <a:gd name="connsiteY1" fmla="*/ 83921 h 300742"/>
                    <a:gd name="connsiteX2" fmla="*/ 396976 w 400437"/>
                    <a:gd name="connsiteY2" fmla="*/ 53441 h 300742"/>
                    <a:gd name="connsiteX3" fmla="*/ 368401 w 400437"/>
                    <a:gd name="connsiteY3" fmla="*/ 10261 h 300742"/>
                    <a:gd name="connsiteX4" fmla="*/ 337921 w 400437"/>
                    <a:gd name="connsiteY4" fmla="*/ 3276 h 300742"/>
                    <a:gd name="connsiteX5" fmla="*/ 10261 w 400437"/>
                    <a:gd name="connsiteY5" fmla="*/ 216636 h 300742"/>
                    <a:gd name="connsiteX6" fmla="*/ 3276 w 400437"/>
                    <a:gd name="connsiteY6" fmla="*/ 247116 h 300742"/>
                    <a:gd name="connsiteX7" fmla="*/ 31851 w 400437"/>
                    <a:gd name="connsiteY7" fmla="*/ 290931 h 300742"/>
                    <a:gd name="connsiteX8" fmla="*/ 62331 w 400437"/>
                    <a:gd name="connsiteY8" fmla="*/ 297281 h 3007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437" h="300742">
                      <a:moveTo>
                        <a:pt x="62331" y="297281"/>
                      </a:moveTo>
                      <a:lnTo>
                        <a:pt x="390626" y="83921"/>
                      </a:lnTo>
                      <a:cubicBezTo>
                        <a:pt x="400786" y="77571"/>
                        <a:pt x="403326" y="63601"/>
                        <a:pt x="396976" y="53441"/>
                      </a:cubicBezTo>
                      <a:lnTo>
                        <a:pt x="368401" y="10261"/>
                      </a:lnTo>
                      <a:cubicBezTo>
                        <a:pt x="362051" y="101"/>
                        <a:pt x="348081" y="-3074"/>
                        <a:pt x="337921" y="3276"/>
                      </a:cubicBezTo>
                      <a:lnTo>
                        <a:pt x="10261" y="216636"/>
                      </a:lnTo>
                      <a:cubicBezTo>
                        <a:pt x="101" y="222986"/>
                        <a:pt x="-3074" y="236956"/>
                        <a:pt x="3276" y="247116"/>
                      </a:cubicBezTo>
                      <a:lnTo>
                        <a:pt x="31851" y="290931"/>
                      </a:lnTo>
                      <a:cubicBezTo>
                        <a:pt x="38836" y="301091"/>
                        <a:pt x="52171" y="303631"/>
                        <a:pt x="62331" y="297281"/>
                      </a:cubicBezTo>
                      <a:close/>
                    </a:path>
                  </a:pathLst>
                </a:custGeom>
                <a:solidFill>
                  <a:srgbClr val="0541A1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0" name="Freeform: Shape 89">
                  <a:extLst>
                    <a:ext uri="{FF2B5EF4-FFF2-40B4-BE49-F238E27FC236}">
                      <a16:creationId xmlns:a16="http://schemas.microsoft.com/office/drawing/2014/main" id="{F57E1C61-66E3-95D8-3848-57CD41B3E35D}"/>
                    </a:ext>
                  </a:extLst>
                </p:cNvPr>
                <p:cNvSpPr/>
                <p:nvPr/>
              </p:nvSpPr>
              <p:spPr>
                <a:xfrm>
                  <a:off x="5024089" y="2265112"/>
                  <a:ext cx="400269" cy="300854"/>
                </a:xfrm>
                <a:custGeom>
                  <a:avLst/>
                  <a:gdLst>
                    <a:gd name="connsiteX0" fmla="*/ 390457 w 400269"/>
                    <a:gd name="connsiteY0" fmla="*/ 84387 h 300854"/>
                    <a:gd name="connsiteX1" fmla="*/ 62162 w 400269"/>
                    <a:gd name="connsiteY1" fmla="*/ 297112 h 300854"/>
                    <a:gd name="connsiteX2" fmla="*/ 31682 w 400269"/>
                    <a:gd name="connsiteY2" fmla="*/ 290762 h 300854"/>
                    <a:gd name="connsiteX3" fmla="*/ 3742 w 400269"/>
                    <a:gd name="connsiteY3" fmla="*/ 246947 h 300854"/>
                    <a:gd name="connsiteX4" fmla="*/ 10092 w 400269"/>
                    <a:gd name="connsiteY4" fmla="*/ 216467 h 300854"/>
                    <a:gd name="connsiteX5" fmla="*/ 337752 w 400269"/>
                    <a:gd name="connsiteY5" fmla="*/ 3742 h 300854"/>
                    <a:gd name="connsiteX6" fmla="*/ 368232 w 400269"/>
                    <a:gd name="connsiteY6" fmla="*/ 10092 h 300854"/>
                    <a:gd name="connsiteX7" fmla="*/ 396807 w 400269"/>
                    <a:gd name="connsiteY7" fmla="*/ 53907 h 300854"/>
                    <a:gd name="connsiteX8" fmla="*/ 390457 w 400269"/>
                    <a:gd name="connsiteY8" fmla="*/ 84387 h 3008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269" h="300854">
                      <a:moveTo>
                        <a:pt x="390457" y="84387"/>
                      </a:moveTo>
                      <a:lnTo>
                        <a:pt x="62162" y="297112"/>
                      </a:lnTo>
                      <a:cubicBezTo>
                        <a:pt x="52002" y="304097"/>
                        <a:pt x="38667" y="300922"/>
                        <a:pt x="31682" y="290762"/>
                      </a:cubicBezTo>
                      <a:lnTo>
                        <a:pt x="3742" y="246947"/>
                      </a:lnTo>
                      <a:cubicBezTo>
                        <a:pt x="-3243" y="236787"/>
                        <a:pt x="-68" y="223452"/>
                        <a:pt x="10092" y="216467"/>
                      </a:cubicBezTo>
                      <a:lnTo>
                        <a:pt x="337752" y="3742"/>
                      </a:lnTo>
                      <a:cubicBezTo>
                        <a:pt x="347912" y="-3243"/>
                        <a:pt x="361882" y="-68"/>
                        <a:pt x="368232" y="10092"/>
                      </a:cubicBezTo>
                      <a:lnTo>
                        <a:pt x="396807" y="53907"/>
                      </a:lnTo>
                      <a:cubicBezTo>
                        <a:pt x="403157" y="64067"/>
                        <a:pt x="400617" y="77402"/>
                        <a:pt x="390457" y="84387"/>
                      </a:cubicBezTo>
                      <a:close/>
                    </a:path>
                  </a:pathLst>
                </a:custGeom>
                <a:solidFill>
                  <a:srgbClr val="0541A1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A4FFA8A6-6C89-42EA-F970-37ABC82BE816}"/>
                    </a:ext>
                  </a:extLst>
                </p:cNvPr>
                <p:cNvSpPr/>
                <p:nvPr/>
              </p:nvSpPr>
              <p:spPr>
                <a:xfrm>
                  <a:off x="1722021" y="4542790"/>
                  <a:ext cx="179705" cy="190500"/>
                </a:xfrm>
                <a:custGeom>
                  <a:avLst/>
                  <a:gdLst>
                    <a:gd name="connsiteX0" fmla="*/ 23495 w 179705"/>
                    <a:gd name="connsiteY0" fmla="*/ 110490 h 190500"/>
                    <a:gd name="connsiteX1" fmla="*/ 43180 w 179705"/>
                    <a:gd name="connsiteY1" fmla="*/ 140335 h 190500"/>
                    <a:gd name="connsiteX2" fmla="*/ 95250 w 179705"/>
                    <a:gd name="connsiteY2" fmla="*/ 190500 h 190500"/>
                    <a:gd name="connsiteX3" fmla="*/ 179705 w 179705"/>
                    <a:gd name="connsiteY3" fmla="*/ 93345 h 190500"/>
                    <a:gd name="connsiteX4" fmla="*/ 143510 w 179705"/>
                    <a:gd name="connsiteY4" fmla="*/ 74930 h 190500"/>
                    <a:gd name="connsiteX5" fmla="*/ 123825 w 179705"/>
                    <a:gd name="connsiteY5" fmla="*/ 45085 h 190500"/>
                    <a:gd name="connsiteX6" fmla="*/ 125095 w 179705"/>
                    <a:gd name="connsiteY6" fmla="*/ 0 h 190500"/>
                    <a:gd name="connsiteX7" fmla="*/ 0 w 179705"/>
                    <a:gd name="connsiteY7" fmla="*/ 47625 h 190500"/>
                    <a:gd name="connsiteX8" fmla="*/ 23495 w 179705"/>
                    <a:gd name="connsiteY8" fmla="*/ 11049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9705" h="190500">
                      <a:moveTo>
                        <a:pt x="23495" y="110490"/>
                      </a:moveTo>
                      <a:lnTo>
                        <a:pt x="43180" y="140335"/>
                      </a:lnTo>
                      <a:cubicBezTo>
                        <a:pt x="57150" y="161290"/>
                        <a:pt x="74930" y="178435"/>
                        <a:pt x="95250" y="190500"/>
                      </a:cubicBezTo>
                      <a:lnTo>
                        <a:pt x="179705" y="93345"/>
                      </a:lnTo>
                      <a:cubicBezTo>
                        <a:pt x="165735" y="93980"/>
                        <a:pt x="151765" y="87630"/>
                        <a:pt x="143510" y="74930"/>
                      </a:cubicBezTo>
                      <a:lnTo>
                        <a:pt x="123825" y="45085"/>
                      </a:lnTo>
                      <a:cubicBezTo>
                        <a:pt x="114935" y="31115"/>
                        <a:pt x="115570" y="13335"/>
                        <a:pt x="125095" y="0"/>
                      </a:cubicBezTo>
                      <a:lnTo>
                        <a:pt x="0" y="47625"/>
                      </a:lnTo>
                      <a:cubicBezTo>
                        <a:pt x="3175" y="69215"/>
                        <a:pt x="10795" y="90805"/>
                        <a:pt x="23495" y="110490"/>
                      </a:cubicBezTo>
                      <a:close/>
                    </a:path>
                  </a:pathLst>
                </a:custGeom>
                <a:solidFill>
                  <a:srgbClr val="0D5BD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2" name="Freeform: Shape 91">
                  <a:extLst>
                    <a:ext uri="{FF2B5EF4-FFF2-40B4-BE49-F238E27FC236}">
                      <a16:creationId xmlns:a16="http://schemas.microsoft.com/office/drawing/2014/main" id="{D7C42417-CD93-E0A4-5844-6849A98A6976}"/>
                    </a:ext>
                  </a:extLst>
                </p:cNvPr>
                <p:cNvSpPr/>
                <p:nvPr/>
              </p:nvSpPr>
              <p:spPr>
                <a:xfrm>
                  <a:off x="1516630" y="4542857"/>
                  <a:ext cx="400269" cy="300574"/>
                </a:xfrm>
                <a:custGeom>
                  <a:avLst/>
                  <a:gdLst>
                    <a:gd name="connsiteX0" fmla="*/ 62517 w 400269"/>
                    <a:gd name="connsiteY0" fmla="*/ 297112 h 300574"/>
                    <a:gd name="connsiteX1" fmla="*/ 390177 w 400269"/>
                    <a:gd name="connsiteY1" fmla="*/ 84387 h 300574"/>
                    <a:gd name="connsiteX2" fmla="*/ 396527 w 400269"/>
                    <a:gd name="connsiteY2" fmla="*/ 53907 h 300574"/>
                    <a:gd name="connsiteX3" fmla="*/ 368587 w 400269"/>
                    <a:gd name="connsiteY3" fmla="*/ 10092 h 300574"/>
                    <a:gd name="connsiteX4" fmla="*/ 338107 w 400269"/>
                    <a:gd name="connsiteY4" fmla="*/ 3742 h 300574"/>
                    <a:gd name="connsiteX5" fmla="*/ 9812 w 400269"/>
                    <a:gd name="connsiteY5" fmla="*/ 216467 h 300574"/>
                    <a:gd name="connsiteX6" fmla="*/ 3462 w 400269"/>
                    <a:gd name="connsiteY6" fmla="*/ 246947 h 300574"/>
                    <a:gd name="connsiteX7" fmla="*/ 32037 w 400269"/>
                    <a:gd name="connsiteY7" fmla="*/ 290762 h 300574"/>
                    <a:gd name="connsiteX8" fmla="*/ 62517 w 400269"/>
                    <a:gd name="connsiteY8" fmla="*/ 297112 h 300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269" h="300574">
                      <a:moveTo>
                        <a:pt x="62517" y="297112"/>
                      </a:moveTo>
                      <a:lnTo>
                        <a:pt x="390177" y="84387"/>
                      </a:lnTo>
                      <a:cubicBezTo>
                        <a:pt x="400337" y="77402"/>
                        <a:pt x="403512" y="64067"/>
                        <a:pt x="396527" y="53907"/>
                      </a:cubicBezTo>
                      <a:lnTo>
                        <a:pt x="368587" y="10092"/>
                      </a:lnTo>
                      <a:cubicBezTo>
                        <a:pt x="361602" y="-68"/>
                        <a:pt x="348267" y="-3243"/>
                        <a:pt x="338107" y="3742"/>
                      </a:cubicBezTo>
                      <a:lnTo>
                        <a:pt x="9812" y="216467"/>
                      </a:lnTo>
                      <a:cubicBezTo>
                        <a:pt x="-348" y="223452"/>
                        <a:pt x="-2888" y="236787"/>
                        <a:pt x="3462" y="246947"/>
                      </a:cubicBezTo>
                      <a:lnTo>
                        <a:pt x="32037" y="290762"/>
                      </a:lnTo>
                      <a:cubicBezTo>
                        <a:pt x="38387" y="300922"/>
                        <a:pt x="52357" y="303462"/>
                        <a:pt x="62517" y="297112"/>
                      </a:cubicBezTo>
                      <a:close/>
                    </a:path>
                  </a:pathLst>
                </a:custGeom>
                <a:solidFill>
                  <a:srgbClr val="0541A1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3" name="Freeform: Shape 92">
                  <a:extLst>
                    <a:ext uri="{FF2B5EF4-FFF2-40B4-BE49-F238E27FC236}">
                      <a16:creationId xmlns:a16="http://schemas.microsoft.com/office/drawing/2014/main" id="{9FE76210-ABEB-268F-0D50-48FF2E6C17F8}"/>
                    </a:ext>
                  </a:extLst>
                </p:cNvPr>
                <p:cNvSpPr/>
                <p:nvPr/>
              </p:nvSpPr>
              <p:spPr>
                <a:xfrm>
                  <a:off x="4351075" y="3809280"/>
                  <a:ext cx="481289" cy="441802"/>
                </a:xfrm>
                <a:custGeom>
                  <a:avLst/>
                  <a:gdLst>
                    <a:gd name="connsiteX0" fmla="*/ 92556 w 481289"/>
                    <a:gd name="connsiteY0" fmla="*/ 25484 h 441802"/>
                    <a:gd name="connsiteX1" fmla="*/ 265911 w 481289"/>
                    <a:gd name="connsiteY1" fmla="*/ 25484 h 441802"/>
                    <a:gd name="connsiteX2" fmla="*/ 408786 w 481289"/>
                    <a:gd name="connsiteY2" fmla="*/ 118829 h 441802"/>
                    <a:gd name="connsiteX3" fmla="*/ 455777 w 481289"/>
                    <a:gd name="connsiteY3" fmla="*/ 339174 h 441802"/>
                    <a:gd name="connsiteX4" fmla="*/ 436092 w 481289"/>
                    <a:gd name="connsiteY4" fmla="*/ 369019 h 441802"/>
                    <a:gd name="connsiteX5" fmla="*/ 215747 w 481289"/>
                    <a:gd name="connsiteY5" fmla="*/ 416009 h 441802"/>
                    <a:gd name="connsiteX6" fmla="*/ 72236 w 481289"/>
                    <a:gd name="connsiteY6" fmla="*/ 323299 h 441802"/>
                    <a:gd name="connsiteX7" fmla="*/ 1117 w 481289"/>
                    <a:gd name="connsiteY7" fmla="*/ 170264 h 441802"/>
                    <a:gd name="connsiteX8" fmla="*/ 25881 w 481289"/>
                    <a:gd name="connsiteY8" fmla="*/ 102954 h 441802"/>
                    <a:gd name="connsiteX9" fmla="*/ 45567 w 481289"/>
                    <a:gd name="connsiteY9" fmla="*/ 72474 h 441802"/>
                    <a:gd name="connsiteX10" fmla="*/ 92556 w 481289"/>
                    <a:gd name="connsiteY10" fmla="*/ 25484 h 441802"/>
                    <a:gd name="connsiteX11" fmla="*/ 137642 w 481289"/>
                    <a:gd name="connsiteY11" fmla="*/ 222969 h 441802"/>
                    <a:gd name="connsiteX12" fmla="*/ 281152 w 481289"/>
                    <a:gd name="connsiteY12" fmla="*/ 315679 h 441802"/>
                    <a:gd name="connsiteX13" fmla="*/ 335761 w 481289"/>
                    <a:gd name="connsiteY13" fmla="*/ 304249 h 441802"/>
                    <a:gd name="connsiteX14" fmla="*/ 355447 w 481289"/>
                    <a:gd name="connsiteY14" fmla="*/ 273769 h 441802"/>
                    <a:gd name="connsiteX15" fmla="*/ 343381 w 481289"/>
                    <a:gd name="connsiteY15" fmla="*/ 219159 h 441802"/>
                    <a:gd name="connsiteX16" fmla="*/ 200506 w 481289"/>
                    <a:gd name="connsiteY16" fmla="*/ 125814 h 441802"/>
                    <a:gd name="connsiteX17" fmla="*/ 187172 w 481289"/>
                    <a:gd name="connsiteY17" fmla="*/ 120734 h 441802"/>
                    <a:gd name="connsiteX18" fmla="*/ 145897 w 481289"/>
                    <a:gd name="connsiteY18" fmla="*/ 137879 h 441802"/>
                    <a:gd name="connsiteX19" fmla="*/ 126211 w 481289"/>
                    <a:gd name="connsiteY19" fmla="*/ 167724 h 441802"/>
                    <a:gd name="connsiteX20" fmla="*/ 124306 w 481289"/>
                    <a:gd name="connsiteY20" fmla="*/ 207729 h 441802"/>
                    <a:gd name="connsiteX21" fmla="*/ 137642 w 481289"/>
                    <a:gd name="connsiteY21" fmla="*/ 222969 h 4418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481289" h="441802">
                      <a:moveTo>
                        <a:pt x="92556" y="25484"/>
                      </a:moveTo>
                      <a:cubicBezTo>
                        <a:pt x="143992" y="-7536"/>
                        <a:pt x="211302" y="-9441"/>
                        <a:pt x="265911" y="25484"/>
                      </a:cubicBezTo>
                      <a:lnTo>
                        <a:pt x="408786" y="118829"/>
                      </a:lnTo>
                      <a:cubicBezTo>
                        <a:pt x="482447" y="166454"/>
                        <a:pt x="503402" y="265514"/>
                        <a:pt x="455777" y="339174"/>
                      </a:cubicBezTo>
                      <a:lnTo>
                        <a:pt x="436092" y="369019"/>
                      </a:lnTo>
                      <a:cubicBezTo>
                        <a:pt x="388467" y="442679"/>
                        <a:pt x="289406" y="464269"/>
                        <a:pt x="215747" y="416009"/>
                      </a:cubicBezTo>
                      <a:lnTo>
                        <a:pt x="72236" y="323299"/>
                      </a:lnTo>
                      <a:cubicBezTo>
                        <a:pt x="20167" y="289009"/>
                        <a:pt x="-5869" y="228684"/>
                        <a:pt x="1117" y="170264"/>
                      </a:cubicBezTo>
                      <a:cubicBezTo>
                        <a:pt x="3656" y="146769"/>
                        <a:pt x="11911" y="123909"/>
                        <a:pt x="25881" y="102954"/>
                      </a:cubicBezTo>
                      <a:lnTo>
                        <a:pt x="45567" y="72474"/>
                      </a:lnTo>
                      <a:cubicBezTo>
                        <a:pt x="58267" y="52789"/>
                        <a:pt x="74142" y="36914"/>
                        <a:pt x="92556" y="25484"/>
                      </a:cubicBezTo>
                      <a:close/>
                      <a:moveTo>
                        <a:pt x="137642" y="222969"/>
                      </a:moveTo>
                      <a:lnTo>
                        <a:pt x="281152" y="315679"/>
                      </a:lnTo>
                      <a:cubicBezTo>
                        <a:pt x="298931" y="327744"/>
                        <a:pt x="323697" y="322664"/>
                        <a:pt x="335761" y="304249"/>
                      </a:cubicBezTo>
                      <a:lnTo>
                        <a:pt x="355447" y="273769"/>
                      </a:lnTo>
                      <a:cubicBezTo>
                        <a:pt x="367511" y="255354"/>
                        <a:pt x="361797" y="231224"/>
                        <a:pt x="343381" y="219159"/>
                      </a:cubicBezTo>
                      <a:lnTo>
                        <a:pt x="200506" y="125814"/>
                      </a:lnTo>
                      <a:cubicBezTo>
                        <a:pt x="196271" y="123274"/>
                        <a:pt x="191826" y="121579"/>
                        <a:pt x="187172" y="120734"/>
                      </a:cubicBezTo>
                      <a:cubicBezTo>
                        <a:pt x="171297" y="116924"/>
                        <a:pt x="154786" y="123909"/>
                        <a:pt x="145897" y="137879"/>
                      </a:cubicBezTo>
                      <a:lnTo>
                        <a:pt x="126211" y="167724"/>
                      </a:lnTo>
                      <a:cubicBezTo>
                        <a:pt x="117956" y="180424"/>
                        <a:pt x="117956" y="195664"/>
                        <a:pt x="124306" y="207729"/>
                      </a:cubicBezTo>
                      <a:cubicBezTo>
                        <a:pt x="127481" y="214079"/>
                        <a:pt x="131927" y="219159"/>
                        <a:pt x="137642" y="222969"/>
                      </a:cubicBezTo>
                      <a:close/>
                    </a:path>
                  </a:pathLst>
                </a:custGeom>
                <a:solidFill>
                  <a:srgbClr val="82ACF8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4" name="Freeform: Shape 93">
                  <a:extLst>
                    <a:ext uri="{FF2B5EF4-FFF2-40B4-BE49-F238E27FC236}">
                      <a16:creationId xmlns:a16="http://schemas.microsoft.com/office/drawing/2014/main" id="{ACAEB85A-71D5-12E0-B794-9147579DB26B}"/>
                    </a:ext>
                  </a:extLst>
                </p:cNvPr>
                <p:cNvSpPr/>
                <p:nvPr/>
              </p:nvSpPr>
              <p:spPr>
                <a:xfrm>
                  <a:off x="4352192" y="3834765"/>
                  <a:ext cx="186054" cy="182244"/>
                </a:xfrm>
                <a:custGeom>
                  <a:avLst/>
                  <a:gdLst>
                    <a:gd name="connsiteX0" fmla="*/ 44450 w 186054"/>
                    <a:gd name="connsiteY0" fmla="*/ 46990 h 182244"/>
                    <a:gd name="connsiteX1" fmla="*/ 24765 w 186054"/>
                    <a:gd name="connsiteY1" fmla="*/ 77470 h 182244"/>
                    <a:gd name="connsiteX2" fmla="*/ 0 w 186054"/>
                    <a:gd name="connsiteY2" fmla="*/ 144780 h 182244"/>
                    <a:gd name="connsiteX3" fmla="*/ 123190 w 186054"/>
                    <a:gd name="connsiteY3" fmla="*/ 182245 h 182244"/>
                    <a:gd name="connsiteX4" fmla="*/ 125095 w 186054"/>
                    <a:gd name="connsiteY4" fmla="*/ 142240 h 182244"/>
                    <a:gd name="connsiteX5" fmla="*/ 144780 w 186054"/>
                    <a:gd name="connsiteY5" fmla="*/ 112395 h 182244"/>
                    <a:gd name="connsiteX6" fmla="*/ 186055 w 186054"/>
                    <a:gd name="connsiteY6" fmla="*/ 95250 h 182244"/>
                    <a:gd name="connsiteX7" fmla="*/ 91440 w 186054"/>
                    <a:gd name="connsiteY7" fmla="*/ 0 h 182244"/>
                    <a:gd name="connsiteX8" fmla="*/ 44450 w 186054"/>
                    <a:gd name="connsiteY8" fmla="*/ 46990 h 1822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6054" h="182244">
                      <a:moveTo>
                        <a:pt x="44450" y="46990"/>
                      </a:moveTo>
                      <a:lnTo>
                        <a:pt x="24765" y="77470"/>
                      </a:lnTo>
                      <a:cubicBezTo>
                        <a:pt x="10795" y="98425"/>
                        <a:pt x="2540" y="121285"/>
                        <a:pt x="0" y="144780"/>
                      </a:cubicBezTo>
                      <a:lnTo>
                        <a:pt x="123190" y="182245"/>
                      </a:lnTo>
                      <a:cubicBezTo>
                        <a:pt x="116840" y="170180"/>
                        <a:pt x="116840" y="154940"/>
                        <a:pt x="125095" y="142240"/>
                      </a:cubicBezTo>
                      <a:lnTo>
                        <a:pt x="144780" y="112395"/>
                      </a:lnTo>
                      <a:cubicBezTo>
                        <a:pt x="153670" y="98425"/>
                        <a:pt x="170180" y="91440"/>
                        <a:pt x="186055" y="95250"/>
                      </a:cubicBezTo>
                      <a:lnTo>
                        <a:pt x="91440" y="0"/>
                      </a:lnTo>
                      <a:cubicBezTo>
                        <a:pt x="73025" y="11430"/>
                        <a:pt x="57150" y="27305"/>
                        <a:pt x="44450" y="46990"/>
                      </a:cubicBezTo>
                      <a:close/>
                    </a:path>
                  </a:pathLst>
                </a:custGeom>
                <a:solidFill>
                  <a:srgbClr val="0D5BD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5" name="Freeform: Shape 94">
                  <a:extLst>
                    <a:ext uri="{FF2B5EF4-FFF2-40B4-BE49-F238E27FC236}">
                      <a16:creationId xmlns:a16="http://schemas.microsoft.com/office/drawing/2014/main" id="{35B7539D-BEE8-178F-4642-4B5F066AE185}"/>
                    </a:ext>
                  </a:extLst>
                </p:cNvPr>
                <p:cNvSpPr/>
                <p:nvPr/>
              </p:nvSpPr>
              <p:spPr>
                <a:xfrm>
                  <a:off x="4854610" y="4136229"/>
                  <a:ext cx="481145" cy="441598"/>
                </a:xfrm>
                <a:custGeom>
                  <a:avLst/>
                  <a:gdLst>
                    <a:gd name="connsiteX0" fmla="*/ 92576 w 481145"/>
                    <a:gd name="connsiteY0" fmla="*/ 24926 h 441598"/>
                    <a:gd name="connsiteX1" fmla="*/ 265296 w 481145"/>
                    <a:gd name="connsiteY1" fmla="*/ 25561 h 441598"/>
                    <a:gd name="connsiteX2" fmla="*/ 408807 w 481145"/>
                    <a:gd name="connsiteY2" fmla="*/ 118271 h 441598"/>
                    <a:gd name="connsiteX3" fmla="*/ 455161 w 481145"/>
                    <a:gd name="connsiteY3" fmla="*/ 339251 h 441598"/>
                    <a:gd name="connsiteX4" fmla="*/ 436111 w 481145"/>
                    <a:gd name="connsiteY4" fmla="*/ 369096 h 441598"/>
                    <a:gd name="connsiteX5" fmla="*/ 215132 w 481145"/>
                    <a:gd name="connsiteY5" fmla="*/ 416086 h 441598"/>
                    <a:gd name="connsiteX6" fmla="*/ 72257 w 481145"/>
                    <a:gd name="connsiteY6" fmla="*/ 322741 h 441598"/>
                    <a:gd name="connsiteX7" fmla="*/ 1136 w 481145"/>
                    <a:gd name="connsiteY7" fmla="*/ 170341 h 441598"/>
                    <a:gd name="connsiteX8" fmla="*/ 25266 w 481145"/>
                    <a:gd name="connsiteY8" fmla="*/ 102396 h 441598"/>
                    <a:gd name="connsiteX9" fmla="*/ 44951 w 481145"/>
                    <a:gd name="connsiteY9" fmla="*/ 72551 h 441598"/>
                    <a:gd name="connsiteX10" fmla="*/ 92576 w 481145"/>
                    <a:gd name="connsiteY10" fmla="*/ 24926 h 441598"/>
                    <a:gd name="connsiteX11" fmla="*/ 137661 w 481145"/>
                    <a:gd name="connsiteY11" fmla="*/ 222411 h 441598"/>
                    <a:gd name="connsiteX12" fmla="*/ 280536 w 481145"/>
                    <a:gd name="connsiteY12" fmla="*/ 315756 h 441598"/>
                    <a:gd name="connsiteX13" fmla="*/ 335782 w 481145"/>
                    <a:gd name="connsiteY13" fmla="*/ 303691 h 441598"/>
                    <a:gd name="connsiteX14" fmla="*/ 354832 w 481145"/>
                    <a:gd name="connsiteY14" fmla="*/ 273846 h 441598"/>
                    <a:gd name="connsiteX15" fmla="*/ 343401 w 481145"/>
                    <a:gd name="connsiteY15" fmla="*/ 218601 h 441598"/>
                    <a:gd name="connsiteX16" fmla="*/ 200526 w 481145"/>
                    <a:gd name="connsiteY16" fmla="*/ 125891 h 441598"/>
                    <a:gd name="connsiteX17" fmla="*/ 186557 w 481145"/>
                    <a:gd name="connsiteY17" fmla="*/ 120176 h 441598"/>
                    <a:gd name="connsiteX18" fmla="*/ 145282 w 481145"/>
                    <a:gd name="connsiteY18" fmla="*/ 137321 h 441598"/>
                    <a:gd name="connsiteX19" fmla="*/ 125596 w 481145"/>
                    <a:gd name="connsiteY19" fmla="*/ 167801 h 441598"/>
                    <a:gd name="connsiteX20" fmla="*/ 123691 w 481145"/>
                    <a:gd name="connsiteY20" fmla="*/ 207806 h 441598"/>
                    <a:gd name="connsiteX21" fmla="*/ 137661 w 481145"/>
                    <a:gd name="connsiteY21" fmla="*/ 222411 h 4415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481145" h="441598">
                      <a:moveTo>
                        <a:pt x="92576" y="24926"/>
                      </a:moveTo>
                      <a:cubicBezTo>
                        <a:pt x="143376" y="-7459"/>
                        <a:pt x="211321" y="-9364"/>
                        <a:pt x="265296" y="25561"/>
                      </a:cubicBezTo>
                      <a:lnTo>
                        <a:pt x="408807" y="118271"/>
                      </a:lnTo>
                      <a:cubicBezTo>
                        <a:pt x="482466" y="166531"/>
                        <a:pt x="503421" y="265591"/>
                        <a:pt x="455161" y="339251"/>
                      </a:cubicBezTo>
                      <a:lnTo>
                        <a:pt x="436111" y="369096"/>
                      </a:lnTo>
                      <a:cubicBezTo>
                        <a:pt x="387851" y="442756"/>
                        <a:pt x="288791" y="463711"/>
                        <a:pt x="215132" y="416086"/>
                      </a:cubicBezTo>
                      <a:lnTo>
                        <a:pt x="72257" y="322741"/>
                      </a:lnTo>
                      <a:cubicBezTo>
                        <a:pt x="19551" y="289086"/>
                        <a:pt x="-5849" y="228761"/>
                        <a:pt x="1136" y="170341"/>
                      </a:cubicBezTo>
                      <a:cubicBezTo>
                        <a:pt x="3676" y="146846"/>
                        <a:pt x="11932" y="123986"/>
                        <a:pt x="25266" y="102396"/>
                      </a:cubicBezTo>
                      <a:lnTo>
                        <a:pt x="44951" y="72551"/>
                      </a:lnTo>
                      <a:cubicBezTo>
                        <a:pt x="57651" y="52866"/>
                        <a:pt x="74161" y="36991"/>
                        <a:pt x="92576" y="24926"/>
                      </a:cubicBezTo>
                      <a:close/>
                      <a:moveTo>
                        <a:pt x="137661" y="222411"/>
                      </a:moveTo>
                      <a:lnTo>
                        <a:pt x="280536" y="315756"/>
                      </a:lnTo>
                      <a:cubicBezTo>
                        <a:pt x="298951" y="327821"/>
                        <a:pt x="323716" y="322106"/>
                        <a:pt x="335782" y="303691"/>
                      </a:cubicBezTo>
                      <a:lnTo>
                        <a:pt x="354832" y="273846"/>
                      </a:lnTo>
                      <a:cubicBezTo>
                        <a:pt x="366896" y="255431"/>
                        <a:pt x="361816" y="230666"/>
                        <a:pt x="343401" y="218601"/>
                      </a:cubicBezTo>
                      <a:lnTo>
                        <a:pt x="200526" y="125891"/>
                      </a:lnTo>
                      <a:cubicBezTo>
                        <a:pt x="196291" y="123351"/>
                        <a:pt x="191636" y="121446"/>
                        <a:pt x="186557" y="120176"/>
                      </a:cubicBezTo>
                      <a:cubicBezTo>
                        <a:pt x="171316" y="117001"/>
                        <a:pt x="154807" y="123351"/>
                        <a:pt x="145282" y="137321"/>
                      </a:cubicBezTo>
                      <a:lnTo>
                        <a:pt x="125596" y="167801"/>
                      </a:lnTo>
                      <a:cubicBezTo>
                        <a:pt x="117976" y="179866"/>
                        <a:pt x="117341" y="195741"/>
                        <a:pt x="123691" y="207806"/>
                      </a:cubicBezTo>
                      <a:cubicBezTo>
                        <a:pt x="126866" y="213521"/>
                        <a:pt x="131311" y="218601"/>
                        <a:pt x="137661" y="222411"/>
                      </a:cubicBezTo>
                      <a:close/>
                    </a:path>
                  </a:pathLst>
                </a:custGeom>
                <a:solidFill>
                  <a:srgbClr val="82ACF8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6" name="Freeform: Shape 95">
                  <a:extLst>
                    <a:ext uri="{FF2B5EF4-FFF2-40B4-BE49-F238E27FC236}">
                      <a16:creationId xmlns:a16="http://schemas.microsoft.com/office/drawing/2014/main" id="{E429AEC1-AFFB-910F-81B8-8EBDCFABD0B8}"/>
                    </a:ext>
                  </a:extLst>
                </p:cNvPr>
                <p:cNvSpPr/>
                <p:nvPr/>
              </p:nvSpPr>
              <p:spPr>
                <a:xfrm>
                  <a:off x="4855747" y="4161154"/>
                  <a:ext cx="185420" cy="182879"/>
                </a:xfrm>
                <a:custGeom>
                  <a:avLst/>
                  <a:gdLst>
                    <a:gd name="connsiteX0" fmla="*/ 43815 w 185420"/>
                    <a:gd name="connsiteY0" fmla="*/ 47625 h 182879"/>
                    <a:gd name="connsiteX1" fmla="*/ 24130 w 185420"/>
                    <a:gd name="connsiteY1" fmla="*/ 77470 h 182879"/>
                    <a:gd name="connsiteX2" fmla="*/ 0 w 185420"/>
                    <a:gd name="connsiteY2" fmla="*/ 145415 h 182879"/>
                    <a:gd name="connsiteX3" fmla="*/ 122555 w 185420"/>
                    <a:gd name="connsiteY3" fmla="*/ 182880 h 182879"/>
                    <a:gd name="connsiteX4" fmla="*/ 124460 w 185420"/>
                    <a:gd name="connsiteY4" fmla="*/ 142875 h 182879"/>
                    <a:gd name="connsiteX5" fmla="*/ 144145 w 185420"/>
                    <a:gd name="connsiteY5" fmla="*/ 112395 h 182879"/>
                    <a:gd name="connsiteX6" fmla="*/ 185420 w 185420"/>
                    <a:gd name="connsiteY6" fmla="*/ 95250 h 182879"/>
                    <a:gd name="connsiteX7" fmla="*/ 91440 w 185420"/>
                    <a:gd name="connsiteY7" fmla="*/ 0 h 182879"/>
                    <a:gd name="connsiteX8" fmla="*/ 43815 w 185420"/>
                    <a:gd name="connsiteY8" fmla="*/ 47625 h 1828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5420" h="182879">
                      <a:moveTo>
                        <a:pt x="43815" y="47625"/>
                      </a:moveTo>
                      <a:lnTo>
                        <a:pt x="24130" y="77470"/>
                      </a:lnTo>
                      <a:cubicBezTo>
                        <a:pt x="10795" y="99060"/>
                        <a:pt x="2540" y="121920"/>
                        <a:pt x="0" y="145415"/>
                      </a:cubicBezTo>
                      <a:lnTo>
                        <a:pt x="122555" y="182880"/>
                      </a:lnTo>
                      <a:cubicBezTo>
                        <a:pt x="116205" y="170815"/>
                        <a:pt x="116840" y="154940"/>
                        <a:pt x="124460" y="142875"/>
                      </a:cubicBezTo>
                      <a:lnTo>
                        <a:pt x="144145" y="112395"/>
                      </a:lnTo>
                      <a:cubicBezTo>
                        <a:pt x="153670" y="98425"/>
                        <a:pt x="170180" y="92075"/>
                        <a:pt x="185420" y="95250"/>
                      </a:cubicBezTo>
                      <a:lnTo>
                        <a:pt x="91440" y="0"/>
                      </a:lnTo>
                      <a:cubicBezTo>
                        <a:pt x="73025" y="12065"/>
                        <a:pt x="56515" y="27940"/>
                        <a:pt x="43815" y="47625"/>
                      </a:cubicBezTo>
                      <a:close/>
                    </a:path>
                  </a:pathLst>
                </a:custGeom>
                <a:solidFill>
                  <a:srgbClr val="0D5BD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84EC86CE-44D4-FB2D-6BD3-BCBB2F721EB9}"/>
                    </a:ext>
                  </a:extLst>
                </p:cNvPr>
                <p:cNvSpPr/>
                <p:nvPr/>
              </p:nvSpPr>
              <p:spPr>
                <a:xfrm>
                  <a:off x="5154197" y="4364990"/>
                  <a:ext cx="179704" cy="190500"/>
                </a:xfrm>
                <a:custGeom>
                  <a:avLst/>
                  <a:gdLst>
                    <a:gd name="connsiteX0" fmla="*/ 155575 w 179704"/>
                    <a:gd name="connsiteY0" fmla="*/ 110490 h 190500"/>
                    <a:gd name="connsiteX1" fmla="*/ 136525 w 179704"/>
                    <a:gd name="connsiteY1" fmla="*/ 140335 h 190500"/>
                    <a:gd name="connsiteX2" fmla="*/ 84455 w 179704"/>
                    <a:gd name="connsiteY2" fmla="*/ 190500 h 190500"/>
                    <a:gd name="connsiteX3" fmla="*/ 0 w 179704"/>
                    <a:gd name="connsiteY3" fmla="*/ 93345 h 190500"/>
                    <a:gd name="connsiteX4" fmla="*/ 35560 w 179704"/>
                    <a:gd name="connsiteY4" fmla="*/ 74930 h 190500"/>
                    <a:gd name="connsiteX5" fmla="*/ 55245 w 179704"/>
                    <a:gd name="connsiteY5" fmla="*/ 45085 h 190500"/>
                    <a:gd name="connsiteX6" fmla="*/ 53975 w 179704"/>
                    <a:gd name="connsiteY6" fmla="*/ 0 h 190500"/>
                    <a:gd name="connsiteX7" fmla="*/ 179705 w 179704"/>
                    <a:gd name="connsiteY7" fmla="*/ 47625 h 190500"/>
                    <a:gd name="connsiteX8" fmla="*/ 155575 w 179704"/>
                    <a:gd name="connsiteY8" fmla="*/ 11049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9704" h="190500">
                      <a:moveTo>
                        <a:pt x="155575" y="110490"/>
                      </a:moveTo>
                      <a:lnTo>
                        <a:pt x="136525" y="140335"/>
                      </a:lnTo>
                      <a:cubicBezTo>
                        <a:pt x="122555" y="161290"/>
                        <a:pt x="104775" y="178435"/>
                        <a:pt x="84455" y="190500"/>
                      </a:cubicBezTo>
                      <a:lnTo>
                        <a:pt x="0" y="93345"/>
                      </a:lnTo>
                      <a:cubicBezTo>
                        <a:pt x="13970" y="93980"/>
                        <a:pt x="27940" y="87630"/>
                        <a:pt x="35560" y="74930"/>
                      </a:cubicBezTo>
                      <a:lnTo>
                        <a:pt x="55245" y="45085"/>
                      </a:lnTo>
                      <a:cubicBezTo>
                        <a:pt x="64770" y="31115"/>
                        <a:pt x="63500" y="12700"/>
                        <a:pt x="53975" y="0"/>
                      </a:cubicBezTo>
                      <a:lnTo>
                        <a:pt x="179705" y="47625"/>
                      </a:lnTo>
                      <a:cubicBezTo>
                        <a:pt x="176530" y="69215"/>
                        <a:pt x="168275" y="90805"/>
                        <a:pt x="155575" y="110490"/>
                      </a:cubicBezTo>
                      <a:close/>
                    </a:path>
                  </a:pathLst>
                </a:custGeom>
                <a:solidFill>
                  <a:srgbClr val="0D5BD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8" name="Freeform: Shape 97">
                  <a:extLst>
                    <a:ext uri="{FF2B5EF4-FFF2-40B4-BE49-F238E27FC236}">
                      <a16:creationId xmlns:a16="http://schemas.microsoft.com/office/drawing/2014/main" id="{C387EC86-7235-7BBD-3B5F-293C99081841}"/>
                    </a:ext>
                  </a:extLst>
                </p:cNvPr>
                <p:cNvSpPr/>
                <p:nvPr/>
              </p:nvSpPr>
              <p:spPr>
                <a:xfrm>
                  <a:off x="4147789" y="3721447"/>
                  <a:ext cx="400269" cy="300574"/>
                </a:xfrm>
                <a:custGeom>
                  <a:avLst/>
                  <a:gdLst>
                    <a:gd name="connsiteX0" fmla="*/ 10092 w 400269"/>
                    <a:gd name="connsiteY0" fmla="*/ 84107 h 300574"/>
                    <a:gd name="connsiteX1" fmla="*/ 337752 w 400269"/>
                    <a:gd name="connsiteY1" fmla="*/ 296832 h 300574"/>
                    <a:gd name="connsiteX2" fmla="*/ 368232 w 400269"/>
                    <a:gd name="connsiteY2" fmla="*/ 290482 h 300574"/>
                    <a:gd name="connsiteX3" fmla="*/ 396807 w 400269"/>
                    <a:gd name="connsiteY3" fmla="*/ 247302 h 300574"/>
                    <a:gd name="connsiteX4" fmla="*/ 390457 w 400269"/>
                    <a:gd name="connsiteY4" fmla="*/ 216822 h 300574"/>
                    <a:gd name="connsiteX5" fmla="*/ 62162 w 400269"/>
                    <a:gd name="connsiteY5" fmla="*/ 3462 h 300574"/>
                    <a:gd name="connsiteX6" fmla="*/ 31682 w 400269"/>
                    <a:gd name="connsiteY6" fmla="*/ 9812 h 300574"/>
                    <a:gd name="connsiteX7" fmla="*/ 3742 w 400269"/>
                    <a:gd name="connsiteY7" fmla="*/ 53627 h 300574"/>
                    <a:gd name="connsiteX8" fmla="*/ 10092 w 400269"/>
                    <a:gd name="connsiteY8" fmla="*/ 84107 h 300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269" h="300574">
                      <a:moveTo>
                        <a:pt x="10092" y="84107"/>
                      </a:moveTo>
                      <a:lnTo>
                        <a:pt x="337752" y="296832"/>
                      </a:lnTo>
                      <a:cubicBezTo>
                        <a:pt x="347912" y="303817"/>
                        <a:pt x="361882" y="300642"/>
                        <a:pt x="368232" y="290482"/>
                      </a:cubicBezTo>
                      <a:lnTo>
                        <a:pt x="396807" y="247302"/>
                      </a:lnTo>
                      <a:cubicBezTo>
                        <a:pt x="403157" y="237142"/>
                        <a:pt x="400617" y="223172"/>
                        <a:pt x="390457" y="216822"/>
                      </a:cubicBezTo>
                      <a:lnTo>
                        <a:pt x="62162" y="3462"/>
                      </a:lnTo>
                      <a:cubicBezTo>
                        <a:pt x="52002" y="-2888"/>
                        <a:pt x="38667" y="-348"/>
                        <a:pt x="31682" y="9812"/>
                      </a:cubicBezTo>
                      <a:lnTo>
                        <a:pt x="3742" y="53627"/>
                      </a:lnTo>
                      <a:cubicBezTo>
                        <a:pt x="-3243" y="63787"/>
                        <a:pt x="-68" y="77757"/>
                        <a:pt x="10092" y="84107"/>
                      </a:cubicBezTo>
                      <a:close/>
                    </a:path>
                  </a:pathLst>
                </a:custGeom>
                <a:solidFill>
                  <a:srgbClr val="85847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2" name="Freeform: Shape 201">
                  <a:extLst>
                    <a:ext uri="{FF2B5EF4-FFF2-40B4-BE49-F238E27FC236}">
                      <a16:creationId xmlns:a16="http://schemas.microsoft.com/office/drawing/2014/main" id="{43C6CD91-1E55-62CC-778C-6475CF3B33DD}"/>
                    </a:ext>
                  </a:extLst>
                </p:cNvPr>
                <p:cNvSpPr/>
                <p:nvPr/>
              </p:nvSpPr>
              <p:spPr>
                <a:xfrm>
                  <a:off x="4651277" y="4038600"/>
                  <a:ext cx="179704" cy="189865"/>
                </a:xfrm>
                <a:custGeom>
                  <a:avLst/>
                  <a:gdLst>
                    <a:gd name="connsiteX0" fmla="*/ 155575 w 179704"/>
                    <a:gd name="connsiteY0" fmla="*/ 109855 h 189865"/>
                    <a:gd name="connsiteX1" fmla="*/ 135890 w 179704"/>
                    <a:gd name="connsiteY1" fmla="*/ 139700 h 189865"/>
                    <a:gd name="connsiteX2" fmla="*/ 83820 w 179704"/>
                    <a:gd name="connsiteY2" fmla="*/ 189865 h 189865"/>
                    <a:gd name="connsiteX3" fmla="*/ 0 w 179704"/>
                    <a:gd name="connsiteY3" fmla="*/ 92710 h 189865"/>
                    <a:gd name="connsiteX4" fmla="*/ 35560 w 179704"/>
                    <a:gd name="connsiteY4" fmla="*/ 74930 h 189865"/>
                    <a:gd name="connsiteX5" fmla="*/ 55245 w 179704"/>
                    <a:gd name="connsiteY5" fmla="*/ 44450 h 189865"/>
                    <a:gd name="connsiteX6" fmla="*/ 53975 w 179704"/>
                    <a:gd name="connsiteY6" fmla="*/ 0 h 189865"/>
                    <a:gd name="connsiteX7" fmla="*/ 179705 w 179704"/>
                    <a:gd name="connsiteY7" fmla="*/ 46990 h 189865"/>
                    <a:gd name="connsiteX8" fmla="*/ 155575 w 179704"/>
                    <a:gd name="connsiteY8" fmla="*/ 109855 h 1898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9704" h="189865">
                      <a:moveTo>
                        <a:pt x="155575" y="109855"/>
                      </a:moveTo>
                      <a:lnTo>
                        <a:pt x="135890" y="139700"/>
                      </a:lnTo>
                      <a:cubicBezTo>
                        <a:pt x="122555" y="161290"/>
                        <a:pt x="104140" y="177800"/>
                        <a:pt x="83820" y="189865"/>
                      </a:cubicBezTo>
                      <a:lnTo>
                        <a:pt x="0" y="92710"/>
                      </a:lnTo>
                      <a:cubicBezTo>
                        <a:pt x="13335" y="93345"/>
                        <a:pt x="27305" y="86995"/>
                        <a:pt x="35560" y="74930"/>
                      </a:cubicBezTo>
                      <a:lnTo>
                        <a:pt x="55245" y="44450"/>
                      </a:lnTo>
                      <a:cubicBezTo>
                        <a:pt x="64135" y="30480"/>
                        <a:pt x="63500" y="12700"/>
                        <a:pt x="53975" y="0"/>
                      </a:cubicBezTo>
                      <a:lnTo>
                        <a:pt x="179705" y="46990"/>
                      </a:lnTo>
                      <a:cubicBezTo>
                        <a:pt x="175895" y="68580"/>
                        <a:pt x="168275" y="90170"/>
                        <a:pt x="155575" y="109855"/>
                      </a:cubicBezTo>
                      <a:close/>
                    </a:path>
                  </a:pathLst>
                </a:custGeom>
                <a:solidFill>
                  <a:srgbClr val="0D5BD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3" name="Freeform: Shape 202">
                  <a:extLst>
                    <a:ext uri="{FF2B5EF4-FFF2-40B4-BE49-F238E27FC236}">
                      <a16:creationId xmlns:a16="http://schemas.microsoft.com/office/drawing/2014/main" id="{5E85116C-440D-5F65-24D0-14D094E825BF}"/>
                    </a:ext>
                  </a:extLst>
                </p:cNvPr>
                <p:cNvSpPr/>
                <p:nvPr/>
              </p:nvSpPr>
              <p:spPr>
                <a:xfrm>
                  <a:off x="4635469" y="4038313"/>
                  <a:ext cx="400549" cy="300574"/>
                </a:xfrm>
                <a:custGeom>
                  <a:avLst/>
                  <a:gdLst>
                    <a:gd name="connsiteX0" fmla="*/ 338387 w 400549"/>
                    <a:gd name="connsiteY0" fmla="*/ 296832 h 300574"/>
                    <a:gd name="connsiteX1" fmla="*/ 10092 w 400549"/>
                    <a:gd name="connsiteY1" fmla="*/ 84107 h 300574"/>
                    <a:gd name="connsiteX2" fmla="*/ 3742 w 400549"/>
                    <a:gd name="connsiteY2" fmla="*/ 53627 h 300574"/>
                    <a:gd name="connsiteX3" fmla="*/ 31682 w 400549"/>
                    <a:gd name="connsiteY3" fmla="*/ 9812 h 300574"/>
                    <a:gd name="connsiteX4" fmla="*/ 62162 w 400549"/>
                    <a:gd name="connsiteY4" fmla="*/ 3462 h 300574"/>
                    <a:gd name="connsiteX5" fmla="*/ 390457 w 400549"/>
                    <a:gd name="connsiteY5" fmla="*/ 216822 h 300574"/>
                    <a:gd name="connsiteX6" fmla="*/ 396807 w 400549"/>
                    <a:gd name="connsiteY6" fmla="*/ 246667 h 300574"/>
                    <a:gd name="connsiteX7" fmla="*/ 368232 w 400549"/>
                    <a:gd name="connsiteY7" fmla="*/ 290482 h 300574"/>
                    <a:gd name="connsiteX8" fmla="*/ 338387 w 400549"/>
                    <a:gd name="connsiteY8" fmla="*/ 296832 h 300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549" h="300574">
                      <a:moveTo>
                        <a:pt x="338387" y="296832"/>
                      </a:moveTo>
                      <a:lnTo>
                        <a:pt x="10092" y="84107"/>
                      </a:lnTo>
                      <a:cubicBezTo>
                        <a:pt x="-68" y="77122"/>
                        <a:pt x="-3243" y="63787"/>
                        <a:pt x="3742" y="53627"/>
                      </a:cubicBezTo>
                      <a:lnTo>
                        <a:pt x="31682" y="9812"/>
                      </a:lnTo>
                      <a:cubicBezTo>
                        <a:pt x="38667" y="-348"/>
                        <a:pt x="52002" y="-2888"/>
                        <a:pt x="62162" y="3462"/>
                      </a:cubicBezTo>
                      <a:lnTo>
                        <a:pt x="390457" y="216822"/>
                      </a:lnTo>
                      <a:cubicBezTo>
                        <a:pt x="400617" y="223172"/>
                        <a:pt x="403792" y="236507"/>
                        <a:pt x="396807" y="246667"/>
                      </a:cubicBezTo>
                      <a:lnTo>
                        <a:pt x="368232" y="290482"/>
                      </a:lnTo>
                      <a:cubicBezTo>
                        <a:pt x="361882" y="300642"/>
                        <a:pt x="348547" y="303817"/>
                        <a:pt x="338387" y="296832"/>
                      </a:cubicBezTo>
                      <a:close/>
                    </a:path>
                  </a:pathLst>
                </a:custGeom>
                <a:solidFill>
                  <a:srgbClr val="0541A1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4" name="Freeform: Shape 203">
                  <a:extLst>
                    <a:ext uri="{FF2B5EF4-FFF2-40B4-BE49-F238E27FC236}">
                      <a16:creationId xmlns:a16="http://schemas.microsoft.com/office/drawing/2014/main" id="{030161E4-B081-7FD2-3695-A2FFB788240E}"/>
                    </a:ext>
                  </a:extLst>
                </p:cNvPr>
                <p:cNvSpPr/>
                <p:nvPr/>
              </p:nvSpPr>
              <p:spPr>
                <a:xfrm>
                  <a:off x="5357551" y="4463013"/>
                  <a:ext cx="481288" cy="441839"/>
                </a:xfrm>
                <a:custGeom>
                  <a:avLst/>
                  <a:gdLst>
                    <a:gd name="connsiteX0" fmla="*/ 93191 w 481288"/>
                    <a:gd name="connsiteY0" fmla="*/ 25167 h 441839"/>
                    <a:gd name="connsiteX1" fmla="*/ 265911 w 481288"/>
                    <a:gd name="connsiteY1" fmla="*/ 25802 h 441839"/>
                    <a:gd name="connsiteX2" fmla="*/ 408786 w 481288"/>
                    <a:gd name="connsiteY2" fmla="*/ 118512 h 441839"/>
                    <a:gd name="connsiteX3" fmla="*/ 455776 w 481288"/>
                    <a:gd name="connsiteY3" fmla="*/ 338857 h 441839"/>
                    <a:gd name="connsiteX4" fmla="*/ 436091 w 481288"/>
                    <a:gd name="connsiteY4" fmla="*/ 369337 h 441839"/>
                    <a:gd name="connsiteX5" fmla="*/ 215746 w 481288"/>
                    <a:gd name="connsiteY5" fmla="*/ 416327 h 441839"/>
                    <a:gd name="connsiteX6" fmla="*/ 72871 w 481288"/>
                    <a:gd name="connsiteY6" fmla="*/ 322982 h 441839"/>
                    <a:gd name="connsiteX7" fmla="*/ 1116 w 481288"/>
                    <a:gd name="connsiteY7" fmla="*/ 170582 h 441839"/>
                    <a:gd name="connsiteX8" fmla="*/ 25881 w 481288"/>
                    <a:gd name="connsiteY8" fmla="*/ 102637 h 441839"/>
                    <a:gd name="connsiteX9" fmla="*/ 45566 w 481288"/>
                    <a:gd name="connsiteY9" fmla="*/ 72157 h 441839"/>
                    <a:gd name="connsiteX10" fmla="*/ 93191 w 481288"/>
                    <a:gd name="connsiteY10" fmla="*/ 25167 h 441839"/>
                    <a:gd name="connsiteX11" fmla="*/ 137641 w 481288"/>
                    <a:gd name="connsiteY11" fmla="*/ 222652 h 441839"/>
                    <a:gd name="connsiteX12" fmla="*/ 281151 w 481288"/>
                    <a:gd name="connsiteY12" fmla="*/ 315362 h 441839"/>
                    <a:gd name="connsiteX13" fmla="*/ 335761 w 481288"/>
                    <a:gd name="connsiteY13" fmla="*/ 303932 h 441839"/>
                    <a:gd name="connsiteX14" fmla="*/ 355446 w 481288"/>
                    <a:gd name="connsiteY14" fmla="*/ 274087 h 441839"/>
                    <a:gd name="connsiteX15" fmla="*/ 344016 w 481288"/>
                    <a:gd name="connsiteY15" fmla="*/ 218842 h 441839"/>
                    <a:gd name="connsiteX16" fmla="*/ 200506 w 481288"/>
                    <a:gd name="connsiteY16" fmla="*/ 126132 h 441839"/>
                    <a:gd name="connsiteX17" fmla="*/ 187171 w 481288"/>
                    <a:gd name="connsiteY17" fmla="*/ 120417 h 441839"/>
                    <a:gd name="connsiteX18" fmla="*/ 145896 w 481288"/>
                    <a:gd name="connsiteY18" fmla="*/ 137562 h 441839"/>
                    <a:gd name="connsiteX19" fmla="*/ 126211 w 481288"/>
                    <a:gd name="connsiteY19" fmla="*/ 168042 h 441839"/>
                    <a:gd name="connsiteX20" fmla="*/ 124306 w 481288"/>
                    <a:gd name="connsiteY20" fmla="*/ 208047 h 441839"/>
                    <a:gd name="connsiteX21" fmla="*/ 137641 w 481288"/>
                    <a:gd name="connsiteY21" fmla="*/ 222652 h 441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481288" h="441839">
                      <a:moveTo>
                        <a:pt x="93191" y="25167"/>
                      </a:moveTo>
                      <a:cubicBezTo>
                        <a:pt x="143991" y="-7218"/>
                        <a:pt x="211936" y="-9758"/>
                        <a:pt x="265911" y="25802"/>
                      </a:cubicBezTo>
                      <a:lnTo>
                        <a:pt x="408786" y="118512"/>
                      </a:lnTo>
                      <a:cubicBezTo>
                        <a:pt x="482446" y="166137"/>
                        <a:pt x="503401" y="265197"/>
                        <a:pt x="455776" y="338857"/>
                      </a:cubicBezTo>
                      <a:lnTo>
                        <a:pt x="436091" y="369337"/>
                      </a:lnTo>
                      <a:cubicBezTo>
                        <a:pt x="388466" y="442997"/>
                        <a:pt x="289406" y="463952"/>
                        <a:pt x="215746" y="416327"/>
                      </a:cubicBezTo>
                      <a:lnTo>
                        <a:pt x="72871" y="322982"/>
                      </a:lnTo>
                      <a:cubicBezTo>
                        <a:pt x="20166" y="288692"/>
                        <a:pt x="-5869" y="229002"/>
                        <a:pt x="1116" y="170582"/>
                      </a:cubicBezTo>
                      <a:cubicBezTo>
                        <a:pt x="3656" y="147087"/>
                        <a:pt x="11911" y="123592"/>
                        <a:pt x="25881" y="102637"/>
                      </a:cubicBezTo>
                      <a:lnTo>
                        <a:pt x="45566" y="72157"/>
                      </a:lnTo>
                      <a:cubicBezTo>
                        <a:pt x="58266" y="53107"/>
                        <a:pt x="74141" y="37232"/>
                        <a:pt x="93191" y="25167"/>
                      </a:cubicBezTo>
                      <a:close/>
                      <a:moveTo>
                        <a:pt x="137641" y="222652"/>
                      </a:moveTo>
                      <a:lnTo>
                        <a:pt x="281151" y="315362"/>
                      </a:lnTo>
                      <a:cubicBezTo>
                        <a:pt x="299566" y="327427"/>
                        <a:pt x="323696" y="322347"/>
                        <a:pt x="335761" y="303932"/>
                      </a:cubicBezTo>
                      <a:lnTo>
                        <a:pt x="355446" y="274087"/>
                      </a:lnTo>
                      <a:cubicBezTo>
                        <a:pt x="367511" y="255672"/>
                        <a:pt x="361796" y="230907"/>
                        <a:pt x="344016" y="218842"/>
                      </a:cubicBezTo>
                      <a:lnTo>
                        <a:pt x="200506" y="126132"/>
                      </a:lnTo>
                      <a:cubicBezTo>
                        <a:pt x="196270" y="123166"/>
                        <a:pt x="191825" y="121261"/>
                        <a:pt x="187171" y="120417"/>
                      </a:cubicBezTo>
                      <a:cubicBezTo>
                        <a:pt x="171296" y="117242"/>
                        <a:pt x="154786" y="123592"/>
                        <a:pt x="145896" y="137562"/>
                      </a:cubicBezTo>
                      <a:lnTo>
                        <a:pt x="126211" y="168042"/>
                      </a:lnTo>
                      <a:cubicBezTo>
                        <a:pt x="117956" y="180107"/>
                        <a:pt x="117956" y="195347"/>
                        <a:pt x="124306" y="208047"/>
                      </a:cubicBezTo>
                      <a:cubicBezTo>
                        <a:pt x="127481" y="213762"/>
                        <a:pt x="131926" y="218842"/>
                        <a:pt x="137641" y="222652"/>
                      </a:cubicBezTo>
                      <a:close/>
                    </a:path>
                  </a:pathLst>
                </a:custGeom>
                <a:solidFill>
                  <a:srgbClr val="82ACF8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5" name="Freeform: Shape 204">
                  <a:extLst>
                    <a:ext uri="{FF2B5EF4-FFF2-40B4-BE49-F238E27FC236}">
                      <a16:creationId xmlns:a16="http://schemas.microsoft.com/office/drawing/2014/main" id="{D8DAD0A9-AC10-038B-8E86-9D35837EFDAB}"/>
                    </a:ext>
                  </a:extLst>
                </p:cNvPr>
                <p:cNvSpPr/>
                <p:nvPr/>
              </p:nvSpPr>
              <p:spPr>
                <a:xfrm>
                  <a:off x="5358667" y="4488179"/>
                  <a:ext cx="186054" cy="182879"/>
                </a:xfrm>
                <a:custGeom>
                  <a:avLst/>
                  <a:gdLst>
                    <a:gd name="connsiteX0" fmla="*/ 44450 w 186054"/>
                    <a:gd name="connsiteY0" fmla="*/ 46990 h 182879"/>
                    <a:gd name="connsiteX1" fmla="*/ 24765 w 186054"/>
                    <a:gd name="connsiteY1" fmla="*/ 77470 h 182879"/>
                    <a:gd name="connsiteX2" fmla="*/ 0 w 186054"/>
                    <a:gd name="connsiteY2" fmla="*/ 145415 h 182879"/>
                    <a:gd name="connsiteX3" fmla="*/ 123190 w 186054"/>
                    <a:gd name="connsiteY3" fmla="*/ 182880 h 182879"/>
                    <a:gd name="connsiteX4" fmla="*/ 125095 w 186054"/>
                    <a:gd name="connsiteY4" fmla="*/ 142875 h 182879"/>
                    <a:gd name="connsiteX5" fmla="*/ 144780 w 186054"/>
                    <a:gd name="connsiteY5" fmla="*/ 112395 h 182879"/>
                    <a:gd name="connsiteX6" fmla="*/ 186055 w 186054"/>
                    <a:gd name="connsiteY6" fmla="*/ 95250 h 182879"/>
                    <a:gd name="connsiteX7" fmla="*/ 92075 w 186054"/>
                    <a:gd name="connsiteY7" fmla="*/ 0 h 182879"/>
                    <a:gd name="connsiteX8" fmla="*/ 44450 w 186054"/>
                    <a:gd name="connsiteY8" fmla="*/ 46990 h 1828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6054" h="182879">
                      <a:moveTo>
                        <a:pt x="44450" y="46990"/>
                      </a:moveTo>
                      <a:lnTo>
                        <a:pt x="24765" y="77470"/>
                      </a:lnTo>
                      <a:cubicBezTo>
                        <a:pt x="10795" y="98425"/>
                        <a:pt x="2540" y="121920"/>
                        <a:pt x="0" y="145415"/>
                      </a:cubicBezTo>
                      <a:lnTo>
                        <a:pt x="123190" y="182880"/>
                      </a:lnTo>
                      <a:cubicBezTo>
                        <a:pt x="116840" y="170180"/>
                        <a:pt x="116840" y="154940"/>
                        <a:pt x="125095" y="142875"/>
                      </a:cubicBezTo>
                      <a:lnTo>
                        <a:pt x="144780" y="112395"/>
                      </a:lnTo>
                      <a:cubicBezTo>
                        <a:pt x="153670" y="98425"/>
                        <a:pt x="170180" y="92075"/>
                        <a:pt x="186055" y="95250"/>
                      </a:cubicBezTo>
                      <a:lnTo>
                        <a:pt x="92075" y="0"/>
                      </a:lnTo>
                      <a:cubicBezTo>
                        <a:pt x="73025" y="12065"/>
                        <a:pt x="57150" y="27940"/>
                        <a:pt x="44450" y="46990"/>
                      </a:cubicBezTo>
                      <a:close/>
                    </a:path>
                  </a:pathLst>
                </a:custGeom>
                <a:solidFill>
                  <a:srgbClr val="0D5BD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6" name="Freeform: Shape 205">
                  <a:extLst>
                    <a:ext uri="{FF2B5EF4-FFF2-40B4-BE49-F238E27FC236}">
                      <a16:creationId xmlns:a16="http://schemas.microsoft.com/office/drawing/2014/main" id="{AFA93026-B218-3B9B-9B85-1227FE22DE4E}"/>
                    </a:ext>
                  </a:extLst>
                </p:cNvPr>
                <p:cNvSpPr/>
                <p:nvPr/>
              </p:nvSpPr>
              <p:spPr>
                <a:xfrm>
                  <a:off x="5861085" y="4789720"/>
                  <a:ext cx="481309" cy="441803"/>
                </a:xfrm>
                <a:custGeom>
                  <a:avLst/>
                  <a:gdLst>
                    <a:gd name="connsiteX0" fmla="*/ 92576 w 481309"/>
                    <a:gd name="connsiteY0" fmla="*/ 25484 h 441803"/>
                    <a:gd name="connsiteX1" fmla="*/ 265296 w 481309"/>
                    <a:gd name="connsiteY1" fmla="*/ 25484 h 441803"/>
                    <a:gd name="connsiteX2" fmla="*/ 408807 w 481309"/>
                    <a:gd name="connsiteY2" fmla="*/ 118829 h 441803"/>
                    <a:gd name="connsiteX3" fmla="*/ 455796 w 481309"/>
                    <a:gd name="connsiteY3" fmla="*/ 339175 h 441803"/>
                    <a:gd name="connsiteX4" fmla="*/ 436111 w 481309"/>
                    <a:gd name="connsiteY4" fmla="*/ 369020 h 441803"/>
                    <a:gd name="connsiteX5" fmla="*/ 215766 w 481309"/>
                    <a:gd name="connsiteY5" fmla="*/ 416009 h 441803"/>
                    <a:gd name="connsiteX6" fmla="*/ 72257 w 481309"/>
                    <a:gd name="connsiteY6" fmla="*/ 323300 h 441803"/>
                    <a:gd name="connsiteX7" fmla="*/ 1136 w 481309"/>
                    <a:gd name="connsiteY7" fmla="*/ 170900 h 441803"/>
                    <a:gd name="connsiteX8" fmla="*/ 25266 w 481309"/>
                    <a:gd name="connsiteY8" fmla="*/ 102954 h 441803"/>
                    <a:gd name="connsiteX9" fmla="*/ 44951 w 481309"/>
                    <a:gd name="connsiteY9" fmla="*/ 72475 h 441803"/>
                    <a:gd name="connsiteX10" fmla="*/ 92576 w 481309"/>
                    <a:gd name="connsiteY10" fmla="*/ 25484 h 441803"/>
                    <a:gd name="connsiteX11" fmla="*/ 137661 w 481309"/>
                    <a:gd name="connsiteY11" fmla="*/ 222970 h 441803"/>
                    <a:gd name="connsiteX12" fmla="*/ 280536 w 481309"/>
                    <a:gd name="connsiteY12" fmla="*/ 315680 h 441803"/>
                    <a:gd name="connsiteX13" fmla="*/ 335782 w 481309"/>
                    <a:gd name="connsiteY13" fmla="*/ 304250 h 441803"/>
                    <a:gd name="connsiteX14" fmla="*/ 354832 w 481309"/>
                    <a:gd name="connsiteY14" fmla="*/ 273770 h 441803"/>
                    <a:gd name="connsiteX15" fmla="*/ 343401 w 481309"/>
                    <a:gd name="connsiteY15" fmla="*/ 219159 h 441803"/>
                    <a:gd name="connsiteX16" fmla="*/ 200526 w 481309"/>
                    <a:gd name="connsiteY16" fmla="*/ 125814 h 441803"/>
                    <a:gd name="connsiteX17" fmla="*/ 187191 w 481309"/>
                    <a:gd name="connsiteY17" fmla="*/ 120734 h 441803"/>
                    <a:gd name="connsiteX18" fmla="*/ 145282 w 481309"/>
                    <a:gd name="connsiteY18" fmla="*/ 137879 h 441803"/>
                    <a:gd name="connsiteX19" fmla="*/ 125596 w 481309"/>
                    <a:gd name="connsiteY19" fmla="*/ 167725 h 441803"/>
                    <a:gd name="connsiteX20" fmla="*/ 124326 w 481309"/>
                    <a:gd name="connsiteY20" fmla="*/ 207729 h 441803"/>
                    <a:gd name="connsiteX21" fmla="*/ 137661 w 481309"/>
                    <a:gd name="connsiteY21" fmla="*/ 222970 h 4418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481309" h="441803">
                      <a:moveTo>
                        <a:pt x="92576" y="25484"/>
                      </a:moveTo>
                      <a:cubicBezTo>
                        <a:pt x="144011" y="-7536"/>
                        <a:pt x="211321" y="-9441"/>
                        <a:pt x="265296" y="25484"/>
                      </a:cubicBezTo>
                      <a:lnTo>
                        <a:pt x="408807" y="118829"/>
                      </a:lnTo>
                      <a:cubicBezTo>
                        <a:pt x="482466" y="166454"/>
                        <a:pt x="503421" y="265514"/>
                        <a:pt x="455796" y="339175"/>
                      </a:cubicBezTo>
                      <a:lnTo>
                        <a:pt x="436111" y="369020"/>
                      </a:lnTo>
                      <a:cubicBezTo>
                        <a:pt x="387851" y="442680"/>
                        <a:pt x="289426" y="464270"/>
                        <a:pt x="215766" y="416009"/>
                      </a:cubicBezTo>
                      <a:lnTo>
                        <a:pt x="72257" y="323300"/>
                      </a:lnTo>
                      <a:cubicBezTo>
                        <a:pt x="19551" y="289009"/>
                        <a:pt x="-5849" y="228684"/>
                        <a:pt x="1136" y="170900"/>
                      </a:cubicBezTo>
                      <a:cubicBezTo>
                        <a:pt x="3676" y="146770"/>
                        <a:pt x="11932" y="123909"/>
                        <a:pt x="25266" y="102954"/>
                      </a:cubicBezTo>
                      <a:lnTo>
                        <a:pt x="44951" y="72475"/>
                      </a:lnTo>
                      <a:cubicBezTo>
                        <a:pt x="57651" y="52789"/>
                        <a:pt x="74161" y="36914"/>
                        <a:pt x="92576" y="25484"/>
                      </a:cubicBezTo>
                      <a:close/>
                      <a:moveTo>
                        <a:pt x="137661" y="222970"/>
                      </a:moveTo>
                      <a:lnTo>
                        <a:pt x="280536" y="315680"/>
                      </a:lnTo>
                      <a:cubicBezTo>
                        <a:pt x="298951" y="327745"/>
                        <a:pt x="323716" y="322664"/>
                        <a:pt x="335782" y="304250"/>
                      </a:cubicBezTo>
                      <a:lnTo>
                        <a:pt x="354832" y="273770"/>
                      </a:lnTo>
                      <a:cubicBezTo>
                        <a:pt x="366896" y="255354"/>
                        <a:pt x="361816" y="231225"/>
                        <a:pt x="343401" y="219159"/>
                      </a:cubicBezTo>
                      <a:lnTo>
                        <a:pt x="200526" y="125814"/>
                      </a:lnTo>
                      <a:cubicBezTo>
                        <a:pt x="196291" y="123275"/>
                        <a:pt x="191846" y="121579"/>
                        <a:pt x="187191" y="120734"/>
                      </a:cubicBezTo>
                      <a:cubicBezTo>
                        <a:pt x="171316" y="117559"/>
                        <a:pt x="154807" y="123909"/>
                        <a:pt x="145282" y="137879"/>
                      </a:cubicBezTo>
                      <a:lnTo>
                        <a:pt x="125596" y="167725"/>
                      </a:lnTo>
                      <a:cubicBezTo>
                        <a:pt x="117976" y="180425"/>
                        <a:pt x="117341" y="195664"/>
                        <a:pt x="124326" y="207729"/>
                      </a:cubicBezTo>
                      <a:cubicBezTo>
                        <a:pt x="126866" y="214079"/>
                        <a:pt x="131311" y="219159"/>
                        <a:pt x="137661" y="222970"/>
                      </a:cubicBezTo>
                      <a:close/>
                    </a:path>
                  </a:pathLst>
                </a:custGeom>
                <a:solidFill>
                  <a:srgbClr val="D1D0C6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7" name="Freeform: Shape 206">
                  <a:extLst>
                    <a:ext uri="{FF2B5EF4-FFF2-40B4-BE49-F238E27FC236}">
                      <a16:creationId xmlns:a16="http://schemas.microsoft.com/office/drawing/2014/main" id="{D472615E-47F3-0085-F205-FEDBF1039EC0}"/>
                    </a:ext>
                  </a:extLst>
                </p:cNvPr>
                <p:cNvSpPr/>
                <p:nvPr/>
              </p:nvSpPr>
              <p:spPr>
                <a:xfrm>
                  <a:off x="5862222" y="4815204"/>
                  <a:ext cx="186054" cy="182245"/>
                </a:xfrm>
                <a:custGeom>
                  <a:avLst/>
                  <a:gdLst>
                    <a:gd name="connsiteX0" fmla="*/ 43815 w 186054"/>
                    <a:gd name="connsiteY0" fmla="*/ 46990 h 182245"/>
                    <a:gd name="connsiteX1" fmla="*/ 24130 w 186054"/>
                    <a:gd name="connsiteY1" fmla="*/ 77470 h 182245"/>
                    <a:gd name="connsiteX2" fmla="*/ 0 w 186054"/>
                    <a:gd name="connsiteY2" fmla="*/ 145415 h 182245"/>
                    <a:gd name="connsiteX3" fmla="*/ 123190 w 186054"/>
                    <a:gd name="connsiteY3" fmla="*/ 182245 h 182245"/>
                    <a:gd name="connsiteX4" fmla="*/ 124460 w 186054"/>
                    <a:gd name="connsiteY4" fmla="*/ 142240 h 182245"/>
                    <a:gd name="connsiteX5" fmla="*/ 144145 w 186054"/>
                    <a:gd name="connsiteY5" fmla="*/ 112395 h 182245"/>
                    <a:gd name="connsiteX6" fmla="*/ 186055 w 186054"/>
                    <a:gd name="connsiteY6" fmla="*/ 95250 h 182245"/>
                    <a:gd name="connsiteX7" fmla="*/ 91440 w 186054"/>
                    <a:gd name="connsiteY7" fmla="*/ 0 h 182245"/>
                    <a:gd name="connsiteX8" fmla="*/ 43815 w 186054"/>
                    <a:gd name="connsiteY8" fmla="*/ 46990 h 1822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6054" h="182245">
                      <a:moveTo>
                        <a:pt x="43815" y="46990"/>
                      </a:moveTo>
                      <a:lnTo>
                        <a:pt x="24130" y="77470"/>
                      </a:lnTo>
                      <a:cubicBezTo>
                        <a:pt x="10795" y="98425"/>
                        <a:pt x="2540" y="121285"/>
                        <a:pt x="0" y="145415"/>
                      </a:cubicBezTo>
                      <a:lnTo>
                        <a:pt x="123190" y="182245"/>
                      </a:lnTo>
                      <a:cubicBezTo>
                        <a:pt x="116205" y="170180"/>
                        <a:pt x="116840" y="154940"/>
                        <a:pt x="124460" y="142240"/>
                      </a:cubicBezTo>
                      <a:lnTo>
                        <a:pt x="144145" y="112395"/>
                      </a:lnTo>
                      <a:cubicBezTo>
                        <a:pt x="153670" y="98425"/>
                        <a:pt x="170180" y="92075"/>
                        <a:pt x="186055" y="95250"/>
                      </a:cubicBezTo>
                      <a:lnTo>
                        <a:pt x="91440" y="0"/>
                      </a:lnTo>
                      <a:cubicBezTo>
                        <a:pt x="73025" y="11430"/>
                        <a:pt x="56515" y="27305"/>
                        <a:pt x="43815" y="46990"/>
                      </a:cubicBezTo>
                      <a:close/>
                    </a:path>
                  </a:pathLst>
                </a:custGeom>
                <a:solidFill>
                  <a:srgbClr val="B2B0A1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8" name="Freeform: Shape 207">
                  <a:extLst>
                    <a:ext uri="{FF2B5EF4-FFF2-40B4-BE49-F238E27FC236}">
                      <a16:creationId xmlns:a16="http://schemas.microsoft.com/office/drawing/2014/main" id="{E365925D-954D-4314-45F4-7069BAACE2CF}"/>
                    </a:ext>
                  </a:extLst>
                </p:cNvPr>
                <p:cNvSpPr/>
                <p:nvPr/>
              </p:nvSpPr>
              <p:spPr>
                <a:xfrm>
                  <a:off x="6160672" y="5019040"/>
                  <a:ext cx="179704" cy="189864"/>
                </a:xfrm>
                <a:custGeom>
                  <a:avLst/>
                  <a:gdLst>
                    <a:gd name="connsiteX0" fmla="*/ 155575 w 179704"/>
                    <a:gd name="connsiteY0" fmla="*/ 109855 h 189864"/>
                    <a:gd name="connsiteX1" fmla="*/ 136525 w 179704"/>
                    <a:gd name="connsiteY1" fmla="*/ 139700 h 189864"/>
                    <a:gd name="connsiteX2" fmla="*/ 84455 w 179704"/>
                    <a:gd name="connsiteY2" fmla="*/ 189865 h 189864"/>
                    <a:gd name="connsiteX3" fmla="*/ 0 w 179704"/>
                    <a:gd name="connsiteY3" fmla="*/ 92710 h 189864"/>
                    <a:gd name="connsiteX4" fmla="*/ 36195 w 179704"/>
                    <a:gd name="connsiteY4" fmla="*/ 74930 h 189864"/>
                    <a:gd name="connsiteX5" fmla="*/ 55245 w 179704"/>
                    <a:gd name="connsiteY5" fmla="*/ 44450 h 189864"/>
                    <a:gd name="connsiteX6" fmla="*/ 53975 w 179704"/>
                    <a:gd name="connsiteY6" fmla="*/ 0 h 189864"/>
                    <a:gd name="connsiteX7" fmla="*/ 179705 w 179704"/>
                    <a:gd name="connsiteY7" fmla="*/ 46990 h 189864"/>
                    <a:gd name="connsiteX8" fmla="*/ 155575 w 179704"/>
                    <a:gd name="connsiteY8" fmla="*/ 109855 h 1898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9704" h="189864">
                      <a:moveTo>
                        <a:pt x="155575" y="109855"/>
                      </a:moveTo>
                      <a:lnTo>
                        <a:pt x="136525" y="139700"/>
                      </a:lnTo>
                      <a:cubicBezTo>
                        <a:pt x="122555" y="161290"/>
                        <a:pt x="104775" y="177800"/>
                        <a:pt x="84455" y="189865"/>
                      </a:cubicBezTo>
                      <a:lnTo>
                        <a:pt x="0" y="92710"/>
                      </a:lnTo>
                      <a:cubicBezTo>
                        <a:pt x="13970" y="93345"/>
                        <a:pt x="27940" y="86995"/>
                        <a:pt x="36195" y="74930"/>
                      </a:cubicBezTo>
                      <a:lnTo>
                        <a:pt x="55245" y="44450"/>
                      </a:lnTo>
                      <a:cubicBezTo>
                        <a:pt x="64770" y="30480"/>
                        <a:pt x="63500" y="12700"/>
                        <a:pt x="53975" y="0"/>
                      </a:cubicBezTo>
                      <a:lnTo>
                        <a:pt x="179705" y="46990"/>
                      </a:lnTo>
                      <a:cubicBezTo>
                        <a:pt x="176530" y="68580"/>
                        <a:pt x="168275" y="90170"/>
                        <a:pt x="155575" y="109855"/>
                      </a:cubicBezTo>
                      <a:close/>
                    </a:path>
                  </a:pathLst>
                </a:custGeom>
                <a:solidFill>
                  <a:srgbClr val="B2B0A1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9" name="Freeform: Shape 208">
                  <a:extLst>
                    <a:ext uri="{FF2B5EF4-FFF2-40B4-BE49-F238E27FC236}">
                      <a16:creationId xmlns:a16="http://schemas.microsoft.com/office/drawing/2014/main" id="{96D8300A-2860-D41F-7766-C9385EE906FB}"/>
                    </a:ext>
                  </a:extLst>
                </p:cNvPr>
                <p:cNvSpPr/>
                <p:nvPr/>
              </p:nvSpPr>
              <p:spPr>
                <a:xfrm>
                  <a:off x="5154264" y="4375217"/>
                  <a:ext cx="400269" cy="300574"/>
                </a:xfrm>
                <a:custGeom>
                  <a:avLst/>
                  <a:gdLst>
                    <a:gd name="connsiteX0" fmla="*/ 10092 w 400269"/>
                    <a:gd name="connsiteY0" fmla="*/ 83752 h 300574"/>
                    <a:gd name="connsiteX1" fmla="*/ 337752 w 400269"/>
                    <a:gd name="connsiteY1" fmla="*/ 297112 h 300574"/>
                    <a:gd name="connsiteX2" fmla="*/ 368232 w 400269"/>
                    <a:gd name="connsiteY2" fmla="*/ 290762 h 300574"/>
                    <a:gd name="connsiteX3" fmla="*/ 396807 w 400269"/>
                    <a:gd name="connsiteY3" fmla="*/ 246947 h 300574"/>
                    <a:gd name="connsiteX4" fmla="*/ 390457 w 400269"/>
                    <a:gd name="connsiteY4" fmla="*/ 216467 h 300574"/>
                    <a:gd name="connsiteX5" fmla="*/ 62162 w 400269"/>
                    <a:gd name="connsiteY5" fmla="*/ 3742 h 300574"/>
                    <a:gd name="connsiteX6" fmla="*/ 31682 w 400269"/>
                    <a:gd name="connsiteY6" fmla="*/ 10092 h 300574"/>
                    <a:gd name="connsiteX7" fmla="*/ 3742 w 400269"/>
                    <a:gd name="connsiteY7" fmla="*/ 53272 h 300574"/>
                    <a:gd name="connsiteX8" fmla="*/ 10092 w 400269"/>
                    <a:gd name="connsiteY8" fmla="*/ 83752 h 300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269" h="300574">
                      <a:moveTo>
                        <a:pt x="10092" y="83752"/>
                      </a:moveTo>
                      <a:lnTo>
                        <a:pt x="337752" y="297112"/>
                      </a:lnTo>
                      <a:cubicBezTo>
                        <a:pt x="347912" y="303462"/>
                        <a:pt x="361882" y="300922"/>
                        <a:pt x="368232" y="290762"/>
                      </a:cubicBezTo>
                      <a:lnTo>
                        <a:pt x="396807" y="246947"/>
                      </a:lnTo>
                      <a:cubicBezTo>
                        <a:pt x="403157" y="236787"/>
                        <a:pt x="400617" y="222817"/>
                        <a:pt x="390457" y="216467"/>
                      </a:cubicBezTo>
                      <a:lnTo>
                        <a:pt x="62162" y="3742"/>
                      </a:lnTo>
                      <a:cubicBezTo>
                        <a:pt x="52002" y="-3243"/>
                        <a:pt x="38667" y="-68"/>
                        <a:pt x="31682" y="10092"/>
                      </a:cubicBezTo>
                      <a:lnTo>
                        <a:pt x="3742" y="53272"/>
                      </a:lnTo>
                      <a:cubicBezTo>
                        <a:pt x="-3243" y="63432"/>
                        <a:pt x="-68" y="77402"/>
                        <a:pt x="10092" y="83752"/>
                      </a:cubicBezTo>
                      <a:close/>
                    </a:path>
                  </a:pathLst>
                </a:custGeom>
                <a:solidFill>
                  <a:srgbClr val="0541A1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0" name="Freeform: Shape 209">
                  <a:extLst>
                    <a:ext uri="{FF2B5EF4-FFF2-40B4-BE49-F238E27FC236}">
                      <a16:creationId xmlns:a16="http://schemas.microsoft.com/office/drawing/2014/main" id="{D304189A-8906-1FC2-39BC-FAD989510ECA}"/>
                    </a:ext>
                  </a:extLst>
                </p:cNvPr>
                <p:cNvSpPr/>
                <p:nvPr/>
              </p:nvSpPr>
              <p:spPr>
                <a:xfrm>
                  <a:off x="3344600" y="3155788"/>
                  <a:ext cx="481289" cy="441598"/>
                </a:xfrm>
                <a:custGeom>
                  <a:avLst/>
                  <a:gdLst>
                    <a:gd name="connsiteX0" fmla="*/ 92557 w 481289"/>
                    <a:gd name="connsiteY0" fmla="*/ 24926 h 441598"/>
                    <a:gd name="connsiteX1" fmla="*/ 265912 w 481289"/>
                    <a:gd name="connsiteY1" fmla="*/ 25561 h 441598"/>
                    <a:gd name="connsiteX2" fmla="*/ 408787 w 481289"/>
                    <a:gd name="connsiteY2" fmla="*/ 118271 h 441598"/>
                    <a:gd name="connsiteX3" fmla="*/ 455777 w 481289"/>
                    <a:gd name="connsiteY3" fmla="*/ 339251 h 441598"/>
                    <a:gd name="connsiteX4" fmla="*/ 436092 w 481289"/>
                    <a:gd name="connsiteY4" fmla="*/ 369096 h 441598"/>
                    <a:gd name="connsiteX5" fmla="*/ 215747 w 481289"/>
                    <a:gd name="connsiteY5" fmla="*/ 416086 h 441598"/>
                    <a:gd name="connsiteX6" fmla="*/ 72237 w 481289"/>
                    <a:gd name="connsiteY6" fmla="*/ 322741 h 441598"/>
                    <a:gd name="connsiteX7" fmla="*/ 1117 w 481289"/>
                    <a:gd name="connsiteY7" fmla="*/ 170341 h 441598"/>
                    <a:gd name="connsiteX8" fmla="*/ 25882 w 481289"/>
                    <a:gd name="connsiteY8" fmla="*/ 102396 h 441598"/>
                    <a:gd name="connsiteX9" fmla="*/ 44932 w 481289"/>
                    <a:gd name="connsiteY9" fmla="*/ 72551 h 441598"/>
                    <a:gd name="connsiteX10" fmla="*/ 92557 w 481289"/>
                    <a:gd name="connsiteY10" fmla="*/ 24926 h 441598"/>
                    <a:gd name="connsiteX11" fmla="*/ 137642 w 481289"/>
                    <a:gd name="connsiteY11" fmla="*/ 222411 h 441598"/>
                    <a:gd name="connsiteX12" fmla="*/ 280517 w 481289"/>
                    <a:gd name="connsiteY12" fmla="*/ 315756 h 441598"/>
                    <a:gd name="connsiteX13" fmla="*/ 335762 w 481289"/>
                    <a:gd name="connsiteY13" fmla="*/ 303691 h 441598"/>
                    <a:gd name="connsiteX14" fmla="*/ 355447 w 481289"/>
                    <a:gd name="connsiteY14" fmla="*/ 273846 h 441598"/>
                    <a:gd name="connsiteX15" fmla="*/ 343382 w 481289"/>
                    <a:gd name="connsiteY15" fmla="*/ 218601 h 441598"/>
                    <a:gd name="connsiteX16" fmla="*/ 200507 w 481289"/>
                    <a:gd name="connsiteY16" fmla="*/ 125891 h 441598"/>
                    <a:gd name="connsiteX17" fmla="*/ 187172 w 481289"/>
                    <a:gd name="connsiteY17" fmla="*/ 120176 h 441598"/>
                    <a:gd name="connsiteX18" fmla="*/ 145262 w 481289"/>
                    <a:gd name="connsiteY18" fmla="*/ 137321 h 441598"/>
                    <a:gd name="connsiteX19" fmla="*/ 126212 w 481289"/>
                    <a:gd name="connsiteY19" fmla="*/ 167801 h 441598"/>
                    <a:gd name="connsiteX20" fmla="*/ 124307 w 481289"/>
                    <a:gd name="connsiteY20" fmla="*/ 207806 h 441598"/>
                    <a:gd name="connsiteX21" fmla="*/ 137642 w 481289"/>
                    <a:gd name="connsiteY21" fmla="*/ 222411 h 4415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481289" h="441598">
                      <a:moveTo>
                        <a:pt x="92557" y="24926"/>
                      </a:moveTo>
                      <a:cubicBezTo>
                        <a:pt x="143992" y="-7459"/>
                        <a:pt x="211302" y="-9364"/>
                        <a:pt x="265912" y="25561"/>
                      </a:cubicBezTo>
                      <a:lnTo>
                        <a:pt x="408787" y="118271"/>
                      </a:lnTo>
                      <a:cubicBezTo>
                        <a:pt x="482447" y="166531"/>
                        <a:pt x="503402" y="265591"/>
                        <a:pt x="455777" y="339251"/>
                      </a:cubicBezTo>
                      <a:lnTo>
                        <a:pt x="436092" y="369096"/>
                      </a:lnTo>
                      <a:cubicBezTo>
                        <a:pt x="388467" y="442756"/>
                        <a:pt x="289407" y="463711"/>
                        <a:pt x="215747" y="416086"/>
                      </a:cubicBezTo>
                      <a:lnTo>
                        <a:pt x="72237" y="322741"/>
                      </a:lnTo>
                      <a:cubicBezTo>
                        <a:pt x="20167" y="289086"/>
                        <a:pt x="-5868" y="228761"/>
                        <a:pt x="1117" y="170341"/>
                      </a:cubicBezTo>
                      <a:cubicBezTo>
                        <a:pt x="3657" y="146846"/>
                        <a:pt x="11912" y="123986"/>
                        <a:pt x="25882" y="102396"/>
                      </a:cubicBezTo>
                      <a:lnTo>
                        <a:pt x="44932" y="72551"/>
                      </a:lnTo>
                      <a:cubicBezTo>
                        <a:pt x="57632" y="52866"/>
                        <a:pt x="74142" y="36991"/>
                        <a:pt x="92557" y="24926"/>
                      </a:cubicBezTo>
                      <a:close/>
                      <a:moveTo>
                        <a:pt x="137642" y="222411"/>
                      </a:moveTo>
                      <a:lnTo>
                        <a:pt x="280517" y="315756"/>
                      </a:lnTo>
                      <a:cubicBezTo>
                        <a:pt x="298932" y="327821"/>
                        <a:pt x="323697" y="322106"/>
                        <a:pt x="335762" y="303691"/>
                      </a:cubicBezTo>
                      <a:lnTo>
                        <a:pt x="355447" y="273846"/>
                      </a:lnTo>
                      <a:cubicBezTo>
                        <a:pt x="366877" y="255431"/>
                        <a:pt x="361797" y="230666"/>
                        <a:pt x="343382" y="218601"/>
                      </a:cubicBezTo>
                      <a:lnTo>
                        <a:pt x="200507" y="125891"/>
                      </a:lnTo>
                      <a:cubicBezTo>
                        <a:pt x="196271" y="123351"/>
                        <a:pt x="191826" y="121446"/>
                        <a:pt x="187172" y="120176"/>
                      </a:cubicBezTo>
                      <a:cubicBezTo>
                        <a:pt x="171297" y="117001"/>
                        <a:pt x="154787" y="123351"/>
                        <a:pt x="145262" y="137321"/>
                      </a:cubicBezTo>
                      <a:lnTo>
                        <a:pt x="126212" y="167801"/>
                      </a:lnTo>
                      <a:cubicBezTo>
                        <a:pt x="117957" y="179866"/>
                        <a:pt x="117957" y="195741"/>
                        <a:pt x="124307" y="207806"/>
                      </a:cubicBezTo>
                      <a:cubicBezTo>
                        <a:pt x="127482" y="213521"/>
                        <a:pt x="131927" y="218601"/>
                        <a:pt x="137642" y="222411"/>
                      </a:cubicBezTo>
                      <a:close/>
                    </a:path>
                  </a:pathLst>
                </a:custGeom>
                <a:solidFill>
                  <a:srgbClr val="82ACF8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1" name="Freeform: Shape 210">
                  <a:extLst>
                    <a:ext uri="{FF2B5EF4-FFF2-40B4-BE49-F238E27FC236}">
                      <a16:creationId xmlns:a16="http://schemas.microsoft.com/office/drawing/2014/main" id="{0305B95B-2777-B3CF-5DC9-E186F78125BB}"/>
                    </a:ext>
                  </a:extLst>
                </p:cNvPr>
                <p:cNvSpPr/>
                <p:nvPr/>
              </p:nvSpPr>
              <p:spPr>
                <a:xfrm>
                  <a:off x="3345716" y="3180714"/>
                  <a:ext cx="186055" cy="182880"/>
                </a:xfrm>
                <a:custGeom>
                  <a:avLst/>
                  <a:gdLst>
                    <a:gd name="connsiteX0" fmla="*/ 43815 w 186055"/>
                    <a:gd name="connsiteY0" fmla="*/ 47625 h 182880"/>
                    <a:gd name="connsiteX1" fmla="*/ 24765 w 186055"/>
                    <a:gd name="connsiteY1" fmla="*/ 77470 h 182880"/>
                    <a:gd name="connsiteX2" fmla="*/ 0 w 186055"/>
                    <a:gd name="connsiteY2" fmla="*/ 145415 h 182880"/>
                    <a:gd name="connsiteX3" fmla="*/ 123190 w 186055"/>
                    <a:gd name="connsiteY3" fmla="*/ 182880 h 182880"/>
                    <a:gd name="connsiteX4" fmla="*/ 125095 w 186055"/>
                    <a:gd name="connsiteY4" fmla="*/ 142875 h 182880"/>
                    <a:gd name="connsiteX5" fmla="*/ 144145 w 186055"/>
                    <a:gd name="connsiteY5" fmla="*/ 112395 h 182880"/>
                    <a:gd name="connsiteX6" fmla="*/ 186055 w 186055"/>
                    <a:gd name="connsiteY6" fmla="*/ 95250 h 182880"/>
                    <a:gd name="connsiteX7" fmla="*/ 91440 w 186055"/>
                    <a:gd name="connsiteY7" fmla="*/ 0 h 182880"/>
                    <a:gd name="connsiteX8" fmla="*/ 43815 w 186055"/>
                    <a:gd name="connsiteY8" fmla="*/ 47625 h 1828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6055" h="182880">
                      <a:moveTo>
                        <a:pt x="43815" y="47625"/>
                      </a:moveTo>
                      <a:lnTo>
                        <a:pt x="24765" y="77470"/>
                      </a:lnTo>
                      <a:cubicBezTo>
                        <a:pt x="10795" y="99060"/>
                        <a:pt x="2540" y="121920"/>
                        <a:pt x="0" y="145415"/>
                      </a:cubicBezTo>
                      <a:lnTo>
                        <a:pt x="123190" y="182880"/>
                      </a:lnTo>
                      <a:cubicBezTo>
                        <a:pt x="116840" y="170815"/>
                        <a:pt x="116840" y="154940"/>
                        <a:pt x="125095" y="142875"/>
                      </a:cubicBezTo>
                      <a:lnTo>
                        <a:pt x="144145" y="112395"/>
                      </a:lnTo>
                      <a:cubicBezTo>
                        <a:pt x="153670" y="98425"/>
                        <a:pt x="170180" y="92075"/>
                        <a:pt x="186055" y="95250"/>
                      </a:cubicBezTo>
                      <a:lnTo>
                        <a:pt x="91440" y="0"/>
                      </a:lnTo>
                      <a:cubicBezTo>
                        <a:pt x="73025" y="12065"/>
                        <a:pt x="56515" y="27940"/>
                        <a:pt x="43815" y="47625"/>
                      </a:cubicBezTo>
                      <a:close/>
                    </a:path>
                  </a:pathLst>
                </a:custGeom>
                <a:solidFill>
                  <a:srgbClr val="0D5BD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2" name="Freeform: Shape 211">
                  <a:extLst>
                    <a:ext uri="{FF2B5EF4-FFF2-40B4-BE49-F238E27FC236}">
                      <a16:creationId xmlns:a16="http://schemas.microsoft.com/office/drawing/2014/main" id="{13682E5C-793F-FE2F-B044-49866A59A204}"/>
                    </a:ext>
                  </a:extLst>
                </p:cNvPr>
                <p:cNvSpPr/>
                <p:nvPr/>
              </p:nvSpPr>
              <p:spPr>
                <a:xfrm>
                  <a:off x="3848135" y="3482573"/>
                  <a:ext cx="481145" cy="441839"/>
                </a:xfrm>
                <a:custGeom>
                  <a:avLst/>
                  <a:gdLst>
                    <a:gd name="connsiteX0" fmla="*/ 92576 w 481145"/>
                    <a:gd name="connsiteY0" fmla="*/ 25167 h 441839"/>
                    <a:gd name="connsiteX1" fmla="*/ 265296 w 481145"/>
                    <a:gd name="connsiteY1" fmla="*/ 25802 h 441839"/>
                    <a:gd name="connsiteX2" fmla="*/ 408807 w 481145"/>
                    <a:gd name="connsiteY2" fmla="*/ 118512 h 441839"/>
                    <a:gd name="connsiteX3" fmla="*/ 455161 w 481145"/>
                    <a:gd name="connsiteY3" fmla="*/ 338857 h 441839"/>
                    <a:gd name="connsiteX4" fmla="*/ 436111 w 481145"/>
                    <a:gd name="connsiteY4" fmla="*/ 369337 h 441839"/>
                    <a:gd name="connsiteX5" fmla="*/ 215132 w 481145"/>
                    <a:gd name="connsiteY5" fmla="*/ 416327 h 441839"/>
                    <a:gd name="connsiteX6" fmla="*/ 72257 w 481145"/>
                    <a:gd name="connsiteY6" fmla="*/ 322982 h 441839"/>
                    <a:gd name="connsiteX7" fmla="*/ 1136 w 481145"/>
                    <a:gd name="connsiteY7" fmla="*/ 170582 h 441839"/>
                    <a:gd name="connsiteX8" fmla="*/ 25266 w 481145"/>
                    <a:gd name="connsiteY8" fmla="*/ 102637 h 441839"/>
                    <a:gd name="connsiteX9" fmla="*/ 44951 w 481145"/>
                    <a:gd name="connsiteY9" fmla="*/ 72157 h 441839"/>
                    <a:gd name="connsiteX10" fmla="*/ 92576 w 481145"/>
                    <a:gd name="connsiteY10" fmla="*/ 25167 h 441839"/>
                    <a:gd name="connsiteX11" fmla="*/ 137661 w 481145"/>
                    <a:gd name="connsiteY11" fmla="*/ 222652 h 441839"/>
                    <a:gd name="connsiteX12" fmla="*/ 280536 w 481145"/>
                    <a:gd name="connsiteY12" fmla="*/ 315362 h 441839"/>
                    <a:gd name="connsiteX13" fmla="*/ 335146 w 481145"/>
                    <a:gd name="connsiteY13" fmla="*/ 303932 h 441839"/>
                    <a:gd name="connsiteX14" fmla="*/ 354832 w 481145"/>
                    <a:gd name="connsiteY14" fmla="*/ 274087 h 441839"/>
                    <a:gd name="connsiteX15" fmla="*/ 343401 w 481145"/>
                    <a:gd name="connsiteY15" fmla="*/ 218842 h 441839"/>
                    <a:gd name="connsiteX16" fmla="*/ 199891 w 481145"/>
                    <a:gd name="connsiteY16" fmla="*/ 126132 h 441839"/>
                    <a:gd name="connsiteX17" fmla="*/ 186557 w 481145"/>
                    <a:gd name="connsiteY17" fmla="*/ 120417 h 441839"/>
                    <a:gd name="connsiteX18" fmla="*/ 145282 w 481145"/>
                    <a:gd name="connsiteY18" fmla="*/ 137562 h 441839"/>
                    <a:gd name="connsiteX19" fmla="*/ 125596 w 481145"/>
                    <a:gd name="connsiteY19" fmla="*/ 168042 h 441839"/>
                    <a:gd name="connsiteX20" fmla="*/ 123691 w 481145"/>
                    <a:gd name="connsiteY20" fmla="*/ 208047 h 441839"/>
                    <a:gd name="connsiteX21" fmla="*/ 137661 w 481145"/>
                    <a:gd name="connsiteY21" fmla="*/ 222652 h 441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481145" h="441839">
                      <a:moveTo>
                        <a:pt x="92576" y="25167"/>
                      </a:moveTo>
                      <a:cubicBezTo>
                        <a:pt x="143376" y="-7218"/>
                        <a:pt x="211321" y="-9758"/>
                        <a:pt x="265296" y="25802"/>
                      </a:cubicBezTo>
                      <a:lnTo>
                        <a:pt x="408807" y="118512"/>
                      </a:lnTo>
                      <a:cubicBezTo>
                        <a:pt x="482466" y="166137"/>
                        <a:pt x="503421" y="265197"/>
                        <a:pt x="455161" y="338857"/>
                      </a:cubicBezTo>
                      <a:lnTo>
                        <a:pt x="436111" y="369337"/>
                      </a:lnTo>
                      <a:cubicBezTo>
                        <a:pt x="387851" y="442997"/>
                        <a:pt x="288791" y="463952"/>
                        <a:pt x="215132" y="416327"/>
                      </a:cubicBezTo>
                      <a:lnTo>
                        <a:pt x="72257" y="322982"/>
                      </a:lnTo>
                      <a:cubicBezTo>
                        <a:pt x="19551" y="288692"/>
                        <a:pt x="-5849" y="229002"/>
                        <a:pt x="1136" y="170582"/>
                      </a:cubicBezTo>
                      <a:cubicBezTo>
                        <a:pt x="3676" y="147087"/>
                        <a:pt x="11932" y="123592"/>
                        <a:pt x="25266" y="102637"/>
                      </a:cubicBezTo>
                      <a:lnTo>
                        <a:pt x="44951" y="72157"/>
                      </a:lnTo>
                      <a:cubicBezTo>
                        <a:pt x="57651" y="53107"/>
                        <a:pt x="74161" y="37232"/>
                        <a:pt x="92576" y="25167"/>
                      </a:cubicBezTo>
                      <a:close/>
                      <a:moveTo>
                        <a:pt x="137661" y="222652"/>
                      </a:moveTo>
                      <a:lnTo>
                        <a:pt x="280536" y="315362"/>
                      </a:lnTo>
                      <a:cubicBezTo>
                        <a:pt x="298951" y="327427"/>
                        <a:pt x="323716" y="322347"/>
                        <a:pt x="335146" y="303932"/>
                      </a:cubicBezTo>
                      <a:lnTo>
                        <a:pt x="354832" y="274087"/>
                      </a:lnTo>
                      <a:cubicBezTo>
                        <a:pt x="366896" y="255672"/>
                        <a:pt x="361816" y="230907"/>
                        <a:pt x="343401" y="218842"/>
                      </a:cubicBezTo>
                      <a:lnTo>
                        <a:pt x="199891" y="126132"/>
                      </a:lnTo>
                      <a:cubicBezTo>
                        <a:pt x="195656" y="123166"/>
                        <a:pt x="191211" y="121262"/>
                        <a:pt x="186557" y="120417"/>
                      </a:cubicBezTo>
                      <a:cubicBezTo>
                        <a:pt x="171316" y="117242"/>
                        <a:pt x="154171" y="123592"/>
                        <a:pt x="145282" y="137562"/>
                      </a:cubicBezTo>
                      <a:lnTo>
                        <a:pt x="125596" y="168042"/>
                      </a:lnTo>
                      <a:cubicBezTo>
                        <a:pt x="117976" y="180107"/>
                        <a:pt x="117341" y="195347"/>
                        <a:pt x="123691" y="208047"/>
                      </a:cubicBezTo>
                      <a:cubicBezTo>
                        <a:pt x="126866" y="213762"/>
                        <a:pt x="131311" y="218842"/>
                        <a:pt x="137661" y="222652"/>
                      </a:cubicBezTo>
                      <a:close/>
                    </a:path>
                  </a:pathLst>
                </a:custGeom>
                <a:solidFill>
                  <a:srgbClr val="82ACF8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3" name="Freeform: Shape 212">
                  <a:extLst>
                    <a:ext uri="{FF2B5EF4-FFF2-40B4-BE49-F238E27FC236}">
                      <a16:creationId xmlns:a16="http://schemas.microsoft.com/office/drawing/2014/main" id="{A88B7908-5841-A11E-647E-6FA37A5A555F}"/>
                    </a:ext>
                  </a:extLst>
                </p:cNvPr>
                <p:cNvSpPr/>
                <p:nvPr/>
              </p:nvSpPr>
              <p:spPr>
                <a:xfrm>
                  <a:off x="3849272" y="3507740"/>
                  <a:ext cx="185420" cy="182879"/>
                </a:xfrm>
                <a:custGeom>
                  <a:avLst/>
                  <a:gdLst>
                    <a:gd name="connsiteX0" fmla="*/ 43815 w 185420"/>
                    <a:gd name="connsiteY0" fmla="*/ 46990 h 182879"/>
                    <a:gd name="connsiteX1" fmla="*/ 24130 w 185420"/>
                    <a:gd name="connsiteY1" fmla="*/ 77470 h 182879"/>
                    <a:gd name="connsiteX2" fmla="*/ 0 w 185420"/>
                    <a:gd name="connsiteY2" fmla="*/ 145415 h 182879"/>
                    <a:gd name="connsiteX3" fmla="*/ 122555 w 185420"/>
                    <a:gd name="connsiteY3" fmla="*/ 182880 h 182879"/>
                    <a:gd name="connsiteX4" fmla="*/ 124460 w 185420"/>
                    <a:gd name="connsiteY4" fmla="*/ 142875 h 182879"/>
                    <a:gd name="connsiteX5" fmla="*/ 144145 w 185420"/>
                    <a:gd name="connsiteY5" fmla="*/ 112395 h 182879"/>
                    <a:gd name="connsiteX6" fmla="*/ 185420 w 185420"/>
                    <a:gd name="connsiteY6" fmla="*/ 95250 h 182879"/>
                    <a:gd name="connsiteX7" fmla="*/ 91440 w 185420"/>
                    <a:gd name="connsiteY7" fmla="*/ 0 h 182879"/>
                    <a:gd name="connsiteX8" fmla="*/ 43815 w 185420"/>
                    <a:gd name="connsiteY8" fmla="*/ 46990 h 1828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5420" h="182879">
                      <a:moveTo>
                        <a:pt x="43815" y="46990"/>
                      </a:moveTo>
                      <a:lnTo>
                        <a:pt x="24130" y="77470"/>
                      </a:lnTo>
                      <a:cubicBezTo>
                        <a:pt x="10795" y="98425"/>
                        <a:pt x="2540" y="121920"/>
                        <a:pt x="0" y="145415"/>
                      </a:cubicBezTo>
                      <a:lnTo>
                        <a:pt x="122555" y="182880"/>
                      </a:lnTo>
                      <a:cubicBezTo>
                        <a:pt x="116205" y="170180"/>
                        <a:pt x="116840" y="154940"/>
                        <a:pt x="124460" y="142875"/>
                      </a:cubicBezTo>
                      <a:lnTo>
                        <a:pt x="144145" y="112395"/>
                      </a:lnTo>
                      <a:cubicBezTo>
                        <a:pt x="153035" y="98425"/>
                        <a:pt x="170180" y="92075"/>
                        <a:pt x="185420" y="95250"/>
                      </a:cubicBezTo>
                      <a:lnTo>
                        <a:pt x="91440" y="0"/>
                      </a:lnTo>
                      <a:cubicBezTo>
                        <a:pt x="73025" y="12065"/>
                        <a:pt x="56515" y="27940"/>
                        <a:pt x="43815" y="46990"/>
                      </a:cubicBezTo>
                      <a:close/>
                    </a:path>
                  </a:pathLst>
                </a:custGeom>
                <a:solidFill>
                  <a:srgbClr val="0D5BD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4" name="Freeform: Shape 213">
                  <a:extLst>
                    <a:ext uri="{FF2B5EF4-FFF2-40B4-BE49-F238E27FC236}">
                      <a16:creationId xmlns:a16="http://schemas.microsoft.com/office/drawing/2014/main" id="{904D0730-CF08-89F8-853C-0227F5CA19AC}"/>
                    </a:ext>
                  </a:extLst>
                </p:cNvPr>
                <p:cNvSpPr/>
                <p:nvPr/>
              </p:nvSpPr>
              <p:spPr>
                <a:xfrm>
                  <a:off x="4147722" y="3711575"/>
                  <a:ext cx="179704" cy="189865"/>
                </a:xfrm>
                <a:custGeom>
                  <a:avLst/>
                  <a:gdLst>
                    <a:gd name="connsiteX0" fmla="*/ 155575 w 179704"/>
                    <a:gd name="connsiteY0" fmla="*/ 109855 h 189865"/>
                    <a:gd name="connsiteX1" fmla="*/ 135890 w 179704"/>
                    <a:gd name="connsiteY1" fmla="*/ 140335 h 189865"/>
                    <a:gd name="connsiteX2" fmla="*/ 83820 w 179704"/>
                    <a:gd name="connsiteY2" fmla="*/ 189865 h 189865"/>
                    <a:gd name="connsiteX3" fmla="*/ 0 w 179704"/>
                    <a:gd name="connsiteY3" fmla="*/ 92710 h 189865"/>
                    <a:gd name="connsiteX4" fmla="*/ 35560 w 179704"/>
                    <a:gd name="connsiteY4" fmla="*/ 74930 h 189865"/>
                    <a:gd name="connsiteX5" fmla="*/ 55245 w 179704"/>
                    <a:gd name="connsiteY5" fmla="*/ 45085 h 189865"/>
                    <a:gd name="connsiteX6" fmla="*/ 53975 w 179704"/>
                    <a:gd name="connsiteY6" fmla="*/ 0 h 189865"/>
                    <a:gd name="connsiteX7" fmla="*/ 179705 w 179704"/>
                    <a:gd name="connsiteY7" fmla="*/ 46990 h 189865"/>
                    <a:gd name="connsiteX8" fmla="*/ 155575 w 179704"/>
                    <a:gd name="connsiteY8" fmla="*/ 109855 h 1898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9704" h="189865">
                      <a:moveTo>
                        <a:pt x="155575" y="109855"/>
                      </a:moveTo>
                      <a:lnTo>
                        <a:pt x="135890" y="140335"/>
                      </a:lnTo>
                      <a:cubicBezTo>
                        <a:pt x="122555" y="161290"/>
                        <a:pt x="104775" y="177800"/>
                        <a:pt x="83820" y="189865"/>
                      </a:cubicBezTo>
                      <a:lnTo>
                        <a:pt x="0" y="92710"/>
                      </a:lnTo>
                      <a:cubicBezTo>
                        <a:pt x="13970" y="93980"/>
                        <a:pt x="27940" y="87630"/>
                        <a:pt x="35560" y="74930"/>
                      </a:cubicBezTo>
                      <a:lnTo>
                        <a:pt x="55245" y="45085"/>
                      </a:lnTo>
                      <a:cubicBezTo>
                        <a:pt x="64770" y="30480"/>
                        <a:pt x="63500" y="12700"/>
                        <a:pt x="53975" y="0"/>
                      </a:cubicBezTo>
                      <a:lnTo>
                        <a:pt x="179705" y="46990"/>
                      </a:lnTo>
                      <a:cubicBezTo>
                        <a:pt x="176530" y="69215"/>
                        <a:pt x="168275" y="90170"/>
                        <a:pt x="155575" y="109855"/>
                      </a:cubicBezTo>
                      <a:close/>
                    </a:path>
                  </a:pathLst>
                </a:custGeom>
                <a:solidFill>
                  <a:srgbClr val="B2B0A1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5" name="Freeform: Shape 214">
                  <a:extLst>
                    <a:ext uri="{FF2B5EF4-FFF2-40B4-BE49-F238E27FC236}">
                      <a16:creationId xmlns:a16="http://schemas.microsoft.com/office/drawing/2014/main" id="{41F6330B-B1CB-1ABA-F70E-725E274735B0}"/>
                    </a:ext>
                  </a:extLst>
                </p:cNvPr>
                <p:cNvSpPr/>
                <p:nvPr/>
              </p:nvSpPr>
              <p:spPr>
                <a:xfrm>
                  <a:off x="3141146" y="3067752"/>
                  <a:ext cx="400437" cy="300854"/>
                </a:xfrm>
                <a:custGeom>
                  <a:avLst/>
                  <a:gdLst>
                    <a:gd name="connsiteX0" fmla="*/ 10261 w 400437"/>
                    <a:gd name="connsiteY0" fmla="*/ 84387 h 300854"/>
                    <a:gd name="connsiteX1" fmla="*/ 337921 w 400437"/>
                    <a:gd name="connsiteY1" fmla="*/ 297112 h 300854"/>
                    <a:gd name="connsiteX2" fmla="*/ 368401 w 400437"/>
                    <a:gd name="connsiteY2" fmla="*/ 290762 h 300854"/>
                    <a:gd name="connsiteX3" fmla="*/ 396976 w 400437"/>
                    <a:gd name="connsiteY3" fmla="*/ 246947 h 300854"/>
                    <a:gd name="connsiteX4" fmla="*/ 390626 w 400437"/>
                    <a:gd name="connsiteY4" fmla="*/ 216467 h 300854"/>
                    <a:gd name="connsiteX5" fmla="*/ 62331 w 400437"/>
                    <a:gd name="connsiteY5" fmla="*/ 3742 h 300854"/>
                    <a:gd name="connsiteX6" fmla="*/ 31851 w 400437"/>
                    <a:gd name="connsiteY6" fmla="*/ 10092 h 300854"/>
                    <a:gd name="connsiteX7" fmla="*/ 3276 w 400437"/>
                    <a:gd name="connsiteY7" fmla="*/ 53907 h 300854"/>
                    <a:gd name="connsiteX8" fmla="*/ 10261 w 400437"/>
                    <a:gd name="connsiteY8" fmla="*/ 84387 h 3008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437" h="300854">
                      <a:moveTo>
                        <a:pt x="10261" y="84387"/>
                      </a:moveTo>
                      <a:lnTo>
                        <a:pt x="337921" y="297112"/>
                      </a:lnTo>
                      <a:cubicBezTo>
                        <a:pt x="348081" y="304097"/>
                        <a:pt x="362051" y="300922"/>
                        <a:pt x="368401" y="290762"/>
                      </a:cubicBezTo>
                      <a:lnTo>
                        <a:pt x="396976" y="246947"/>
                      </a:lnTo>
                      <a:cubicBezTo>
                        <a:pt x="403326" y="236787"/>
                        <a:pt x="400786" y="223452"/>
                        <a:pt x="390626" y="216467"/>
                      </a:cubicBezTo>
                      <a:lnTo>
                        <a:pt x="62331" y="3742"/>
                      </a:lnTo>
                      <a:cubicBezTo>
                        <a:pt x="52171" y="-3243"/>
                        <a:pt x="38201" y="-68"/>
                        <a:pt x="31851" y="10092"/>
                      </a:cubicBezTo>
                      <a:lnTo>
                        <a:pt x="3276" y="53907"/>
                      </a:lnTo>
                      <a:cubicBezTo>
                        <a:pt x="-3074" y="64067"/>
                        <a:pt x="101" y="77402"/>
                        <a:pt x="10261" y="84387"/>
                      </a:cubicBezTo>
                      <a:close/>
                    </a:path>
                  </a:pathLst>
                </a:custGeom>
                <a:solidFill>
                  <a:srgbClr val="85847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6" name="Freeform: Shape 215">
                  <a:extLst>
                    <a:ext uri="{FF2B5EF4-FFF2-40B4-BE49-F238E27FC236}">
                      <a16:creationId xmlns:a16="http://schemas.microsoft.com/office/drawing/2014/main" id="{9151D224-5680-457B-8A8C-14D0F8A5F7CD}"/>
                    </a:ext>
                  </a:extLst>
                </p:cNvPr>
                <p:cNvSpPr/>
                <p:nvPr/>
              </p:nvSpPr>
              <p:spPr>
                <a:xfrm>
                  <a:off x="3644802" y="3384550"/>
                  <a:ext cx="179070" cy="190500"/>
                </a:xfrm>
                <a:custGeom>
                  <a:avLst/>
                  <a:gdLst>
                    <a:gd name="connsiteX0" fmla="*/ 155575 w 179070"/>
                    <a:gd name="connsiteY0" fmla="*/ 110490 h 190500"/>
                    <a:gd name="connsiteX1" fmla="*/ 135890 w 179070"/>
                    <a:gd name="connsiteY1" fmla="*/ 140335 h 190500"/>
                    <a:gd name="connsiteX2" fmla="*/ 83820 w 179070"/>
                    <a:gd name="connsiteY2" fmla="*/ 190500 h 190500"/>
                    <a:gd name="connsiteX3" fmla="*/ 0 w 179070"/>
                    <a:gd name="connsiteY3" fmla="*/ 93345 h 190500"/>
                    <a:gd name="connsiteX4" fmla="*/ 35560 w 179070"/>
                    <a:gd name="connsiteY4" fmla="*/ 74930 h 190500"/>
                    <a:gd name="connsiteX5" fmla="*/ 55245 w 179070"/>
                    <a:gd name="connsiteY5" fmla="*/ 45085 h 190500"/>
                    <a:gd name="connsiteX6" fmla="*/ 53975 w 179070"/>
                    <a:gd name="connsiteY6" fmla="*/ 0 h 190500"/>
                    <a:gd name="connsiteX7" fmla="*/ 179070 w 179070"/>
                    <a:gd name="connsiteY7" fmla="*/ 47625 h 190500"/>
                    <a:gd name="connsiteX8" fmla="*/ 155575 w 179070"/>
                    <a:gd name="connsiteY8" fmla="*/ 11049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9070" h="190500">
                      <a:moveTo>
                        <a:pt x="155575" y="110490"/>
                      </a:moveTo>
                      <a:lnTo>
                        <a:pt x="135890" y="140335"/>
                      </a:lnTo>
                      <a:cubicBezTo>
                        <a:pt x="121920" y="161290"/>
                        <a:pt x="104140" y="178435"/>
                        <a:pt x="83820" y="190500"/>
                      </a:cubicBezTo>
                      <a:lnTo>
                        <a:pt x="0" y="93345"/>
                      </a:lnTo>
                      <a:cubicBezTo>
                        <a:pt x="13335" y="93980"/>
                        <a:pt x="27305" y="87630"/>
                        <a:pt x="35560" y="74930"/>
                      </a:cubicBezTo>
                      <a:lnTo>
                        <a:pt x="55245" y="45085"/>
                      </a:lnTo>
                      <a:cubicBezTo>
                        <a:pt x="64135" y="31115"/>
                        <a:pt x="63500" y="13335"/>
                        <a:pt x="53975" y="0"/>
                      </a:cubicBezTo>
                      <a:lnTo>
                        <a:pt x="179070" y="47625"/>
                      </a:lnTo>
                      <a:cubicBezTo>
                        <a:pt x="175895" y="69215"/>
                        <a:pt x="168275" y="90805"/>
                        <a:pt x="155575" y="110490"/>
                      </a:cubicBezTo>
                      <a:close/>
                    </a:path>
                  </a:pathLst>
                </a:custGeom>
                <a:solidFill>
                  <a:srgbClr val="0D5BD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7" name="Freeform: Shape 216">
                  <a:extLst>
                    <a:ext uri="{FF2B5EF4-FFF2-40B4-BE49-F238E27FC236}">
                      <a16:creationId xmlns:a16="http://schemas.microsoft.com/office/drawing/2014/main" id="{12ABA160-47EA-A375-14B7-4B2969AEEDBF}"/>
                    </a:ext>
                  </a:extLst>
                </p:cNvPr>
                <p:cNvSpPr/>
                <p:nvPr/>
              </p:nvSpPr>
              <p:spPr>
                <a:xfrm>
                  <a:off x="3628994" y="3384617"/>
                  <a:ext cx="400269" cy="300574"/>
                </a:xfrm>
                <a:custGeom>
                  <a:avLst/>
                  <a:gdLst>
                    <a:gd name="connsiteX0" fmla="*/ 338387 w 400269"/>
                    <a:gd name="connsiteY0" fmla="*/ 297112 h 300574"/>
                    <a:gd name="connsiteX1" fmla="*/ 10092 w 400269"/>
                    <a:gd name="connsiteY1" fmla="*/ 84387 h 300574"/>
                    <a:gd name="connsiteX2" fmla="*/ 3742 w 400269"/>
                    <a:gd name="connsiteY2" fmla="*/ 53907 h 300574"/>
                    <a:gd name="connsiteX3" fmla="*/ 31682 w 400269"/>
                    <a:gd name="connsiteY3" fmla="*/ 10092 h 300574"/>
                    <a:gd name="connsiteX4" fmla="*/ 62162 w 400269"/>
                    <a:gd name="connsiteY4" fmla="*/ 3742 h 300574"/>
                    <a:gd name="connsiteX5" fmla="*/ 390457 w 400269"/>
                    <a:gd name="connsiteY5" fmla="*/ 216467 h 300574"/>
                    <a:gd name="connsiteX6" fmla="*/ 396807 w 400269"/>
                    <a:gd name="connsiteY6" fmla="*/ 246947 h 300574"/>
                    <a:gd name="connsiteX7" fmla="*/ 368232 w 400269"/>
                    <a:gd name="connsiteY7" fmla="*/ 290762 h 300574"/>
                    <a:gd name="connsiteX8" fmla="*/ 338387 w 400269"/>
                    <a:gd name="connsiteY8" fmla="*/ 297112 h 300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269" h="300574">
                      <a:moveTo>
                        <a:pt x="338387" y="297112"/>
                      </a:moveTo>
                      <a:lnTo>
                        <a:pt x="10092" y="84387"/>
                      </a:lnTo>
                      <a:cubicBezTo>
                        <a:pt x="-68" y="77402"/>
                        <a:pt x="-3243" y="64067"/>
                        <a:pt x="3742" y="53907"/>
                      </a:cubicBezTo>
                      <a:lnTo>
                        <a:pt x="31682" y="10092"/>
                      </a:lnTo>
                      <a:cubicBezTo>
                        <a:pt x="38667" y="-68"/>
                        <a:pt x="52002" y="-3243"/>
                        <a:pt x="62162" y="3742"/>
                      </a:cubicBezTo>
                      <a:lnTo>
                        <a:pt x="390457" y="216467"/>
                      </a:lnTo>
                      <a:cubicBezTo>
                        <a:pt x="400617" y="223452"/>
                        <a:pt x="403157" y="236787"/>
                        <a:pt x="396807" y="246947"/>
                      </a:cubicBezTo>
                      <a:lnTo>
                        <a:pt x="368232" y="290762"/>
                      </a:lnTo>
                      <a:cubicBezTo>
                        <a:pt x="361882" y="300922"/>
                        <a:pt x="348547" y="303462"/>
                        <a:pt x="338387" y="297112"/>
                      </a:cubicBezTo>
                      <a:close/>
                    </a:path>
                  </a:pathLst>
                </a:custGeom>
                <a:solidFill>
                  <a:srgbClr val="0541A1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8" name="Freeform: Shape 217">
                  <a:extLst>
                    <a:ext uri="{FF2B5EF4-FFF2-40B4-BE49-F238E27FC236}">
                      <a16:creationId xmlns:a16="http://schemas.microsoft.com/office/drawing/2014/main" id="{457A3F15-2560-9C70-71C8-97240721EB98}"/>
                    </a:ext>
                  </a:extLst>
                </p:cNvPr>
                <p:cNvSpPr/>
                <p:nvPr/>
              </p:nvSpPr>
              <p:spPr>
                <a:xfrm>
                  <a:off x="4147789" y="3721447"/>
                  <a:ext cx="400269" cy="300574"/>
                </a:xfrm>
                <a:custGeom>
                  <a:avLst/>
                  <a:gdLst>
                    <a:gd name="connsiteX0" fmla="*/ 10092 w 400269"/>
                    <a:gd name="connsiteY0" fmla="*/ 84107 h 300574"/>
                    <a:gd name="connsiteX1" fmla="*/ 337752 w 400269"/>
                    <a:gd name="connsiteY1" fmla="*/ 296832 h 300574"/>
                    <a:gd name="connsiteX2" fmla="*/ 368232 w 400269"/>
                    <a:gd name="connsiteY2" fmla="*/ 290482 h 300574"/>
                    <a:gd name="connsiteX3" fmla="*/ 396807 w 400269"/>
                    <a:gd name="connsiteY3" fmla="*/ 247302 h 300574"/>
                    <a:gd name="connsiteX4" fmla="*/ 390457 w 400269"/>
                    <a:gd name="connsiteY4" fmla="*/ 216822 h 300574"/>
                    <a:gd name="connsiteX5" fmla="*/ 62162 w 400269"/>
                    <a:gd name="connsiteY5" fmla="*/ 3462 h 300574"/>
                    <a:gd name="connsiteX6" fmla="*/ 31682 w 400269"/>
                    <a:gd name="connsiteY6" fmla="*/ 9812 h 300574"/>
                    <a:gd name="connsiteX7" fmla="*/ 3742 w 400269"/>
                    <a:gd name="connsiteY7" fmla="*/ 53627 h 300574"/>
                    <a:gd name="connsiteX8" fmla="*/ 10092 w 400269"/>
                    <a:gd name="connsiteY8" fmla="*/ 84107 h 300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269" h="300574">
                      <a:moveTo>
                        <a:pt x="10092" y="84107"/>
                      </a:moveTo>
                      <a:lnTo>
                        <a:pt x="337752" y="296832"/>
                      </a:lnTo>
                      <a:cubicBezTo>
                        <a:pt x="347912" y="303817"/>
                        <a:pt x="361882" y="300642"/>
                        <a:pt x="368232" y="290482"/>
                      </a:cubicBezTo>
                      <a:lnTo>
                        <a:pt x="396807" y="247302"/>
                      </a:lnTo>
                      <a:cubicBezTo>
                        <a:pt x="403157" y="237142"/>
                        <a:pt x="400617" y="223172"/>
                        <a:pt x="390457" y="216822"/>
                      </a:cubicBezTo>
                      <a:lnTo>
                        <a:pt x="62162" y="3462"/>
                      </a:lnTo>
                      <a:cubicBezTo>
                        <a:pt x="52002" y="-2888"/>
                        <a:pt x="38667" y="-348"/>
                        <a:pt x="31682" y="9812"/>
                      </a:cubicBezTo>
                      <a:lnTo>
                        <a:pt x="3742" y="53627"/>
                      </a:lnTo>
                      <a:cubicBezTo>
                        <a:pt x="-3243" y="63787"/>
                        <a:pt x="-68" y="77757"/>
                        <a:pt x="10092" y="84107"/>
                      </a:cubicBezTo>
                      <a:close/>
                    </a:path>
                  </a:pathLst>
                </a:custGeom>
                <a:solidFill>
                  <a:srgbClr val="0541A1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9" name="Freeform: Shape 218">
                  <a:extLst>
                    <a:ext uri="{FF2B5EF4-FFF2-40B4-BE49-F238E27FC236}">
                      <a16:creationId xmlns:a16="http://schemas.microsoft.com/office/drawing/2014/main" id="{A0CA7696-585F-C85F-6E18-770054F87174}"/>
                    </a:ext>
                  </a:extLst>
                </p:cNvPr>
                <p:cNvSpPr/>
                <p:nvPr/>
              </p:nvSpPr>
              <p:spPr>
                <a:xfrm>
                  <a:off x="2338125" y="2502133"/>
                  <a:ext cx="481289" cy="441675"/>
                </a:xfrm>
                <a:custGeom>
                  <a:avLst/>
                  <a:gdLst>
                    <a:gd name="connsiteX0" fmla="*/ 92557 w 481289"/>
                    <a:gd name="connsiteY0" fmla="*/ 25167 h 441675"/>
                    <a:gd name="connsiteX1" fmla="*/ 265277 w 481289"/>
                    <a:gd name="connsiteY1" fmla="*/ 25802 h 441675"/>
                    <a:gd name="connsiteX2" fmla="*/ 408787 w 481289"/>
                    <a:gd name="connsiteY2" fmla="*/ 118512 h 441675"/>
                    <a:gd name="connsiteX3" fmla="*/ 455777 w 481289"/>
                    <a:gd name="connsiteY3" fmla="*/ 338857 h 441675"/>
                    <a:gd name="connsiteX4" fmla="*/ 436092 w 481289"/>
                    <a:gd name="connsiteY4" fmla="*/ 369337 h 441675"/>
                    <a:gd name="connsiteX5" fmla="*/ 215747 w 481289"/>
                    <a:gd name="connsiteY5" fmla="*/ 415692 h 441675"/>
                    <a:gd name="connsiteX6" fmla="*/ 72237 w 481289"/>
                    <a:gd name="connsiteY6" fmla="*/ 322982 h 441675"/>
                    <a:gd name="connsiteX7" fmla="*/ 1117 w 481289"/>
                    <a:gd name="connsiteY7" fmla="*/ 170582 h 441675"/>
                    <a:gd name="connsiteX8" fmla="*/ 25882 w 481289"/>
                    <a:gd name="connsiteY8" fmla="*/ 102637 h 441675"/>
                    <a:gd name="connsiteX9" fmla="*/ 44932 w 481289"/>
                    <a:gd name="connsiteY9" fmla="*/ 72157 h 441675"/>
                    <a:gd name="connsiteX10" fmla="*/ 92557 w 481289"/>
                    <a:gd name="connsiteY10" fmla="*/ 25167 h 441675"/>
                    <a:gd name="connsiteX11" fmla="*/ 137642 w 481289"/>
                    <a:gd name="connsiteY11" fmla="*/ 222652 h 441675"/>
                    <a:gd name="connsiteX12" fmla="*/ 280517 w 481289"/>
                    <a:gd name="connsiteY12" fmla="*/ 315362 h 441675"/>
                    <a:gd name="connsiteX13" fmla="*/ 335762 w 481289"/>
                    <a:gd name="connsiteY13" fmla="*/ 303932 h 441675"/>
                    <a:gd name="connsiteX14" fmla="*/ 355447 w 481289"/>
                    <a:gd name="connsiteY14" fmla="*/ 274087 h 441675"/>
                    <a:gd name="connsiteX15" fmla="*/ 343382 w 481289"/>
                    <a:gd name="connsiteY15" fmla="*/ 218842 h 441675"/>
                    <a:gd name="connsiteX16" fmla="*/ 200507 w 481289"/>
                    <a:gd name="connsiteY16" fmla="*/ 126132 h 441675"/>
                    <a:gd name="connsiteX17" fmla="*/ 187172 w 481289"/>
                    <a:gd name="connsiteY17" fmla="*/ 120417 h 441675"/>
                    <a:gd name="connsiteX18" fmla="*/ 145262 w 481289"/>
                    <a:gd name="connsiteY18" fmla="*/ 137562 h 441675"/>
                    <a:gd name="connsiteX19" fmla="*/ 126212 w 481289"/>
                    <a:gd name="connsiteY19" fmla="*/ 168042 h 441675"/>
                    <a:gd name="connsiteX20" fmla="*/ 124307 w 481289"/>
                    <a:gd name="connsiteY20" fmla="*/ 208047 h 441675"/>
                    <a:gd name="connsiteX21" fmla="*/ 137642 w 481289"/>
                    <a:gd name="connsiteY21" fmla="*/ 222652 h 441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481289" h="441675">
                      <a:moveTo>
                        <a:pt x="92557" y="25167"/>
                      </a:moveTo>
                      <a:cubicBezTo>
                        <a:pt x="143992" y="-7218"/>
                        <a:pt x="211302" y="-9758"/>
                        <a:pt x="265277" y="25802"/>
                      </a:cubicBezTo>
                      <a:lnTo>
                        <a:pt x="408787" y="118512"/>
                      </a:lnTo>
                      <a:cubicBezTo>
                        <a:pt x="482447" y="166137"/>
                        <a:pt x="503402" y="265197"/>
                        <a:pt x="455777" y="338857"/>
                      </a:cubicBezTo>
                      <a:lnTo>
                        <a:pt x="436092" y="369337"/>
                      </a:lnTo>
                      <a:cubicBezTo>
                        <a:pt x="387832" y="442997"/>
                        <a:pt x="289407" y="463952"/>
                        <a:pt x="215747" y="415692"/>
                      </a:cubicBezTo>
                      <a:lnTo>
                        <a:pt x="72237" y="322982"/>
                      </a:lnTo>
                      <a:cubicBezTo>
                        <a:pt x="20167" y="288692"/>
                        <a:pt x="-5868" y="229002"/>
                        <a:pt x="1117" y="170582"/>
                      </a:cubicBezTo>
                      <a:cubicBezTo>
                        <a:pt x="3657" y="147087"/>
                        <a:pt x="11912" y="123592"/>
                        <a:pt x="25882" y="102637"/>
                      </a:cubicBezTo>
                      <a:lnTo>
                        <a:pt x="44932" y="72157"/>
                      </a:lnTo>
                      <a:cubicBezTo>
                        <a:pt x="57632" y="53107"/>
                        <a:pt x="74142" y="37232"/>
                        <a:pt x="92557" y="25167"/>
                      </a:cubicBezTo>
                      <a:close/>
                      <a:moveTo>
                        <a:pt x="137642" y="222652"/>
                      </a:moveTo>
                      <a:lnTo>
                        <a:pt x="280517" y="315362"/>
                      </a:lnTo>
                      <a:cubicBezTo>
                        <a:pt x="298932" y="327427"/>
                        <a:pt x="323697" y="322347"/>
                        <a:pt x="335762" y="303932"/>
                      </a:cubicBezTo>
                      <a:lnTo>
                        <a:pt x="355447" y="274087"/>
                      </a:lnTo>
                      <a:cubicBezTo>
                        <a:pt x="366877" y="255672"/>
                        <a:pt x="361797" y="230907"/>
                        <a:pt x="343382" y="218842"/>
                      </a:cubicBezTo>
                      <a:lnTo>
                        <a:pt x="200507" y="126132"/>
                      </a:lnTo>
                      <a:cubicBezTo>
                        <a:pt x="196271" y="123167"/>
                        <a:pt x="191826" y="121261"/>
                        <a:pt x="187172" y="120417"/>
                      </a:cubicBezTo>
                      <a:cubicBezTo>
                        <a:pt x="171297" y="117242"/>
                        <a:pt x="154787" y="123592"/>
                        <a:pt x="145262" y="137562"/>
                      </a:cubicBezTo>
                      <a:lnTo>
                        <a:pt x="126212" y="168042"/>
                      </a:lnTo>
                      <a:cubicBezTo>
                        <a:pt x="117957" y="180107"/>
                        <a:pt x="117957" y="195347"/>
                        <a:pt x="124307" y="208047"/>
                      </a:cubicBezTo>
                      <a:cubicBezTo>
                        <a:pt x="126847" y="213762"/>
                        <a:pt x="131927" y="218842"/>
                        <a:pt x="137642" y="222652"/>
                      </a:cubicBezTo>
                      <a:close/>
                    </a:path>
                  </a:pathLst>
                </a:custGeom>
                <a:solidFill>
                  <a:srgbClr val="82ACF8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0" name="Freeform: Shape 219">
                  <a:extLst>
                    <a:ext uri="{FF2B5EF4-FFF2-40B4-BE49-F238E27FC236}">
                      <a16:creationId xmlns:a16="http://schemas.microsoft.com/office/drawing/2014/main" id="{290BEE05-7FB4-4D2B-024D-6645C6342666}"/>
                    </a:ext>
                  </a:extLst>
                </p:cNvPr>
                <p:cNvSpPr/>
                <p:nvPr/>
              </p:nvSpPr>
              <p:spPr>
                <a:xfrm>
                  <a:off x="2339241" y="2527300"/>
                  <a:ext cx="186055" cy="182879"/>
                </a:xfrm>
                <a:custGeom>
                  <a:avLst/>
                  <a:gdLst>
                    <a:gd name="connsiteX0" fmla="*/ 43815 w 186055"/>
                    <a:gd name="connsiteY0" fmla="*/ 46990 h 182879"/>
                    <a:gd name="connsiteX1" fmla="*/ 24765 w 186055"/>
                    <a:gd name="connsiteY1" fmla="*/ 77470 h 182879"/>
                    <a:gd name="connsiteX2" fmla="*/ 0 w 186055"/>
                    <a:gd name="connsiteY2" fmla="*/ 145415 h 182879"/>
                    <a:gd name="connsiteX3" fmla="*/ 123190 w 186055"/>
                    <a:gd name="connsiteY3" fmla="*/ 182880 h 182879"/>
                    <a:gd name="connsiteX4" fmla="*/ 125095 w 186055"/>
                    <a:gd name="connsiteY4" fmla="*/ 142875 h 182879"/>
                    <a:gd name="connsiteX5" fmla="*/ 144145 w 186055"/>
                    <a:gd name="connsiteY5" fmla="*/ 112395 h 182879"/>
                    <a:gd name="connsiteX6" fmla="*/ 186055 w 186055"/>
                    <a:gd name="connsiteY6" fmla="*/ 95250 h 182879"/>
                    <a:gd name="connsiteX7" fmla="*/ 91440 w 186055"/>
                    <a:gd name="connsiteY7" fmla="*/ 0 h 182879"/>
                    <a:gd name="connsiteX8" fmla="*/ 43815 w 186055"/>
                    <a:gd name="connsiteY8" fmla="*/ 46990 h 1828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6055" h="182879">
                      <a:moveTo>
                        <a:pt x="43815" y="46990"/>
                      </a:moveTo>
                      <a:lnTo>
                        <a:pt x="24765" y="77470"/>
                      </a:lnTo>
                      <a:cubicBezTo>
                        <a:pt x="10795" y="98425"/>
                        <a:pt x="2540" y="121920"/>
                        <a:pt x="0" y="145415"/>
                      </a:cubicBezTo>
                      <a:lnTo>
                        <a:pt x="123190" y="182880"/>
                      </a:lnTo>
                      <a:cubicBezTo>
                        <a:pt x="116840" y="170180"/>
                        <a:pt x="116840" y="154940"/>
                        <a:pt x="125095" y="142875"/>
                      </a:cubicBezTo>
                      <a:lnTo>
                        <a:pt x="144145" y="112395"/>
                      </a:lnTo>
                      <a:cubicBezTo>
                        <a:pt x="153670" y="98425"/>
                        <a:pt x="170180" y="92075"/>
                        <a:pt x="186055" y="95250"/>
                      </a:cubicBezTo>
                      <a:lnTo>
                        <a:pt x="91440" y="0"/>
                      </a:lnTo>
                      <a:cubicBezTo>
                        <a:pt x="73025" y="12065"/>
                        <a:pt x="56515" y="27940"/>
                        <a:pt x="43815" y="46990"/>
                      </a:cubicBezTo>
                      <a:close/>
                    </a:path>
                  </a:pathLst>
                </a:custGeom>
                <a:solidFill>
                  <a:srgbClr val="0D5BD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1" name="Freeform: Shape 220">
                  <a:extLst>
                    <a:ext uri="{FF2B5EF4-FFF2-40B4-BE49-F238E27FC236}">
                      <a16:creationId xmlns:a16="http://schemas.microsoft.com/office/drawing/2014/main" id="{ACCA871A-B07A-7FC3-F4FC-A114ECBF8B6A}"/>
                    </a:ext>
                  </a:extLst>
                </p:cNvPr>
                <p:cNvSpPr/>
                <p:nvPr/>
              </p:nvSpPr>
              <p:spPr>
                <a:xfrm>
                  <a:off x="2841205" y="2828840"/>
                  <a:ext cx="481410" cy="441802"/>
                </a:xfrm>
                <a:custGeom>
                  <a:avLst/>
                  <a:gdLst>
                    <a:gd name="connsiteX0" fmla="*/ 93032 w 481410"/>
                    <a:gd name="connsiteY0" fmla="*/ 25484 h 441802"/>
                    <a:gd name="connsiteX1" fmla="*/ 265752 w 481410"/>
                    <a:gd name="connsiteY1" fmla="*/ 25484 h 441802"/>
                    <a:gd name="connsiteX2" fmla="*/ 408627 w 481410"/>
                    <a:gd name="connsiteY2" fmla="*/ 118829 h 441802"/>
                    <a:gd name="connsiteX3" fmla="*/ 455617 w 481410"/>
                    <a:gd name="connsiteY3" fmla="*/ 339174 h 441802"/>
                    <a:gd name="connsiteX4" fmla="*/ 435932 w 481410"/>
                    <a:gd name="connsiteY4" fmla="*/ 369019 h 441802"/>
                    <a:gd name="connsiteX5" fmla="*/ 215587 w 481410"/>
                    <a:gd name="connsiteY5" fmla="*/ 416009 h 441802"/>
                    <a:gd name="connsiteX6" fmla="*/ 72712 w 481410"/>
                    <a:gd name="connsiteY6" fmla="*/ 323299 h 441802"/>
                    <a:gd name="connsiteX7" fmla="*/ 957 w 481410"/>
                    <a:gd name="connsiteY7" fmla="*/ 170264 h 441802"/>
                    <a:gd name="connsiteX8" fmla="*/ 25722 w 481410"/>
                    <a:gd name="connsiteY8" fmla="*/ 102954 h 441802"/>
                    <a:gd name="connsiteX9" fmla="*/ 45407 w 481410"/>
                    <a:gd name="connsiteY9" fmla="*/ 72474 h 441802"/>
                    <a:gd name="connsiteX10" fmla="*/ 93032 w 481410"/>
                    <a:gd name="connsiteY10" fmla="*/ 25484 h 441802"/>
                    <a:gd name="connsiteX11" fmla="*/ 137482 w 481410"/>
                    <a:gd name="connsiteY11" fmla="*/ 222969 h 441802"/>
                    <a:gd name="connsiteX12" fmla="*/ 280992 w 481410"/>
                    <a:gd name="connsiteY12" fmla="*/ 315680 h 441802"/>
                    <a:gd name="connsiteX13" fmla="*/ 335602 w 481410"/>
                    <a:gd name="connsiteY13" fmla="*/ 304249 h 441802"/>
                    <a:gd name="connsiteX14" fmla="*/ 355287 w 481410"/>
                    <a:gd name="connsiteY14" fmla="*/ 273769 h 441802"/>
                    <a:gd name="connsiteX15" fmla="*/ 343857 w 481410"/>
                    <a:gd name="connsiteY15" fmla="*/ 219159 h 441802"/>
                    <a:gd name="connsiteX16" fmla="*/ 200347 w 481410"/>
                    <a:gd name="connsiteY16" fmla="*/ 125814 h 441802"/>
                    <a:gd name="connsiteX17" fmla="*/ 187012 w 481410"/>
                    <a:gd name="connsiteY17" fmla="*/ 120734 h 441802"/>
                    <a:gd name="connsiteX18" fmla="*/ 145737 w 481410"/>
                    <a:gd name="connsiteY18" fmla="*/ 137879 h 441802"/>
                    <a:gd name="connsiteX19" fmla="*/ 126052 w 481410"/>
                    <a:gd name="connsiteY19" fmla="*/ 167724 h 441802"/>
                    <a:gd name="connsiteX20" fmla="*/ 124147 w 481410"/>
                    <a:gd name="connsiteY20" fmla="*/ 207729 h 441802"/>
                    <a:gd name="connsiteX21" fmla="*/ 137482 w 481410"/>
                    <a:gd name="connsiteY21" fmla="*/ 222969 h 4418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481410" h="441802">
                      <a:moveTo>
                        <a:pt x="93032" y="25484"/>
                      </a:moveTo>
                      <a:cubicBezTo>
                        <a:pt x="143832" y="-7536"/>
                        <a:pt x="211777" y="-9441"/>
                        <a:pt x="265752" y="25484"/>
                      </a:cubicBezTo>
                      <a:lnTo>
                        <a:pt x="408627" y="118829"/>
                      </a:lnTo>
                      <a:cubicBezTo>
                        <a:pt x="482287" y="166454"/>
                        <a:pt x="503877" y="265514"/>
                        <a:pt x="455617" y="339174"/>
                      </a:cubicBezTo>
                      <a:lnTo>
                        <a:pt x="435932" y="369019"/>
                      </a:lnTo>
                      <a:cubicBezTo>
                        <a:pt x="388307" y="442680"/>
                        <a:pt x="289247" y="464269"/>
                        <a:pt x="215587" y="416009"/>
                      </a:cubicBezTo>
                      <a:lnTo>
                        <a:pt x="72712" y="323299"/>
                      </a:lnTo>
                      <a:cubicBezTo>
                        <a:pt x="20007" y="289009"/>
                        <a:pt x="-5393" y="228684"/>
                        <a:pt x="957" y="170264"/>
                      </a:cubicBezTo>
                      <a:cubicBezTo>
                        <a:pt x="4132" y="146769"/>
                        <a:pt x="11752" y="123909"/>
                        <a:pt x="25722" y="102954"/>
                      </a:cubicBezTo>
                      <a:lnTo>
                        <a:pt x="45407" y="72474"/>
                      </a:lnTo>
                      <a:cubicBezTo>
                        <a:pt x="58107" y="52789"/>
                        <a:pt x="74617" y="36914"/>
                        <a:pt x="93032" y="25484"/>
                      </a:cubicBezTo>
                      <a:close/>
                      <a:moveTo>
                        <a:pt x="137482" y="222969"/>
                      </a:moveTo>
                      <a:lnTo>
                        <a:pt x="280992" y="315680"/>
                      </a:lnTo>
                      <a:cubicBezTo>
                        <a:pt x="299407" y="327744"/>
                        <a:pt x="324172" y="322664"/>
                        <a:pt x="335602" y="304249"/>
                      </a:cubicBezTo>
                      <a:lnTo>
                        <a:pt x="355287" y="273769"/>
                      </a:lnTo>
                      <a:cubicBezTo>
                        <a:pt x="367352" y="255354"/>
                        <a:pt x="362272" y="231224"/>
                        <a:pt x="343857" y="219159"/>
                      </a:cubicBezTo>
                      <a:lnTo>
                        <a:pt x="200347" y="125814"/>
                      </a:lnTo>
                      <a:cubicBezTo>
                        <a:pt x="196112" y="123274"/>
                        <a:pt x="191666" y="121579"/>
                        <a:pt x="187012" y="120734"/>
                      </a:cubicBezTo>
                      <a:cubicBezTo>
                        <a:pt x="171772" y="116924"/>
                        <a:pt x="154627" y="123909"/>
                        <a:pt x="145737" y="137879"/>
                      </a:cubicBezTo>
                      <a:lnTo>
                        <a:pt x="126052" y="167724"/>
                      </a:lnTo>
                      <a:cubicBezTo>
                        <a:pt x="117797" y="180424"/>
                        <a:pt x="117797" y="195664"/>
                        <a:pt x="124147" y="207729"/>
                      </a:cubicBezTo>
                      <a:cubicBezTo>
                        <a:pt x="127322" y="214079"/>
                        <a:pt x="131767" y="219159"/>
                        <a:pt x="137482" y="222969"/>
                      </a:cubicBezTo>
                      <a:close/>
                    </a:path>
                  </a:pathLst>
                </a:custGeom>
                <a:solidFill>
                  <a:srgbClr val="82ACF8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2" name="Freeform: Shape 221">
                  <a:extLst>
                    <a:ext uri="{FF2B5EF4-FFF2-40B4-BE49-F238E27FC236}">
                      <a16:creationId xmlns:a16="http://schemas.microsoft.com/office/drawing/2014/main" id="{E1B5F718-C416-B4E4-072C-29B01CD322C8}"/>
                    </a:ext>
                  </a:extLst>
                </p:cNvPr>
                <p:cNvSpPr/>
                <p:nvPr/>
              </p:nvSpPr>
              <p:spPr>
                <a:xfrm>
                  <a:off x="2842162" y="2854325"/>
                  <a:ext cx="186054" cy="182245"/>
                </a:xfrm>
                <a:custGeom>
                  <a:avLst/>
                  <a:gdLst>
                    <a:gd name="connsiteX0" fmla="*/ 44450 w 186054"/>
                    <a:gd name="connsiteY0" fmla="*/ 46990 h 182245"/>
                    <a:gd name="connsiteX1" fmla="*/ 24765 w 186054"/>
                    <a:gd name="connsiteY1" fmla="*/ 77470 h 182245"/>
                    <a:gd name="connsiteX2" fmla="*/ 0 w 186054"/>
                    <a:gd name="connsiteY2" fmla="*/ 144780 h 182245"/>
                    <a:gd name="connsiteX3" fmla="*/ 123190 w 186054"/>
                    <a:gd name="connsiteY3" fmla="*/ 182245 h 182245"/>
                    <a:gd name="connsiteX4" fmla="*/ 125095 w 186054"/>
                    <a:gd name="connsiteY4" fmla="*/ 142240 h 182245"/>
                    <a:gd name="connsiteX5" fmla="*/ 144780 w 186054"/>
                    <a:gd name="connsiteY5" fmla="*/ 112395 h 182245"/>
                    <a:gd name="connsiteX6" fmla="*/ 186055 w 186054"/>
                    <a:gd name="connsiteY6" fmla="*/ 95250 h 182245"/>
                    <a:gd name="connsiteX7" fmla="*/ 92075 w 186054"/>
                    <a:gd name="connsiteY7" fmla="*/ 0 h 182245"/>
                    <a:gd name="connsiteX8" fmla="*/ 44450 w 186054"/>
                    <a:gd name="connsiteY8" fmla="*/ 46990 h 1822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6054" h="182245">
                      <a:moveTo>
                        <a:pt x="44450" y="46990"/>
                      </a:moveTo>
                      <a:lnTo>
                        <a:pt x="24765" y="77470"/>
                      </a:lnTo>
                      <a:cubicBezTo>
                        <a:pt x="10795" y="98425"/>
                        <a:pt x="3175" y="121285"/>
                        <a:pt x="0" y="144780"/>
                      </a:cubicBezTo>
                      <a:lnTo>
                        <a:pt x="123190" y="182245"/>
                      </a:lnTo>
                      <a:cubicBezTo>
                        <a:pt x="116840" y="170180"/>
                        <a:pt x="116840" y="154940"/>
                        <a:pt x="125095" y="142240"/>
                      </a:cubicBezTo>
                      <a:lnTo>
                        <a:pt x="144780" y="112395"/>
                      </a:lnTo>
                      <a:cubicBezTo>
                        <a:pt x="153670" y="98425"/>
                        <a:pt x="170815" y="91440"/>
                        <a:pt x="186055" y="95250"/>
                      </a:cubicBezTo>
                      <a:lnTo>
                        <a:pt x="92075" y="0"/>
                      </a:lnTo>
                      <a:cubicBezTo>
                        <a:pt x="73660" y="11430"/>
                        <a:pt x="57150" y="27305"/>
                        <a:pt x="44450" y="46990"/>
                      </a:cubicBezTo>
                      <a:close/>
                    </a:path>
                  </a:pathLst>
                </a:custGeom>
                <a:solidFill>
                  <a:srgbClr val="0D5BD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3" name="Freeform: Shape 222">
                  <a:extLst>
                    <a:ext uri="{FF2B5EF4-FFF2-40B4-BE49-F238E27FC236}">
                      <a16:creationId xmlns:a16="http://schemas.microsoft.com/office/drawing/2014/main" id="{BEF5F825-B886-476E-65BE-2568AFD7E58E}"/>
                    </a:ext>
                  </a:extLst>
                </p:cNvPr>
                <p:cNvSpPr/>
                <p:nvPr/>
              </p:nvSpPr>
              <p:spPr>
                <a:xfrm>
                  <a:off x="3141247" y="3058160"/>
                  <a:ext cx="179704" cy="189864"/>
                </a:xfrm>
                <a:custGeom>
                  <a:avLst/>
                  <a:gdLst>
                    <a:gd name="connsiteX0" fmla="*/ 155575 w 179704"/>
                    <a:gd name="connsiteY0" fmla="*/ 109855 h 189864"/>
                    <a:gd name="connsiteX1" fmla="*/ 135890 w 179704"/>
                    <a:gd name="connsiteY1" fmla="*/ 139700 h 189864"/>
                    <a:gd name="connsiteX2" fmla="*/ 83820 w 179704"/>
                    <a:gd name="connsiteY2" fmla="*/ 189865 h 189864"/>
                    <a:gd name="connsiteX3" fmla="*/ 0 w 179704"/>
                    <a:gd name="connsiteY3" fmla="*/ 92710 h 189864"/>
                    <a:gd name="connsiteX4" fmla="*/ 35560 w 179704"/>
                    <a:gd name="connsiteY4" fmla="*/ 74930 h 189864"/>
                    <a:gd name="connsiteX5" fmla="*/ 55245 w 179704"/>
                    <a:gd name="connsiteY5" fmla="*/ 44450 h 189864"/>
                    <a:gd name="connsiteX6" fmla="*/ 53975 w 179704"/>
                    <a:gd name="connsiteY6" fmla="*/ 0 h 189864"/>
                    <a:gd name="connsiteX7" fmla="*/ 179705 w 179704"/>
                    <a:gd name="connsiteY7" fmla="*/ 46990 h 189864"/>
                    <a:gd name="connsiteX8" fmla="*/ 155575 w 179704"/>
                    <a:gd name="connsiteY8" fmla="*/ 109855 h 1898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9704" h="189864">
                      <a:moveTo>
                        <a:pt x="155575" y="109855"/>
                      </a:moveTo>
                      <a:lnTo>
                        <a:pt x="135890" y="139700"/>
                      </a:lnTo>
                      <a:cubicBezTo>
                        <a:pt x="122555" y="161290"/>
                        <a:pt x="104140" y="177800"/>
                        <a:pt x="83820" y="189865"/>
                      </a:cubicBezTo>
                      <a:lnTo>
                        <a:pt x="0" y="92710"/>
                      </a:lnTo>
                      <a:cubicBezTo>
                        <a:pt x="13970" y="93345"/>
                        <a:pt x="27940" y="86995"/>
                        <a:pt x="35560" y="74930"/>
                      </a:cubicBezTo>
                      <a:lnTo>
                        <a:pt x="55245" y="44450"/>
                      </a:lnTo>
                      <a:cubicBezTo>
                        <a:pt x="64135" y="30480"/>
                        <a:pt x="63500" y="12700"/>
                        <a:pt x="53975" y="0"/>
                      </a:cubicBezTo>
                      <a:lnTo>
                        <a:pt x="179705" y="46990"/>
                      </a:lnTo>
                      <a:cubicBezTo>
                        <a:pt x="176530" y="68580"/>
                        <a:pt x="168275" y="90170"/>
                        <a:pt x="155575" y="109855"/>
                      </a:cubicBezTo>
                      <a:close/>
                    </a:path>
                  </a:pathLst>
                </a:custGeom>
                <a:solidFill>
                  <a:srgbClr val="0D5BD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4" name="Freeform: Shape 223">
                  <a:extLst>
                    <a:ext uri="{FF2B5EF4-FFF2-40B4-BE49-F238E27FC236}">
                      <a16:creationId xmlns:a16="http://schemas.microsoft.com/office/drawing/2014/main" id="{4D82A6DB-AAD8-72A0-3B6E-E031775456DC}"/>
                    </a:ext>
                  </a:extLst>
                </p:cNvPr>
                <p:cNvSpPr/>
                <p:nvPr/>
              </p:nvSpPr>
              <p:spPr>
                <a:xfrm>
                  <a:off x="2134671" y="2414337"/>
                  <a:ext cx="400437" cy="300574"/>
                </a:xfrm>
                <a:custGeom>
                  <a:avLst/>
                  <a:gdLst>
                    <a:gd name="connsiteX0" fmla="*/ 10261 w 400437"/>
                    <a:gd name="connsiteY0" fmla="*/ 83752 h 300574"/>
                    <a:gd name="connsiteX1" fmla="*/ 337921 w 400437"/>
                    <a:gd name="connsiteY1" fmla="*/ 297112 h 300574"/>
                    <a:gd name="connsiteX2" fmla="*/ 368401 w 400437"/>
                    <a:gd name="connsiteY2" fmla="*/ 290762 h 300574"/>
                    <a:gd name="connsiteX3" fmla="*/ 396976 w 400437"/>
                    <a:gd name="connsiteY3" fmla="*/ 246947 h 300574"/>
                    <a:gd name="connsiteX4" fmla="*/ 390626 w 400437"/>
                    <a:gd name="connsiteY4" fmla="*/ 216467 h 300574"/>
                    <a:gd name="connsiteX5" fmla="*/ 62331 w 400437"/>
                    <a:gd name="connsiteY5" fmla="*/ 3742 h 300574"/>
                    <a:gd name="connsiteX6" fmla="*/ 31851 w 400437"/>
                    <a:gd name="connsiteY6" fmla="*/ 10092 h 300574"/>
                    <a:gd name="connsiteX7" fmla="*/ 3276 w 400437"/>
                    <a:gd name="connsiteY7" fmla="*/ 53272 h 300574"/>
                    <a:gd name="connsiteX8" fmla="*/ 10261 w 400437"/>
                    <a:gd name="connsiteY8" fmla="*/ 83752 h 300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437" h="300574">
                      <a:moveTo>
                        <a:pt x="10261" y="83752"/>
                      </a:moveTo>
                      <a:lnTo>
                        <a:pt x="337921" y="297112"/>
                      </a:lnTo>
                      <a:cubicBezTo>
                        <a:pt x="348081" y="303462"/>
                        <a:pt x="362051" y="300922"/>
                        <a:pt x="368401" y="290762"/>
                      </a:cubicBezTo>
                      <a:lnTo>
                        <a:pt x="396976" y="246947"/>
                      </a:lnTo>
                      <a:cubicBezTo>
                        <a:pt x="403326" y="236787"/>
                        <a:pt x="400786" y="222817"/>
                        <a:pt x="390626" y="216467"/>
                      </a:cubicBezTo>
                      <a:lnTo>
                        <a:pt x="62331" y="3742"/>
                      </a:lnTo>
                      <a:cubicBezTo>
                        <a:pt x="52171" y="-3243"/>
                        <a:pt x="38201" y="-68"/>
                        <a:pt x="31851" y="10092"/>
                      </a:cubicBezTo>
                      <a:lnTo>
                        <a:pt x="3276" y="53272"/>
                      </a:lnTo>
                      <a:cubicBezTo>
                        <a:pt x="-3074" y="63432"/>
                        <a:pt x="101" y="77402"/>
                        <a:pt x="10261" y="83752"/>
                      </a:cubicBezTo>
                      <a:close/>
                    </a:path>
                  </a:pathLst>
                </a:custGeom>
                <a:solidFill>
                  <a:srgbClr val="85847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5" name="Freeform: Shape 224">
                  <a:extLst>
                    <a:ext uri="{FF2B5EF4-FFF2-40B4-BE49-F238E27FC236}">
                      <a16:creationId xmlns:a16="http://schemas.microsoft.com/office/drawing/2014/main" id="{43BFFD8C-EE99-ECBD-5208-47631373512E}"/>
                    </a:ext>
                  </a:extLst>
                </p:cNvPr>
                <p:cNvSpPr/>
                <p:nvPr/>
              </p:nvSpPr>
              <p:spPr>
                <a:xfrm>
                  <a:off x="2637691" y="2731135"/>
                  <a:ext cx="179705" cy="190500"/>
                </a:xfrm>
                <a:custGeom>
                  <a:avLst/>
                  <a:gdLst>
                    <a:gd name="connsiteX0" fmla="*/ 156210 w 179705"/>
                    <a:gd name="connsiteY0" fmla="*/ 109855 h 190500"/>
                    <a:gd name="connsiteX1" fmla="*/ 136525 w 179705"/>
                    <a:gd name="connsiteY1" fmla="*/ 140335 h 190500"/>
                    <a:gd name="connsiteX2" fmla="*/ 84455 w 179705"/>
                    <a:gd name="connsiteY2" fmla="*/ 190500 h 190500"/>
                    <a:gd name="connsiteX3" fmla="*/ 0 w 179705"/>
                    <a:gd name="connsiteY3" fmla="*/ 92710 h 190500"/>
                    <a:gd name="connsiteX4" fmla="*/ 36195 w 179705"/>
                    <a:gd name="connsiteY4" fmla="*/ 74930 h 190500"/>
                    <a:gd name="connsiteX5" fmla="*/ 55880 w 179705"/>
                    <a:gd name="connsiteY5" fmla="*/ 45085 h 190500"/>
                    <a:gd name="connsiteX6" fmla="*/ 54610 w 179705"/>
                    <a:gd name="connsiteY6" fmla="*/ 0 h 190500"/>
                    <a:gd name="connsiteX7" fmla="*/ 179705 w 179705"/>
                    <a:gd name="connsiteY7" fmla="*/ 46990 h 190500"/>
                    <a:gd name="connsiteX8" fmla="*/ 156210 w 179705"/>
                    <a:gd name="connsiteY8" fmla="*/ 109855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9705" h="190500">
                      <a:moveTo>
                        <a:pt x="156210" y="109855"/>
                      </a:moveTo>
                      <a:lnTo>
                        <a:pt x="136525" y="140335"/>
                      </a:lnTo>
                      <a:cubicBezTo>
                        <a:pt x="122555" y="161290"/>
                        <a:pt x="104775" y="178435"/>
                        <a:pt x="84455" y="190500"/>
                      </a:cubicBezTo>
                      <a:lnTo>
                        <a:pt x="0" y="92710"/>
                      </a:lnTo>
                      <a:cubicBezTo>
                        <a:pt x="13970" y="93980"/>
                        <a:pt x="27940" y="87630"/>
                        <a:pt x="36195" y="74930"/>
                      </a:cubicBezTo>
                      <a:lnTo>
                        <a:pt x="55880" y="45085"/>
                      </a:lnTo>
                      <a:cubicBezTo>
                        <a:pt x="64770" y="30480"/>
                        <a:pt x="64135" y="12700"/>
                        <a:pt x="54610" y="0"/>
                      </a:cubicBezTo>
                      <a:lnTo>
                        <a:pt x="179705" y="46990"/>
                      </a:lnTo>
                      <a:cubicBezTo>
                        <a:pt x="176530" y="69215"/>
                        <a:pt x="168910" y="90170"/>
                        <a:pt x="156210" y="109855"/>
                      </a:cubicBezTo>
                      <a:close/>
                    </a:path>
                  </a:pathLst>
                </a:custGeom>
                <a:solidFill>
                  <a:srgbClr val="0D5BD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6" name="Freeform: Shape 225">
                  <a:extLst>
                    <a:ext uri="{FF2B5EF4-FFF2-40B4-BE49-F238E27FC236}">
                      <a16:creationId xmlns:a16="http://schemas.microsoft.com/office/drawing/2014/main" id="{8B81EE66-DDC1-EC16-0976-0F96A1F02FF4}"/>
                    </a:ext>
                  </a:extLst>
                </p:cNvPr>
                <p:cNvSpPr/>
                <p:nvPr/>
              </p:nvSpPr>
              <p:spPr>
                <a:xfrm>
                  <a:off x="2622519" y="2731034"/>
                  <a:ext cx="400269" cy="300742"/>
                </a:xfrm>
                <a:custGeom>
                  <a:avLst/>
                  <a:gdLst>
                    <a:gd name="connsiteX0" fmla="*/ 337752 w 400269"/>
                    <a:gd name="connsiteY0" fmla="*/ 297281 h 300742"/>
                    <a:gd name="connsiteX1" fmla="*/ 10092 w 400269"/>
                    <a:gd name="connsiteY1" fmla="*/ 83921 h 300742"/>
                    <a:gd name="connsiteX2" fmla="*/ 3742 w 400269"/>
                    <a:gd name="connsiteY2" fmla="*/ 53441 h 300742"/>
                    <a:gd name="connsiteX3" fmla="*/ 31682 w 400269"/>
                    <a:gd name="connsiteY3" fmla="*/ 10261 h 300742"/>
                    <a:gd name="connsiteX4" fmla="*/ 62162 w 400269"/>
                    <a:gd name="connsiteY4" fmla="*/ 3276 h 300742"/>
                    <a:gd name="connsiteX5" fmla="*/ 390457 w 400269"/>
                    <a:gd name="connsiteY5" fmla="*/ 216636 h 300742"/>
                    <a:gd name="connsiteX6" fmla="*/ 396807 w 400269"/>
                    <a:gd name="connsiteY6" fmla="*/ 247116 h 300742"/>
                    <a:gd name="connsiteX7" fmla="*/ 368232 w 400269"/>
                    <a:gd name="connsiteY7" fmla="*/ 290931 h 300742"/>
                    <a:gd name="connsiteX8" fmla="*/ 337752 w 400269"/>
                    <a:gd name="connsiteY8" fmla="*/ 297281 h 3007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269" h="300742">
                      <a:moveTo>
                        <a:pt x="337752" y="297281"/>
                      </a:moveTo>
                      <a:lnTo>
                        <a:pt x="10092" y="83921"/>
                      </a:lnTo>
                      <a:cubicBezTo>
                        <a:pt x="-68" y="77571"/>
                        <a:pt x="-3243" y="63601"/>
                        <a:pt x="3742" y="53441"/>
                      </a:cubicBezTo>
                      <a:lnTo>
                        <a:pt x="31682" y="10261"/>
                      </a:lnTo>
                      <a:cubicBezTo>
                        <a:pt x="38667" y="101"/>
                        <a:pt x="52002" y="-3074"/>
                        <a:pt x="62162" y="3276"/>
                      </a:cubicBezTo>
                      <a:lnTo>
                        <a:pt x="390457" y="216636"/>
                      </a:lnTo>
                      <a:cubicBezTo>
                        <a:pt x="400617" y="222986"/>
                        <a:pt x="403157" y="236956"/>
                        <a:pt x="396807" y="247116"/>
                      </a:cubicBezTo>
                      <a:lnTo>
                        <a:pt x="368232" y="290931"/>
                      </a:lnTo>
                      <a:cubicBezTo>
                        <a:pt x="361882" y="301091"/>
                        <a:pt x="347912" y="303631"/>
                        <a:pt x="337752" y="297281"/>
                      </a:cubicBezTo>
                      <a:close/>
                    </a:path>
                  </a:pathLst>
                </a:custGeom>
                <a:solidFill>
                  <a:srgbClr val="0541A1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7" name="Freeform: Shape 226">
                  <a:extLst>
                    <a:ext uri="{FF2B5EF4-FFF2-40B4-BE49-F238E27FC236}">
                      <a16:creationId xmlns:a16="http://schemas.microsoft.com/office/drawing/2014/main" id="{4348444C-CACA-D8C3-77E4-A09AFB89BD2D}"/>
                    </a:ext>
                  </a:extLst>
                </p:cNvPr>
                <p:cNvSpPr/>
                <p:nvPr/>
              </p:nvSpPr>
              <p:spPr>
                <a:xfrm>
                  <a:off x="3141146" y="3067752"/>
                  <a:ext cx="400437" cy="300854"/>
                </a:xfrm>
                <a:custGeom>
                  <a:avLst/>
                  <a:gdLst>
                    <a:gd name="connsiteX0" fmla="*/ 10261 w 400437"/>
                    <a:gd name="connsiteY0" fmla="*/ 84387 h 300854"/>
                    <a:gd name="connsiteX1" fmla="*/ 337921 w 400437"/>
                    <a:gd name="connsiteY1" fmla="*/ 297112 h 300854"/>
                    <a:gd name="connsiteX2" fmla="*/ 368401 w 400437"/>
                    <a:gd name="connsiteY2" fmla="*/ 290762 h 300854"/>
                    <a:gd name="connsiteX3" fmla="*/ 396976 w 400437"/>
                    <a:gd name="connsiteY3" fmla="*/ 246947 h 300854"/>
                    <a:gd name="connsiteX4" fmla="*/ 390626 w 400437"/>
                    <a:gd name="connsiteY4" fmla="*/ 216467 h 300854"/>
                    <a:gd name="connsiteX5" fmla="*/ 62331 w 400437"/>
                    <a:gd name="connsiteY5" fmla="*/ 3742 h 300854"/>
                    <a:gd name="connsiteX6" fmla="*/ 31851 w 400437"/>
                    <a:gd name="connsiteY6" fmla="*/ 10092 h 300854"/>
                    <a:gd name="connsiteX7" fmla="*/ 3276 w 400437"/>
                    <a:gd name="connsiteY7" fmla="*/ 53907 h 300854"/>
                    <a:gd name="connsiteX8" fmla="*/ 10261 w 400437"/>
                    <a:gd name="connsiteY8" fmla="*/ 84387 h 3008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437" h="300854">
                      <a:moveTo>
                        <a:pt x="10261" y="84387"/>
                      </a:moveTo>
                      <a:lnTo>
                        <a:pt x="337921" y="297112"/>
                      </a:lnTo>
                      <a:cubicBezTo>
                        <a:pt x="348081" y="304097"/>
                        <a:pt x="362051" y="300922"/>
                        <a:pt x="368401" y="290762"/>
                      </a:cubicBezTo>
                      <a:lnTo>
                        <a:pt x="396976" y="246947"/>
                      </a:lnTo>
                      <a:cubicBezTo>
                        <a:pt x="403326" y="236787"/>
                        <a:pt x="400786" y="223452"/>
                        <a:pt x="390626" y="216467"/>
                      </a:cubicBezTo>
                      <a:lnTo>
                        <a:pt x="62331" y="3742"/>
                      </a:lnTo>
                      <a:cubicBezTo>
                        <a:pt x="52171" y="-3243"/>
                        <a:pt x="38201" y="-68"/>
                        <a:pt x="31851" y="10092"/>
                      </a:cubicBezTo>
                      <a:lnTo>
                        <a:pt x="3276" y="53907"/>
                      </a:lnTo>
                      <a:cubicBezTo>
                        <a:pt x="-3074" y="64067"/>
                        <a:pt x="101" y="77402"/>
                        <a:pt x="10261" y="84387"/>
                      </a:cubicBezTo>
                      <a:close/>
                    </a:path>
                  </a:pathLst>
                </a:custGeom>
                <a:solidFill>
                  <a:srgbClr val="0541A1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8" name="Freeform: Shape 227">
                  <a:extLst>
                    <a:ext uri="{FF2B5EF4-FFF2-40B4-BE49-F238E27FC236}">
                      <a16:creationId xmlns:a16="http://schemas.microsoft.com/office/drawing/2014/main" id="{E8DDFB20-B049-8F3D-3852-8DB4D079A3FF}"/>
                    </a:ext>
                  </a:extLst>
                </p:cNvPr>
                <p:cNvSpPr/>
                <p:nvPr/>
              </p:nvSpPr>
              <p:spPr>
                <a:xfrm>
                  <a:off x="1331630" y="1848400"/>
                  <a:ext cx="481309" cy="441522"/>
                </a:xfrm>
                <a:custGeom>
                  <a:avLst/>
                  <a:gdLst>
                    <a:gd name="connsiteX0" fmla="*/ 92576 w 481309"/>
                    <a:gd name="connsiteY0" fmla="*/ 25484 h 441522"/>
                    <a:gd name="connsiteX1" fmla="*/ 265296 w 481309"/>
                    <a:gd name="connsiteY1" fmla="*/ 25484 h 441522"/>
                    <a:gd name="connsiteX2" fmla="*/ 408806 w 481309"/>
                    <a:gd name="connsiteY2" fmla="*/ 118829 h 441522"/>
                    <a:gd name="connsiteX3" fmla="*/ 455796 w 481309"/>
                    <a:gd name="connsiteY3" fmla="*/ 339174 h 441522"/>
                    <a:gd name="connsiteX4" fmla="*/ 436111 w 481309"/>
                    <a:gd name="connsiteY4" fmla="*/ 369019 h 441522"/>
                    <a:gd name="connsiteX5" fmla="*/ 215766 w 481309"/>
                    <a:gd name="connsiteY5" fmla="*/ 416009 h 441522"/>
                    <a:gd name="connsiteX6" fmla="*/ 72256 w 481309"/>
                    <a:gd name="connsiteY6" fmla="*/ 323299 h 441522"/>
                    <a:gd name="connsiteX7" fmla="*/ 1136 w 481309"/>
                    <a:gd name="connsiteY7" fmla="*/ 170264 h 441522"/>
                    <a:gd name="connsiteX8" fmla="*/ 25266 w 481309"/>
                    <a:gd name="connsiteY8" fmla="*/ 102954 h 441522"/>
                    <a:gd name="connsiteX9" fmla="*/ 44951 w 481309"/>
                    <a:gd name="connsiteY9" fmla="*/ 72474 h 441522"/>
                    <a:gd name="connsiteX10" fmla="*/ 92576 w 481309"/>
                    <a:gd name="connsiteY10" fmla="*/ 25484 h 441522"/>
                    <a:gd name="connsiteX11" fmla="*/ 137661 w 481309"/>
                    <a:gd name="connsiteY11" fmla="*/ 222969 h 441522"/>
                    <a:gd name="connsiteX12" fmla="*/ 280536 w 481309"/>
                    <a:gd name="connsiteY12" fmla="*/ 315679 h 441522"/>
                    <a:gd name="connsiteX13" fmla="*/ 335781 w 481309"/>
                    <a:gd name="connsiteY13" fmla="*/ 304249 h 441522"/>
                    <a:gd name="connsiteX14" fmla="*/ 355466 w 481309"/>
                    <a:gd name="connsiteY14" fmla="*/ 273769 h 441522"/>
                    <a:gd name="connsiteX15" fmla="*/ 343401 w 481309"/>
                    <a:gd name="connsiteY15" fmla="*/ 219159 h 441522"/>
                    <a:gd name="connsiteX16" fmla="*/ 200526 w 481309"/>
                    <a:gd name="connsiteY16" fmla="*/ 125814 h 441522"/>
                    <a:gd name="connsiteX17" fmla="*/ 187191 w 481309"/>
                    <a:gd name="connsiteY17" fmla="*/ 120734 h 441522"/>
                    <a:gd name="connsiteX18" fmla="*/ 145281 w 481309"/>
                    <a:gd name="connsiteY18" fmla="*/ 137879 h 441522"/>
                    <a:gd name="connsiteX19" fmla="*/ 126231 w 481309"/>
                    <a:gd name="connsiteY19" fmla="*/ 167724 h 441522"/>
                    <a:gd name="connsiteX20" fmla="*/ 124326 w 481309"/>
                    <a:gd name="connsiteY20" fmla="*/ 207729 h 441522"/>
                    <a:gd name="connsiteX21" fmla="*/ 137661 w 481309"/>
                    <a:gd name="connsiteY21" fmla="*/ 222969 h 4415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481309" h="441522">
                      <a:moveTo>
                        <a:pt x="92576" y="25484"/>
                      </a:moveTo>
                      <a:cubicBezTo>
                        <a:pt x="144011" y="-7536"/>
                        <a:pt x="211321" y="-9441"/>
                        <a:pt x="265296" y="25484"/>
                      </a:cubicBezTo>
                      <a:lnTo>
                        <a:pt x="408806" y="118829"/>
                      </a:lnTo>
                      <a:cubicBezTo>
                        <a:pt x="482466" y="166454"/>
                        <a:pt x="503421" y="265514"/>
                        <a:pt x="455796" y="339174"/>
                      </a:cubicBezTo>
                      <a:lnTo>
                        <a:pt x="436111" y="369019"/>
                      </a:lnTo>
                      <a:cubicBezTo>
                        <a:pt x="387851" y="442679"/>
                        <a:pt x="289426" y="463634"/>
                        <a:pt x="215766" y="416009"/>
                      </a:cubicBezTo>
                      <a:lnTo>
                        <a:pt x="72256" y="323299"/>
                      </a:lnTo>
                      <a:cubicBezTo>
                        <a:pt x="19551" y="289009"/>
                        <a:pt x="-5849" y="228684"/>
                        <a:pt x="1136" y="170264"/>
                      </a:cubicBezTo>
                      <a:cubicBezTo>
                        <a:pt x="3676" y="146769"/>
                        <a:pt x="11931" y="123909"/>
                        <a:pt x="25266" y="102954"/>
                      </a:cubicBezTo>
                      <a:lnTo>
                        <a:pt x="44951" y="72474"/>
                      </a:lnTo>
                      <a:cubicBezTo>
                        <a:pt x="57651" y="52789"/>
                        <a:pt x="74161" y="36914"/>
                        <a:pt x="92576" y="25484"/>
                      </a:cubicBezTo>
                      <a:close/>
                      <a:moveTo>
                        <a:pt x="137661" y="222969"/>
                      </a:moveTo>
                      <a:lnTo>
                        <a:pt x="280536" y="315679"/>
                      </a:lnTo>
                      <a:cubicBezTo>
                        <a:pt x="298951" y="327744"/>
                        <a:pt x="323716" y="322664"/>
                        <a:pt x="335781" y="304249"/>
                      </a:cubicBezTo>
                      <a:lnTo>
                        <a:pt x="355466" y="273769"/>
                      </a:lnTo>
                      <a:cubicBezTo>
                        <a:pt x="366896" y="255354"/>
                        <a:pt x="361816" y="231224"/>
                        <a:pt x="343401" y="219159"/>
                      </a:cubicBezTo>
                      <a:lnTo>
                        <a:pt x="200526" y="125814"/>
                      </a:lnTo>
                      <a:cubicBezTo>
                        <a:pt x="196291" y="123274"/>
                        <a:pt x="191846" y="121579"/>
                        <a:pt x="187191" y="120734"/>
                      </a:cubicBezTo>
                      <a:cubicBezTo>
                        <a:pt x="171316" y="116924"/>
                        <a:pt x="154806" y="123909"/>
                        <a:pt x="145281" y="137879"/>
                      </a:cubicBezTo>
                      <a:lnTo>
                        <a:pt x="126231" y="167724"/>
                      </a:lnTo>
                      <a:cubicBezTo>
                        <a:pt x="117976" y="180424"/>
                        <a:pt x="117341" y="195664"/>
                        <a:pt x="124326" y="207729"/>
                      </a:cubicBezTo>
                      <a:cubicBezTo>
                        <a:pt x="126866" y="214079"/>
                        <a:pt x="131946" y="219159"/>
                        <a:pt x="137661" y="222969"/>
                      </a:cubicBezTo>
                      <a:close/>
                    </a:path>
                  </a:pathLst>
                </a:custGeom>
                <a:solidFill>
                  <a:srgbClr val="82ACF8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9" name="Freeform: Shape 228">
                  <a:extLst>
                    <a:ext uri="{FF2B5EF4-FFF2-40B4-BE49-F238E27FC236}">
                      <a16:creationId xmlns:a16="http://schemas.microsoft.com/office/drawing/2014/main" id="{64C52B21-9CF8-8473-75C4-0D91730AC95B}"/>
                    </a:ext>
                  </a:extLst>
                </p:cNvPr>
                <p:cNvSpPr/>
                <p:nvPr/>
              </p:nvSpPr>
              <p:spPr>
                <a:xfrm>
                  <a:off x="1332766" y="1873885"/>
                  <a:ext cx="186055" cy="182244"/>
                </a:xfrm>
                <a:custGeom>
                  <a:avLst/>
                  <a:gdLst>
                    <a:gd name="connsiteX0" fmla="*/ 43815 w 186055"/>
                    <a:gd name="connsiteY0" fmla="*/ 46990 h 182244"/>
                    <a:gd name="connsiteX1" fmla="*/ 24130 w 186055"/>
                    <a:gd name="connsiteY1" fmla="*/ 77470 h 182244"/>
                    <a:gd name="connsiteX2" fmla="*/ 0 w 186055"/>
                    <a:gd name="connsiteY2" fmla="*/ 144780 h 182244"/>
                    <a:gd name="connsiteX3" fmla="*/ 123190 w 186055"/>
                    <a:gd name="connsiteY3" fmla="*/ 182245 h 182244"/>
                    <a:gd name="connsiteX4" fmla="*/ 125095 w 186055"/>
                    <a:gd name="connsiteY4" fmla="*/ 142240 h 182244"/>
                    <a:gd name="connsiteX5" fmla="*/ 144145 w 186055"/>
                    <a:gd name="connsiteY5" fmla="*/ 112395 h 182244"/>
                    <a:gd name="connsiteX6" fmla="*/ 186055 w 186055"/>
                    <a:gd name="connsiteY6" fmla="*/ 95250 h 182244"/>
                    <a:gd name="connsiteX7" fmla="*/ 91440 w 186055"/>
                    <a:gd name="connsiteY7" fmla="*/ 0 h 182244"/>
                    <a:gd name="connsiteX8" fmla="*/ 43815 w 186055"/>
                    <a:gd name="connsiteY8" fmla="*/ 46990 h 1822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6055" h="182244">
                      <a:moveTo>
                        <a:pt x="43815" y="46990"/>
                      </a:moveTo>
                      <a:lnTo>
                        <a:pt x="24130" y="77470"/>
                      </a:lnTo>
                      <a:cubicBezTo>
                        <a:pt x="10795" y="98425"/>
                        <a:pt x="2540" y="121285"/>
                        <a:pt x="0" y="144780"/>
                      </a:cubicBezTo>
                      <a:lnTo>
                        <a:pt x="123190" y="182245"/>
                      </a:lnTo>
                      <a:cubicBezTo>
                        <a:pt x="116205" y="170180"/>
                        <a:pt x="116840" y="154940"/>
                        <a:pt x="125095" y="142240"/>
                      </a:cubicBezTo>
                      <a:lnTo>
                        <a:pt x="144145" y="112395"/>
                      </a:lnTo>
                      <a:cubicBezTo>
                        <a:pt x="153670" y="98425"/>
                        <a:pt x="170180" y="91440"/>
                        <a:pt x="186055" y="95250"/>
                      </a:cubicBezTo>
                      <a:lnTo>
                        <a:pt x="91440" y="0"/>
                      </a:lnTo>
                      <a:cubicBezTo>
                        <a:pt x="73025" y="11430"/>
                        <a:pt x="56515" y="27305"/>
                        <a:pt x="43815" y="46990"/>
                      </a:cubicBezTo>
                      <a:close/>
                    </a:path>
                  </a:pathLst>
                </a:custGeom>
                <a:solidFill>
                  <a:srgbClr val="B2B0A1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0" name="Freeform: Shape 229">
                  <a:extLst>
                    <a:ext uri="{FF2B5EF4-FFF2-40B4-BE49-F238E27FC236}">
                      <a16:creationId xmlns:a16="http://schemas.microsoft.com/office/drawing/2014/main" id="{E5062016-868D-AEE4-2B0C-6F16D46FE3C7}"/>
                    </a:ext>
                  </a:extLst>
                </p:cNvPr>
                <p:cNvSpPr/>
                <p:nvPr/>
              </p:nvSpPr>
              <p:spPr>
                <a:xfrm>
                  <a:off x="1834571" y="2175349"/>
                  <a:ext cx="481288" cy="441598"/>
                </a:xfrm>
                <a:custGeom>
                  <a:avLst/>
                  <a:gdLst>
                    <a:gd name="connsiteX0" fmla="*/ 93191 w 481288"/>
                    <a:gd name="connsiteY0" fmla="*/ 24926 h 441598"/>
                    <a:gd name="connsiteX1" fmla="*/ 265911 w 481288"/>
                    <a:gd name="connsiteY1" fmla="*/ 25561 h 441598"/>
                    <a:gd name="connsiteX2" fmla="*/ 408786 w 481288"/>
                    <a:gd name="connsiteY2" fmla="*/ 118271 h 441598"/>
                    <a:gd name="connsiteX3" fmla="*/ 455776 w 481288"/>
                    <a:gd name="connsiteY3" fmla="*/ 339251 h 441598"/>
                    <a:gd name="connsiteX4" fmla="*/ 436091 w 481288"/>
                    <a:gd name="connsiteY4" fmla="*/ 369096 h 441598"/>
                    <a:gd name="connsiteX5" fmla="*/ 215746 w 481288"/>
                    <a:gd name="connsiteY5" fmla="*/ 416086 h 441598"/>
                    <a:gd name="connsiteX6" fmla="*/ 72871 w 481288"/>
                    <a:gd name="connsiteY6" fmla="*/ 322741 h 441598"/>
                    <a:gd name="connsiteX7" fmla="*/ 1116 w 481288"/>
                    <a:gd name="connsiteY7" fmla="*/ 170341 h 441598"/>
                    <a:gd name="connsiteX8" fmla="*/ 25881 w 481288"/>
                    <a:gd name="connsiteY8" fmla="*/ 102396 h 441598"/>
                    <a:gd name="connsiteX9" fmla="*/ 45566 w 481288"/>
                    <a:gd name="connsiteY9" fmla="*/ 72551 h 441598"/>
                    <a:gd name="connsiteX10" fmla="*/ 93191 w 481288"/>
                    <a:gd name="connsiteY10" fmla="*/ 24926 h 441598"/>
                    <a:gd name="connsiteX11" fmla="*/ 137641 w 481288"/>
                    <a:gd name="connsiteY11" fmla="*/ 222411 h 441598"/>
                    <a:gd name="connsiteX12" fmla="*/ 281151 w 481288"/>
                    <a:gd name="connsiteY12" fmla="*/ 315756 h 441598"/>
                    <a:gd name="connsiteX13" fmla="*/ 335761 w 481288"/>
                    <a:gd name="connsiteY13" fmla="*/ 303691 h 441598"/>
                    <a:gd name="connsiteX14" fmla="*/ 355446 w 481288"/>
                    <a:gd name="connsiteY14" fmla="*/ 273846 h 441598"/>
                    <a:gd name="connsiteX15" fmla="*/ 344016 w 481288"/>
                    <a:gd name="connsiteY15" fmla="*/ 218601 h 441598"/>
                    <a:gd name="connsiteX16" fmla="*/ 200506 w 481288"/>
                    <a:gd name="connsiteY16" fmla="*/ 125891 h 441598"/>
                    <a:gd name="connsiteX17" fmla="*/ 187171 w 481288"/>
                    <a:gd name="connsiteY17" fmla="*/ 120176 h 441598"/>
                    <a:gd name="connsiteX18" fmla="*/ 145896 w 481288"/>
                    <a:gd name="connsiteY18" fmla="*/ 137321 h 441598"/>
                    <a:gd name="connsiteX19" fmla="*/ 126211 w 481288"/>
                    <a:gd name="connsiteY19" fmla="*/ 167801 h 441598"/>
                    <a:gd name="connsiteX20" fmla="*/ 124306 w 481288"/>
                    <a:gd name="connsiteY20" fmla="*/ 207806 h 441598"/>
                    <a:gd name="connsiteX21" fmla="*/ 137641 w 481288"/>
                    <a:gd name="connsiteY21" fmla="*/ 222411 h 4415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481288" h="441598">
                      <a:moveTo>
                        <a:pt x="93191" y="24926"/>
                      </a:moveTo>
                      <a:cubicBezTo>
                        <a:pt x="143991" y="-7459"/>
                        <a:pt x="211936" y="-9364"/>
                        <a:pt x="265911" y="25561"/>
                      </a:cubicBezTo>
                      <a:lnTo>
                        <a:pt x="408786" y="118271"/>
                      </a:lnTo>
                      <a:cubicBezTo>
                        <a:pt x="482446" y="166531"/>
                        <a:pt x="503401" y="265591"/>
                        <a:pt x="455776" y="339251"/>
                      </a:cubicBezTo>
                      <a:lnTo>
                        <a:pt x="436091" y="369096"/>
                      </a:lnTo>
                      <a:cubicBezTo>
                        <a:pt x="388466" y="442756"/>
                        <a:pt x="289406" y="463711"/>
                        <a:pt x="215746" y="416086"/>
                      </a:cubicBezTo>
                      <a:lnTo>
                        <a:pt x="72871" y="322741"/>
                      </a:lnTo>
                      <a:cubicBezTo>
                        <a:pt x="20166" y="289086"/>
                        <a:pt x="-5869" y="228761"/>
                        <a:pt x="1116" y="170341"/>
                      </a:cubicBezTo>
                      <a:cubicBezTo>
                        <a:pt x="4291" y="146846"/>
                        <a:pt x="11911" y="123986"/>
                        <a:pt x="25881" y="102396"/>
                      </a:cubicBezTo>
                      <a:lnTo>
                        <a:pt x="45566" y="72551"/>
                      </a:lnTo>
                      <a:cubicBezTo>
                        <a:pt x="58266" y="52866"/>
                        <a:pt x="74776" y="36991"/>
                        <a:pt x="93191" y="24926"/>
                      </a:cubicBezTo>
                      <a:close/>
                      <a:moveTo>
                        <a:pt x="137641" y="222411"/>
                      </a:moveTo>
                      <a:lnTo>
                        <a:pt x="281151" y="315756"/>
                      </a:lnTo>
                      <a:cubicBezTo>
                        <a:pt x="299566" y="327821"/>
                        <a:pt x="323696" y="322106"/>
                        <a:pt x="335761" y="303691"/>
                      </a:cubicBezTo>
                      <a:lnTo>
                        <a:pt x="355446" y="273846"/>
                      </a:lnTo>
                      <a:cubicBezTo>
                        <a:pt x="367511" y="255431"/>
                        <a:pt x="362431" y="230666"/>
                        <a:pt x="344016" y="218601"/>
                      </a:cubicBezTo>
                      <a:lnTo>
                        <a:pt x="200506" y="125891"/>
                      </a:lnTo>
                      <a:cubicBezTo>
                        <a:pt x="196270" y="123351"/>
                        <a:pt x="191825" y="121446"/>
                        <a:pt x="187171" y="120176"/>
                      </a:cubicBezTo>
                      <a:cubicBezTo>
                        <a:pt x="171931" y="117001"/>
                        <a:pt x="154786" y="123351"/>
                        <a:pt x="145896" y="137321"/>
                      </a:cubicBezTo>
                      <a:lnTo>
                        <a:pt x="126211" y="167801"/>
                      </a:lnTo>
                      <a:cubicBezTo>
                        <a:pt x="117956" y="179866"/>
                        <a:pt x="117956" y="195741"/>
                        <a:pt x="124306" y="207806"/>
                      </a:cubicBezTo>
                      <a:cubicBezTo>
                        <a:pt x="127481" y="213521"/>
                        <a:pt x="131926" y="218601"/>
                        <a:pt x="137641" y="222411"/>
                      </a:cubicBezTo>
                      <a:close/>
                    </a:path>
                  </a:pathLst>
                </a:custGeom>
                <a:solidFill>
                  <a:srgbClr val="82ACF8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1" name="Freeform: Shape 230">
                  <a:extLst>
                    <a:ext uri="{FF2B5EF4-FFF2-40B4-BE49-F238E27FC236}">
                      <a16:creationId xmlns:a16="http://schemas.microsoft.com/office/drawing/2014/main" id="{10FEDC79-B3AF-68A2-812D-7A9B303B1751}"/>
                    </a:ext>
                  </a:extLst>
                </p:cNvPr>
                <p:cNvSpPr/>
                <p:nvPr/>
              </p:nvSpPr>
              <p:spPr>
                <a:xfrm>
                  <a:off x="1835687" y="2200275"/>
                  <a:ext cx="186054" cy="182879"/>
                </a:xfrm>
                <a:custGeom>
                  <a:avLst/>
                  <a:gdLst>
                    <a:gd name="connsiteX0" fmla="*/ 44450 w 186054"/>
                    <a:gd name="connsiteY0" fmla="*/ 47625 h 182879"/>
                    <a:gd name="connsiteX1" fmla="*/ 24765 w 186054"/>
                    <a:gd name="connsiteY1" fmla="*/ 77470 h 182879"/>
                    <a:gd name="connsiteX2" fmla="*/ 0 w 186054"/>
                    <a:gd name="connsiteY2" fmla="*/ 145415 h 182879"/>
                    <a:gd name="connsiteX3" fmla="*/ 123190 w 186054"/>
                    <a:gd name="connsiteY3" fmla="*/ 182880 h 182879"/>
                    <a:gd name="connsiteX4" fmla="*/ 125095 w 186054"/>
                    <a:gd name="connsiteY4" fmla="*/ 142875 h 182879"/>
                    <a:gd name="connsiteX5" fmla="*/ 144780 w 186054"/>
                    <a:gd name="connsiteY5" fmla="*/ 112395 h 182879"/>
                    <a:gd name="connsiteX6" fmla="*/ 186055 w 186054"/>
                    <a:gd name="connsiteY6" fmla="*/ 95250 h 182879"/>
                    <a:gd name="connsiteX7" fmla="*/ 92075 w 186054"/>
                    <a:gd name="connsiteY7" fmla="*/ 0 h 182879"/>
                    <a:gd name="connsiteX8" fmla="*/ 44450 w 186054"/>
                    <a:gd name="connsiteY8" fmla="*/ 47625 h 1828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6054" h="182879">
                      <a:moveTo>
                        <a:pt x="44450" y="47625"/>
                      </a:moveTo>
                      <a:lnTo>
                        <a:pt x="24765" y="77470"/>
                      </a:lnTo>
                      <a:cubicBezTo>
                        <a:pt x="10795" y="99060"/>
                        <a:pt x="3175" y="121920"/>
                        <a:pt x="0" y="145415"/>
                      </a:cubicBezTo>
                      <a:lnTo>
                        <a:pt x="123190" y="182880"/>
                      </a:lnTo>
                      <a:cubicBezTo>
                        <a:pt x="116840" y="170815"/>
                        <a:pt x="116840" y="154940"/>
                        <a:pt x="125095" y="142875"/>
                      </a:cubicBezTo>
                      <a:lnTo>
                        <a:pt x="144780" y="112395"/>
                      </a:lnTo>
                      <a:cubicBezTo>
                        <a:pt x="153670" y="98425"/>
                        <a:pt x="170815" y="92075"/>
                        <a:pt x="186055" y="95250"/>
                      </a:cubicBezTo>
                      <a:lnTo>
                        <a:pt x="92075" y="0"/>
                      </a:lnTo>
                      <a:cubicBezTo>
                        <a:pt x="73660" y="12065"/>
                        <a:pt x="57150" y="27940"/>
                        <a:pt x="44450" y="47625"/>
                      </a:cubicBezTo>
                      <a:close/>
                    </a:path>
                  </a:pathLst>
                </a:custGeom>
                <a:solidFill>
                  <a:srgbClr val="0D5BD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2" name="Freeform: Shape 231">
                  <a:extLst>
                    <a:ext uri="{FF2B5EF4-FFF2-40B4-BE49-F238E27FC236}">
                      <a16:creationId xmlns:a16="http://schemas.microsoft.com/office/drawing/2014/main" id="{A0C6D1B0-3984-A4DA-0828-DF6A7B6DDD4E}"/>
                    </a:ext>
                  </a:extLst>
                </p:cNvPr>
                <p:cNvSpPr/>
                <p:nvPr/>
              </p:nvSpPr>
              <p:spPr>
                <a:xfrm>
                  <a:off x="2134772" y="2404110"/>
                  <a:ext cx="179704" cy="190500"/>
                </a:xfrm>
                <a:custGeom>
                  <a:avLst/>
                  <a:gdLst>
                    <a:gd name="connsiteX0" fmla="*/ 155575 w 179704"/>
                    <a:gd name="connsiteY0" fmla="*/ 109855 h 190500"/>
                    <a:gd name="connsiteX1" fmla="*/ 135890 w 179704"/>
                    <a:gd name="connsiteY1" fmla="*/ 140335 h 190500"/>
                    <a:gd name="connsiteX2" fmla="*/ 83820 w 179704"/>
                    <a:gd name="connsiteY2" fmla="*/ 190500 h 190500"/>
                    <a:gd name="connsiteX3" fmla="*/ 0 w 179704"/>
                    <a:gd name="connsiteY3" fmla="*/ 93345 h 190500"/>
                    <a:gd name="connsiteX4" fmla="*/ 35560 w 179704"/>
                    <a:gd name="connsiteY4" fmla="*/ 74930 h 190500"/>
                    <a:gd name="connsiteX5" fmla="*/ 55245 w 179704"/>
                    <a:gd name="connsiteY5" fmla="*/ 45085 h 190500"/>
                    <a:gd name="connsiteX6" fmla="*/ 53975 w 179704"/>
                    <a:gd name="connsiteY6" fmla="*/ 0 h 190500"/>
                    <a:gd name="connsiteX7" fmla="*/ 179705 w 179704"/>
                    <a:gd name="connsiteY7" fmla="*/ 47625 h 190500"/>
                    <a:gd name="connsiteX8" fmla="*/ 155575 w 179704"/>
                    <a:gd name="connsiteY8" fmla="*/ 109855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9704" h="190500">
                      <a:moveTo>
                        <a:pt x="155575" y="109855"/>
                      </a:moveTo>
                      <a:lnTo>
                        <a:pt x="135890" y="140335"/>
                      </a:lnTo>
                      <a:cubicBezTo>
                        <a:pt x="122555" y="161290"/>
                        <a:pt x="104140" y="178435"/>
                        <a:pt x="83820" y="190500"/>
                      </a:cubicBezTo>
                      <a:lnTo>
                        <a:pt x="0" y="93345"/>
                      </a:lnTo>
                      <a:cubicBezTo>
                        <a:pt x="13335" y="93980"/>
                        <a:pt x="27305" y="87630"/>
                        <a:pt x="35560" y="74930"/>
                      </a:cubicBezTo>
                      <a:lnTo>
                        <a:pt x="55245" y="45085"/>
                      </a:lnTo>
                      <a:cubicBezTo>
                        <a:pt x="64135" y="31115"/>
                        <a:pt x="63500" y="12700"/>
                        <a:pt x="53975" y="0"/>
                      </a:cubicBezTo>
                      <a:lnTo>
                        <a:pt x="179705" y="47625"/>
                      </a:lnTo>
                      <a:cubicBezTo>
                        <a:pt x="175895" y="69215"/>
                        <a:pt x="168275" y="90805"/>
                        <a:pt x="155575" y="109855"/>
                      </a:cubicBezTo>
                      <a:close/>
                    </a:path>
                  </a:pathLst>
                </a:custGeom>
                <a:solidFill>
                  <a:srgbClr val="0D5BD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3" name="Freeform: Shape 232">
                  <a:extLst>
                    <a:ext uri="{FF2B5EF4-FFF2-40B4-BE49-F238E27FC236}">
                      <a16:creationId xmlns:a16="http://schemas.microsoft.com/office/drawing/2014/main" id="{A5641B69-8C23-2006-9B7E-3DCD4A9C9BD7}"/>
                    </a:ext>
                  </a:extLst>
                </p:cNvPr>
                <p:cNvSpPr/>
                <p:nvPr/>
              </p:nvSpPr>
              <p:spPr>
                <a:xfrm>
                  <a:off x="1128010" y="1760567"/>
                  <a:ext cx="400437" cy="300574"/>
                </a:xfrm>
                <a:custGeom>
                  <a:avLst/>
                  <a:gdLst>
                    <a:gd name="connsiteX0" fmla="*/ 9812 w 400437"/>
                    <a:gd name="connsiteY0" fmla="*/ 84107 h 300574"/>
                    <a:gd name="connsiteX1" fmla="*/ 338107 w 400437"/>
                    <a:gd name="connsiteY1" fmla="*/ 296832 h 300574"/>
                    <a:gd name="connsiteX2" fmla="*/ 368587 w 400437"/>
                    <a:gd name="connsiteY2" fmla="*/ 290482 h 300574"/>
                    <a:gd name="connsiteX3" fmla="*/ 397162 w 400437"/>
                    <a:gd name="connsiteY3" fmla="*/ 247302 h 300574"/>
                    <a:gd name="connsiteX4" fmla="*/ 390177 w 400437"/>
                    <a:gd name="connsiteY4" fmla="*/ 216822 h 300574"/>
                    <a:gd name="connsiteX5" fmla="*/ 62517 w 400437"/>
                    <a:gd name="connsiteY5" fmla="*/ 3462 h 300574"/>
                    <a:gd name="connsiteX6" fmla="*/ 32037 w 400437"/>
                    <a:gd name="connsiteY6" fmla="*/ 9812 h 300574"/>
                    <a:gd name="connsiteX7" fmla="*/ 3462 w 400437"/>
                    <a:gd name="connsiteY7" fmla="*/ 53627 h 300574"/>
                    <a:gd name="connsiteX8" fmla="*/ 9812 w 400437"/>
                    <a:gd name="connsiteY8" fmla="*/ 84107 h 300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437" h="300574">
                      <a:moveTo>
                        <a:pt x="9812" y="84107"/>
                      </a:moveTo>
                      <a:lnTo>
                        <a:pt x="338107" y="296832"/>
                      </a:lnTo>
                      <a:cubicBezTo>
                        <a:pt x="348267" y="303817"/>
                        <a:pt x="362237" y="300642"/>
                        <a:pt x="368587" y="290482"/>
                      </a:cubicBezTo>
                      <a:lnTo>
                        <a:pt x="397162" y="247302"/>
                      </a:lnTo>
                      <a:cubicBezTo>
                        <a:pt x="403512" y="237142"/>
                        <a:pt x="400337" y="223172"/>
                        <a:pt x="390177" y="216822"/>
                      </a:cubicBezTo>
                      <a:lnTo>
                        <a:pt x="62517" y="3462"/>
                      </a:lnTo>
                      <a:cubicBezTo>
                        <a:pt x="52357" y="-2888"/>
                        <a:pt x="38387" y="-348"/>
                        <a:pt x="32037" y="9812"/>
                      </a:cubicBezTo>
                      <a:lnTo>
                        <a:pt x="3462" y="53627"/>
                      </a:lnTo>
                      <a:cubicBezTo>
                        <a:pt x="-2888" y="63787"/>
                        <a:pt x="-348" y="77757"/>
                        <a:pt x="9812" y="84107"/>
                      </a:cubicBezTo>
                      <a:close/>
                    </a:path>
                  </a:pathLst>
                </a:custGeom>
                <a:solidFill>
                  <a:srgbClr val="85847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4" name="Freeform: Shape 233">
                  <a:extLst>
                    <a:ext uri="{FF2B5EF4-FFF2-40B4-BE49-F238E27FC236}">
                      <a16:creationId xmlns:a16="http://schemas.microsoft.com/office/drawing/2014/main" id="{BC254AB0-4D2A-7D31-1B35-7C5A099B840C}"/>
                    </a:ext>
                  </a:extLst>
                </p:cNvPr>
                <p:cNvSpPr/>
                <p:nvPr/>
              </p:nvSpPr>
              <p:spPr>
                <a:xfrm>
                  <a:off x="1631216" y="2077720"/>
                  <a:ext cx="179705" cy="189864"/>
                </a:xfrm>
                <a:custGeom>
                  <a:avLst/>
                  <a:gdLst>
                    <a:gd name="connsiteX0" fmla="*/ 156210 w 179705"/>
                    <a:gd name="connsiteY0" fmla="*/ 109855 h 189864"/>
                    <a:gd name="connsiteX1" fmla="*/ 136525 w 179705"/>
                    <a:gd name="connsiteY1" fmla="*/ 139700 h 189864"/>
                    <a:gd name="connsiteX2" fmla="*/ 84455 w 179705"/>
                    <a:gd name="connsiteY2" fmla="*/ 189865 h 189864"/>
                    <a:gd name="connsiteX3" fmla="*/ 0 w 179705"/>
                    <a:gd name="connsiteY3" fmla="*/ 92710 h 189864"/>
                    <a:gd name="connsiteX4" fmla="*/ 36195 w 179705"/>
                    <a:gd name="connsiteY4" fmla="*/ 74930 h 189864"/>
                    <a:gd name="connsiteX5" fmla="*/ 55880 w 179705"/>
                    <a:gd name="connsiteY5" fmla="*/ 44450 h 189864"/>
                    <a:gd name="connsiteX6" fmla="*/ 54610 w 179705"/>
                    <a:gd name="connsiteY6" fmla="*/ 0 h 189864"/>
                    <a:gd name="connsiteX7" fmla="*/ 179705 w 179705"/>
                    <a:gd name="connsiteY7" fmla="*/ 46990 h 189864"/>
                    <a:gd name="connsiteX8" fmla="*/ 156210 w 179705"/>
                    <a:gd name="connsiteY8" fmla="*/ 109855 h 1898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9705" h="189864">
                      <a:moveTo>
                        <a:pt x="156210" y="109855"/>
                      </a:moveTo>
                      <a:lnTo>
                        <a:pt x="136525" y="139700"/>
                      </a:lnTo>
                      <a:cubicBezTo>
                        <a:pt x="122555" y="161290"/>
                        <a:pt x="104775" y="177800"/>
                        <a:pt x="84455" y="189865"/>
                      </a:cubicBezTo>
                      <a:lnTo>
                        <a:pt x="0" y="92710"/>
                      </a:lnTo>
                      <a:cubicBezTo>
                        <a:pt x="13970" y="93345"/>
                        <a:pt x="27940" y="86995"/>
                        <a:pt x="36195" y="74930"/>
                      </a:cubicBezTo>
                      <a:lnTo>
                        <a:pt x="55880" y="44450"/>
                      </a:lnTo>
                      <a:cubicBezTo>
                        <a:pt x="64770" y="30480"/>
                        <a:pt x="64135" y="12700"/>
                        <a:pt x="54610" y="0"/>
                      </a:cubicBezTo>
                      <a:lnTo>
                        <a:pt x="179705" y="46990"/>
                      </a:lnTo>
                      <a:cubicBezTo>
                        <a:pt x="176530" y="68580"/>
                        <a:pt x="168910" y="90170"/>
                        <a:pt x="156210" y="109855"/>
                      </a:cubicBezTo>
                      <a:close/>
                    </a:path>
                  </a:pathLst>
                </a:custGeom>
                <a:solidFill>
                  <a:srgbClr val="0D5BD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5" name="Freeform: Shape 234">
                  <a:extLst>
                    <a:ext uri="{FF2B5EF4-FFF2-40B4-BE49-F238E27FC236}">
                      <a16:creationId xmlns:a16="http://schemas.microsoft.com/office/drawing/2014/main" id="{4C6EC45A-C427-995B-E0DE-CD56B59402F3}"/>
                    </a:ext>
                  </a:extLst>
                </p:cNvPr>
                <p:cNvSpPr/>
                <p:nvPr/>
              </p:nvSpPr>
              <p:spPr>
                <a:xfrm>
                  <a:off x="1616044" y="2077433"/>
                  <a:ext cx="400269" cy="300574"/>
                </a:xfrm>
                <a:custGeom>
                  <a:avLst/>
                  <a:gdLst>
                    <a:gd name="connsiteX0" fmla="*/ 337752 w 400269"/>
                    <a:gd name="connsiteY0" fmla="*/ 296832 h 300574"/>
                    <a:gd name="connsiteX1" fmla="*/ 10092 w 400269"/>
                    <a:gd name="connsiteY1" fmla="*/ 84107 h 300574"/>
                    <a:gd name="connsiteX2" fmla="*/ 3742 w 400269"/>
                    <a:gd name="connsiteY2" fmla="*/ 53627 h 300574"/>
                    <a:gd name="connsiteX3" fmla="*/ 31682 w 400269"/>
                    <a:gd name="connsiteY3" fmla="*/ 9812 h 300574"/>
                    <a:gd name="connsiteX4" fmla="*/ 62162 w 400269"/>
                    <a:gd name="connsiteY4" fmla="*/ 3462 h 300574"/>
                    <a:gd name="connsiteX5" fmla="*/ 390457 w 400269"/>
                    <a:gd name="connsiteY5" fmla="*/ 216822 h 300574"/>
                    <a:gd name="connsiteX6" fmla="*/ 396807 w 400269"/>
                    <a:gd name="connsiteY6" fmla="*/ 246667 h 300574"/>
                    <a:gd name="connsiteX7" fmla="*/ 368232 w 400269"/>
                    <a:gd name="connsiteY7" fmla="*/ 290482 h 300574"/>
                    <a:gd name="connsiteX8" fmla="*/ 337752 w 400269"/>
                    <a:gd name="connsiteY8" fmla="*/ 296832 h 300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269" h="300574">
                      <a:moveTo>
                        <a:pt x="337752" y="296832"/>
                      </a:moveTo>
                      <a:lnTo>
                        <a:pt x="10092" y="84107"/>
                      </a:lnTo>
                      <a:cubicBezTo>
                        <a:pt x="-68" y="77122"/>
                        <a:pt x="-3243" y="63787"/>
                        <a:pt x="3742" y="53627"/>
                      </a:cubicBezTo>
                      <a:lnTo>
                        <a:pt x="31682" y="9812"/>
                      </a:lnTo>
                      <a:cubicBezTo>
                        <a:pt x="38667" y="-348"/>
                        <a:pt x="52002" y="-2888"/>
                        <a:pt x="62162" y="3462"/>
                      </a:cubicBezTo>
                      <a:lnTo>
                        <a:pt x="390457" y="216822"/>
                      </a:lnTo>
                      <a:cubicBezTo>
                        <a:pt x="400617" y="223172"/>
                        <a:pt x="403157" y="236507"/>
                        <a:pt x="396807" y="246667"/>
                      </a:cubicBezTo>
                      <a:lnTo>
                        <a:pt x="368232" y="290482"/>
                      </a:lnTo>
                      <a:cubicBezTo>
                        <a:pt x="361882" y="300642"/>
                        <a:pt x="347912" y="303817"/>
                        <a:pt x="337752" y="296832"/>
                      </a:cubicBezTo>
                      <a:close/>
                    </a:path>
                  </a:pathLst>
                </a:custGeom>
                <a:solidFill>
                  <a:srgbClr val="0541A1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6" name="Freeform: Shape 235">
                  <a:extLst>
                    <a:ext uri="{FF2B5EF4-FFF2-40B4-BE49-F238E27FC236}">
                      <a16:creationId xmlns:a16="http://schemas.microsoft.com/office/drawing/2014/main" id="{32874CCF-7B4F-25EA-13A6-7B43AAF9DC87}"/>
                    </a:ext>
                  </a:extLst>
                </p:cNvPr>
                <p:cNvSpPr/>
                <p:nvPr/>
              </p:nvSpPr>
              <p:spPr>
                <a:xfrm>
                  <a:off x="2134671" y="2414337"/>
                  <a:ext cx="400437" cy="300574"/>
                </a:xfrm>
                <a:custGeom>
                  <a:avLst/>
                  <a:gdLst>
                    <a:gd name="connsiteX0" fmla="*/ 10261 w 400437"/>
                    <a:gd name="connsiteY0" fmla="*/ 83752 h 300574"/>
                    <a:gd name="connsiteX1" fmla="*/ 337921 w 400437"/>
                    <a:gd name="connsiteY1" fmla="*/ 297112 h 300574"/>
                    <a:gd name="connsiteX2" fmla="*/ 368401 w 400437"/>
                    <a:gd name="connsiteY2" fmla="*/ 290762 h 300574"/>
                    <a:gd name="connsiteX3" fmla="*/ 396976 w 400437"/>
                    <a:gd name="connsiteY3" fmla="*/ 246947 h 300574"/>
                    <a:gd name="connsiteX4" fmla="*/ 390626 w 400437"/>
                    <a:gd name="connsiteY4" fmla="*/ 216467 h 300574"/>
                    <a:gd name="connsiteX5" fmla="*/ 62331 w 400437"/>
                    <a:gd name="connsiteY5" fmla="*/ 3742 h 300574"/>
                    <a:gd name="connsiteX6" fmla="*/ 31851 w 400437"/>
                    <a:gd name="connsiteY6" fmla="*/ 10092 h 300574"/>
                    <a:gd name="connsiteX7" fmla="*/ 3276 w 400437"/>
                    <a:gd name="connsiteY7" fmla="*/ 53272 h 300574"/>
                    <a:gd name="connsiteX8" fmla="*/ 10261 w 400437"/>
                    <a:gd name="connsiteY8" fmla="*/ 83752 h 300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437" h="300574">
                      <a:moveTo>
                        <a:pt x="10261" y="83752"/>
                      </a:moveTo>
                      <a:lnTo>
                        <a:pt x="337921" y="297112"/>
                      </a:lnTo>
                      <a:cubicBezTo>
                        <a:pt x="348081" y="303462"/>
                        <a:pt x="362051" y="300922"/>
                        <a:pt x="368401" y="290762"/>
                      </a:cubicBezTo>
                      <a:lnTo>
                        <a:pt x="396976" y="246947"/>
                      </a:lnTo>
                      <a:cubicBezTo>
                        <a:pt x="403326" y="236787"/>
                        <a:pt x="400786" y="222817"/>
                        <a:pt x="390626" y="216467"/>
                      </a:cubicBezTo>
                      <a:lnTo>
                        <a:pt x="62331" y="3742"/>
                      </a:lnTo>
                      <a:cubicBezTo>
                        <a:pt x="52171" y="-3243"/>
                        <a:pt x="38201" y="-68"/>
                        <a:pt x="31851" y="10092"/>
                      </a:cubicBezTo>
                      <a:lnTo>
                        <a:pt x="3276" y="53272"/>
                      </a:lnTo>
                      <a:cubicBezTo>
                        <a:pt x="-3074" y="63432"/>
                        <a:pt x="101" y="77402"/>
                        <a:pt x="10261" y="83752"/>
                      </a:cubicBezTo>
                      <a:close/>
                    </a:path>
                  </a:pathLst>
                </a:custGeom>
                <a:solidFill>
                  <a:srgbClr val="0541A1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7" name="Freeform: Shape 236">
                  <a:extLst>
                    <a:ext uri="{FF2B5EF4-FFF2-40B4-BE49-F238E27FC236}">
                      <a16:creationId xmlns:a16="http://schemas.microsoft.com/office/drawing/2014/main" id="{0B03DBC4-3E5E-E20B-66DD-BFD68487C814}"/>
                    </a:ext>
                  </a:extLst>
                </p:cNvPr>
                <p:cNvSpPr/>
                <p:nvPr/>
              </p:nvSpPr>
              <p:spPr>
                <a:xfrm>
                  <a:off x="5657752" y="4692015"/>
                  <a:ext cx="179704" cy="190500"/>
                </a:xfrm>
                <a:custGeom>
                  <a:avLst/>
                  <a:gdLst>
                    <a:gd name="connsiteX0" fmla="*/ 155575 w 179704"/>
                    <a:gd name="connsiteY0" fmla="*/ 109855 h 190500"/>
                    <a:gd name="connsiteX1" fmla="*/ 135890 w 179704"/>
                    <a:gd name="connsiteY1" fmla="*/ 140335 h 190500"/>
                    <a:gd name="connsiteX2" fmla="*/ 83820 w 179704"/>
                    <a:gd name="connsiteY2" fmla="*/ 190500 h 190500"/>
                    <a:gd name="connsiteX3" fmla="*/ 0 w 179704"/>
                    <a:gd name="connsiteY3" fmla="*/ 92710 h 190500"/>
                    <a:gd name="connsiteX4" fmla="*/ 35560 w 179704"/>
                    <a:gd name="connsiteY4" fmla="*/ 74930 h 190500"/>
                    <a:gd name="connsiteX5" fmla="*/ 55245 w 179704"/>
                    <a:gd name="connsiteY5" fmla="*/ 45085 h 190500"/>
                    <a:gd name="connsiteX6" fmla="*/ 53975 w 179704"/>
                    <a:gd name="connsiteY6" fmla="*/ 0 h 190500"/>
                    <a:gd name="connsiteX7" fmla="*/ 179705 w 179704"/>
                    <a:gd name="connsiteY7" fmla="*/ 47625 h 190500"/>
                    <a:gd name="connsiteX8" fmla="*/ 155575 w 179704"/>
                    <a:gd name="connsiteY8" fmla="*/ 109855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9704" h="190500">
                      <a:moveTo>
                        <a:pt x="155575" y="109855"/>
                      </a:moveTo>
                      <a:lnTo>
                        <a:pt x="135890" y="140335"/>
                      </a:lnTo>
                      <a:cubicBezTo>
                        <a:pt x="122555" y="161290"/>
                        <a:pt x="104140" y="178435"/>
                        <a:pt x="83820" y="190500"/>
                      </a:cubicBezTo>
                      <a:lnTo>
                        <a:pt x="0" y="92710"/>
                      </a:lnTo>
                      <a:cubicBezTo>
                        <a:pt x="13970" y="93980"/>
                        <a:pt x="27305" y="87630"/>
                        <a:pt x="35560" y="74930"/>
                      </a:cubicBezTo>
                      <a:lnTo>
                        <a:pt x="55245" y="45085"/>
                      </a:lnTo>
                      <a:cubicBezTo>
                        <a:pt x="64135" y="30480"/>
                        <a:pt x="63500" y="12700"/>
                        <a:pt x="53975" y="0"/>
                      </a:cubicBezTo>
                      <a:lnTo>
                        <a:pt x="179705" y="47625"/>
                      </a:lnTo>
                      <a:cubicBezTo>
                        <a:pt x="175895" y="69215"/>
                        <a:pt x="168275" y="90170"/>
                        <a:pt x="155575" y="109855"/>
                      </a:cubicBezTo>
                      <a:close/>
                    </a:path>
                  </a:pathLst>
                </a:custGeom>
                <a:solidFill>
                  <a:srgbClr val="B2B0A1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8" name="Freeform: Shape 237">
                  <a:extLst>
                    <a:ext uri="{FF2B5EF4-FFF2-40B4-BE49-F238E27FC236}">
                      <a16:creationId xmlns:a16="http://schemas.microsoft.com/office/drawing/2014/main" id="{5523C28F-E2D1-BBBD-3BE9-0A590EF65FBA}"/>
                    </a:ext>
                  </a:extLst>
                </p:cNvPr>
                <p:cNvSpPr/>
                <p:nvPr/>
              </p:nvSpPr>
              <p:spPr>
                <a:xfrm>
                  <a:off x="5641944" y="4691914"/>
                  <a:ext cx="400549" cy="300742"/>
                </a:xfrm>
                <a:custGeom>
                  <a:avLst/>
                  <a:gdLst>
                    <a:gd name="connsiteX0" fmla="*/ 338387 w 400549"/>
                    <a:gd name="connsiteY0" fmla="*/ 297281 h 300742"/>
                    <a:gd name="connsiteX1" fmla="*/ 10092 w 400549"/>
                    <a:gd name="connsiteY1" fmla="*/ 83921 h 300742"/>
                    <a:gd name="connsiteX2" fmla="*/ 3742 w 400549"/>
                    <a:gd name="connsiteY2" fmla="*/ 53441 h 300742"/>
                    <a:gd name="connsiteX3" fmla="*/ 32317 w 400549"/>
                    <a:gd name="connsiteY3" fmla="*/ 10261 h 300742"/>
                    <a:gd name="connsiteX4" fmla="*/ 62162 w 400549"/>
                    <a:gd name="connsiteY4" fmla="*/ 3276 h 300742"/>
                    <a:gd name="connsiteX5" fmla="*/ 390457 w 400549"/>
                    <a:gd name="connsiteY5" fmla="*/ 216636 h 300742"/>
                    <a:gd name="connsiteX6" fmla="*/ 396807 w 400549"/>
                    <a:gd name="connsiteY6" fmla="*/ 247116 h 300742"/>
                    <a:gd name="connsiteX7" fmla="*/ 368867 w 400549"/>
                    <a:gd name="connsiteY7" fmla="*/ 290931 h 300742"/>
                    <a:gd name="connsiteX8" fmla="*/ 338387 w 400549"/>
                    <a:gd name="connsiteY8" fmla="*/ 297281 h 3007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549" h="300742">
                      <a:moveTo>
                        <a:pt x="338387" y="297281"/>
                      </a:moveTo>
                      <a:lnTo>
                        <a:pt x="10092" y="83921"/>
                      </a:lnTo>
                      <a:cubicBezTo>
                        <a:pt x="-68" y="77571"/>
                        <a:pt x="-3243" y="63601"/>
                        <a:pt x="3742" y="53441"/>
                      </a:cubicBezTo>
                      <a:lnTo>
                        <a:pt x="32317" y="10261"/>
                      </a:lnTo>
                      <a:cubicBezTo>
                        <a:pt x="38667" y="101"/>
                        <a:pt x="52002" y="-3074"/>
                        <a:pt x="62162" y="3276"/>
                      </a:cubicBezTo>
                      <a:lnTo>
                        <a:pt x="390457" y="216636"/>
                      </a:lnTo>
                      <a:cubicBezTo>
                        <a:pt x="400617" y="222986"/>
                        <a:pt x="403792" y="236956"/>
                        <a:pt x="396807" y="247116"/>
                      </a:cubicBezTo>
                      <a:lnTo>
                        <a:pt x="368867" y="290931"/>
                      </a:lnTo>
                      <a:cubicBezTo>
                        <a:pt x="361882" y="301091"/>
                        <a:pt x="348547" y="303631"/>
                        <a:pt x="338387" y="297281"/>
                      </a:cubicBezTo>
                      <a:close/>
                    </a:path>
                  </a:pathLst>
                </a:custGeom>
                <a:solidFill>
                  <a:srgbClr val="0541A1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DA335C4F-7269-59B4-C45F-DF6FE7C12876}"/>
                  </a:ext>
                </a:extLst>
              </p:cNvPr>
              <p:cNvSpPr/>
              <p:nvPr/>
            </p:nvSpPr>
            <p:spPr>
              <a:xfrm>
                <a:off x="2813587" y="3382645"/>
                <a:ext cx="1605914" cy="979170"/>
              </a:xfrm>
              <a:custGeom>
                <a:avLst/>
                <a:gdLst>
                  <a:gd name="connsiteX0" fmla="*/ 1605915 w 1605914"/>
                  <a:gd name="connsiteY0" fmla="*/ 41910 h 979170"/>
                  <a:gd name="connsiteX1" fmla="*/ 1605915 w 1605914"/>
                  <a:gd name="connsiteY1" fmla="*/ 937260 h 979170"/>
                  <a:gd name="connsiteX2" fmla="*/ 1564005 w 1605914"/>
                  <a:gd name="connsiteY2" fmla="*/ 979170 h 979170"/>
                  <a:gd name="connsiteX3" fmla="*/ 41910 w 1605914"/>
                  <a:gd name="connsiteY3" fmla="*/ 979170 h 979170"/>
                  <a:gd name="connsiteX4" fmla="*/ 0 w 1605914"/>
                  <a:gd name="connsiteY4" fmla="*/ 937260 h 979170"/>
                  <a:gd name="connsiteX5" fmla="*/ 0 w 1605914"/>
                  <a:gd name="connsiteY5" fmla="*/ 41910 h 979170"/>
                  <a:gd name="connsiteX6" fmla="*/ 41910 w 1605914"/>
                  <a:gd name="connsiteY6" fmla="*/ 0 h 979170"/>
                  <a:gd name="connsiteX7" fmla="*/ 1564005 w 1605914"/>
                  <a:gd name="connsiteY7" fmla="*/ 0 h 979170"/>
                  <a:gd name="connsiteX8" fmla="*/ 1605915 w 1605914"/>
                  <a:gd name="connsiteY8" fmla="*/ 41910 h 979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05914" h="979170">
                    <a:moveTo>
                      <a:pt x="1605915" y="41910"/>
                    </a:moveTo>
                    <a:lnTo>
                      <a:pt x="1605915" y="937260"/>
                    </a:lnTo>
                    <a:cubicBezTo>
                      <a:pt x="1605915" y="960120"/>
                      <a:pt x="1586865" y="979170"/>
                      <a:pt x="1564005" y="979170"/>
                    </a:cubicBezTo>
                    <a:lnTo>
                      <a:pt x="41910" y="979170"/>
                    </a:lnTo>
                    <a:cubicBezTo>
                      <a:pt x="18415" y="979170"/>
                      <a:pt x="0" y="960120"/>
                      <a:pt x="0" y="937260"/>
                    </a:cubicBezTo>
                    <a:lnTo>
                      <a:pt x="0" y="41910"/>
                    </a:lnTo>
                    <a:cubicBezTo>
                      <a:pt x="0" y="19050"/>
                      <a:pt x="18415" y="0"/>
                      <a:pt x="41910" y="0"/>
                    </a:cubicBezTo>
                    <a:lnTo>
                      <a:pt x="1564005" y="0"/>
                    </a:lnTo>
                    <a:cubicBezTo>
                      <a:pt x="1586865" y="0"/>
                      <a:pt x="1605915" y="19050"/>
                      <a:pt x="1605915" y="41910"/>
                    </a:cubicBezTo>
                    <a:close/>
                  </a:path>
                </a:pathLst>
              </a:custGeom>
              <a:solidFill>
                <a:srgbClr val="0541A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EBA09753-C005-2FE0-6F5D-4EA2924ABF37}"/>
                  </a:ext>
                </a:extLst>
              </p:cNvPr>
              <p:cNvSpPr/>
              <p:nvPr/>
            </p:nvSpPr>
            <p:spPr>
              <a:xfrm>
                <a:off x="2967891" y="2250439"/>
                <a:ext cx="1297305" cy="1132205"/>
              </a:xfrm>
              <a:custGeom>
                <a:avLst/>
                <a:gdLst>
                  <a:gd name="connsiteX0" fmla="*/ 1297305 w 1297305"/>
                  <a:gd name="connsiteY0" fmla="*/ 648970 h 1132205"/>
                  <a:gd name="connsiteX1" fmla="*/ 1297305 w 1297305"/>
                  <a:gd name="connsiteY1" fmla="*/ 1132205 h 1132205"/>
                  <a:gd name="connsiteX2" fmla="*/ 1057910 w 1297305"/>
                  <a:gd name="connsiteY2" fmla="*/ 1132205 h 1132205"/>
                  <a:gd name="connsiteX3" fmla="*/ 1057910 w 1297305"/>
                  <a:gd name="connsiteY3" fmla="*/ 648970 h 1132205"/>
                  <a:gd name="connsiteX4" fmla="*/ 937895 w 1297305"/>
                  <a:gd name="connsiteY4" fmla="*/ 359410 h 1132205"/>
                  <a:gd name="connsiteX5" fmla="*/ 648335 w 1297305"/>
                  <a:gd name="connsiteY5" fmla="*/ 239395 h 1132205"/>
                  <a:gd name="connsiteX6" fmla="*/ 635635 w 1297305"/>
                  <a:gd name="connsiteY6" fmla="*/ 240030 h 1132205"/>
                  <a:gd name="connsiteX7" fmla="*/ 239395 w 1297305"/>
                  <a:gd name="connsiteY7" fmla="*/ 648970 h 1132205"/>
                  <a:gd name="connsiteX8" fmla="*/ 239395 w 1297305"/>
                  <a:gd name="connsiteY8" fmla="*/ 1132205 h 1132205"/>
                  <a:gd name="connsiteX9" fmla="*/ 0 w 1297305"/>
                  <a:gd name="connsiteY9" fmla="*/ 1132205 h 1132205"/>
                  <a:gd name="connsiteX10" fmla="*/ 0 w 1297305"/>
                  <a:gd name="connsiteY10" fmla="*/ 648970 h 1132205"/>
                  <a:gd name="connsiteX11" fmla="*/ 635635 w 1297305"/>
                  <a:gd name="connsiteY11" fmla="*/ 0 h 1132205"/>
                  <a:gd name="connsiteX12" fmla="*/ 648335 w 1297305"/>
                  <a:gd name="connsiteY12" fmla="*/ 0 h 1132205"/>
                  <a:gd name="connsiteX13" fmla="*/ 1107440 w 1297305"/>
                  <a:gd name="connsiteY13" fmla="*/ 189865 h 1132205"/>
                  <a:gd name="connsiteX14" fmla="*/ 1297305 w 1297305"/>
                  <a:gd name="connsiteY14" fmla="*/ 648970 h 1132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97305" h="1132205">
                    <a:moveTo>
                      <a:pt x="1297305" y="648970"/>
                    </a:moveTo>
                    <a:lnTo>
                      <a:pt x="1297305" y="1132205"/>
                    </a:lnTo>
                    <a:lnTo>
                      <a:pt x="1057910" y="1132205"/>
                    </a:lnTo>
                    <a:lnTo>
                      <a:pt x="1057910" y="648970"/>
                    </a:lnTo>
                    <a:cubicBezTo>
                      <a:pt x="1057910" y="539750"/>
                      <a:pt x="1015365" y="436880"/>
                      <a:pt x="937895" y="359410"/>
                    </a:cubicBezTo>
                    <a:cubicBezTo>
                      <a:pt x="860425" y="281940"/>
                      <a:pt x="758190" y="239395"/>
                      <a:pt x="648335" y="239395"/>
                    </a:cubicBezTo>
                    <a:cubicBezTo>
                      <a:pt x="644100" y="239395"/>
                      <a:pt x="639870" y="239605"/>
                      <a:pt x="635635" y="240030"/>
                    </a:cubicBezTo>
                    <a:cubicBezTo>
                      <a:pt x="415925" y="246380"/>
                      <a:pt x="239395" y="427355"/>
                      <a:pt x="239395" y="648970"/>
                    </a:cubicBezTo>
                    <a:lnTo>
                      <a:pt x="239395" y="1132205"/>
                    </a:lnTo>
                    <a:lnTo>
                      <a:pt x="0" y="1132205"/>
                    </a:lnTo>
                    <a:lnTo>
                      <a:pt x="0" y="648970"/>
                    </a:lnTo>
                    <a:cubicBezTo>
                      <a:pt x="0" y="295275"/>
                      <a:pt x="283845" y="6985"/>
                      <a:pt x="635635" y="0"/>
                    </a:cubicBezTo>
                    <a:cubicBezTo>
                      <a:pt x="639870" y="0"/>
                      <a:pt x="644100" y="0"/>
                      <a:pt x="648335" y="0"/>
                    </a:cubicBezTo>
                    <a:cubicBezTo>
                      <a:pt x="821690" y="0"/>
                      <a:pt x="984885" y="67310"/>
                      <a:pt x="1107440" y="189865"/>
                    </a:cubicBezTo>
                    <a:cubicBezTo>
                      <a:pt x="1229995" y="312420"/>
                      <a:pt x="1297305" y="475615"/>
                      <a:pt x="1297305" y="648970"/>
                    </a:cubicBezTo>
                    <a:close/>
                  </a:path>
                </a:pathLst>
              </a:custGeom>
              <a:solidFill>
                <a:srgbClr val="0D5BD9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2C1C510E-BF0E-2CB8-6203-19E1A58200BB}"/>
                  </a:ext>
                </a:extLst>
              </p:cNvPr>
              <p:cNvSpPr/>
              <p:nvPr/>
            </p:nvSpPr>
            <p:spPr>
              <a:xfrm>
                <a:off x="3512087" y="3733800"/>
                <a:ext cx="183514" cy="363220"/>
              </a:xfrm>
              <a:custGeom>
                <a:avLst/>
                <a:gdLst>
                  <a:gd name="connsiteX0" fmla="*/ 183515 w 183514"/>
                  <a:gd name="connsiteY0" fmla="*/ 92075 h 363220"/>
                  <a:gd name="connsiteX1" fmla="*/ 91440 w 183514"/>
                  <a:gd name="connsiteY1" fmla="*/ 0 h 363220"/>
                  <a:gd name="connsiteX2" fmla="*/ 0 w 183514"/>
                  <a:gd name="connsiteY2" fmla="*/ 92075 h 363220"/>
                  <a:gd name="connsiteX3" fmla="*/ 42545 w 183514"/>
                  <a:gd name="connsiteY3" fmla="*/ 169545 h 363220"/>
                  <a:gd name="connsiteX4" fmla="*/ 42545 w 183514"/>
                  <a:gd name="connsiteY4" fmla="*/ 314325 h 363220"/>
                  <a:gd name="connsiteX5" fmla="*/ 91440 w 183514"/>
                  <a:gd name="connsiteY5" fmla="*/ 363220 h 363220"/>
                  <a:gd name="connsiteX6" fmla="*/ 140335 w 183514"/>
                  <a:gd name="connsiteY6" fmla="*/ 314325 h 363220"/>
                  <a:gd name="connsiteX7" fmla="*/ 140335 w 183514"/>
                  <a:gd name="connsiteY7" fmla="*/ 169545 h 363220"/>
                  <a:gd name="connsiteX8" fmla="*/ 183515 w 183514"/>
                  <a:gd name="connsiteY8" fmla="*/ 92075 h 3632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3514" h="363220">
                    <a:moveTo>
                      <a:pt x="183515" y="92075"/>
                    </a:moveTo>
                    <a:cubicBezTo>
                      <a:pt x="183515" y="41275"/>
                      <a:pt x="142240" y="0"/>
                      <a:pt x="91440" y="0"/>
                    </a:cubicBezTo>
                    <a:cubicBezTo>
                      <a:pt x="40640" y="0"/>
                      <a:pt x="0" y="41275"/>
                      <a:pt x="0" y="92075"/>
                    </a:cubicBezTo>
                    <a:cubicBezTo>
                      <a:pt x="0" y="124460"/>
                      <a:pt x="16510" y="153035"/>
                      <a:pt x="42545" y="169545"/>
                    </a:cubicBezTo>
                    <a:lnTo>
                      <a:pt x="42545" y="314325"/>
                    </a:lnTo>
                    <a:cubicBezTo>
                      <a:pt x="42545" y="341630"/>
                      <a:pt x="64135" y="363220"/>
                      <a:pt x="91440" y="363220"/>
                    </a:cubicBezTo>
                    <a:cubicBezTo>
                      <a:pt x="118745" y="363220"/>
                      <a:pt x="140335" y="341630"/>
                      <a:pt x="140335" y="314325"/>
                    </a:cubicBezTo>
                    <a:lnTo>
                      <a:pt x="140335" y="169545"/>
                    </a:lnTo>
                    <a:cubicBezTo>
                      <a:pt x="166370" y="153035"/>
                      <a:pt x="183515" y="124460"/>
                      <a:pt x="183515" y="92075"/>
                    </a:cubicBezTo>
                    <a:close/>
                  </a:path>
                </a:pathLst>
              </a:custGeom>
              <a:solidFill>
                <a:srgbClr val="02193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A14AED01-6498-E71A-DBC4-32E8708BDDF4}"/>
                  </a:ext>
                </a:extLst>
              </p:cNvPr>
              <p:cNvSpPr/>
              <p:nvPr/>
            </p:nvSpPr>
            <p:spPr>
              <a:xfrm>
                <a:off x="2813587" y="3382645"/>
                <a:ext cx="1605914" cy="205104"/>
              </a:xfrm>
              <a:custGeom>
                <a:avLst/>
                <a:gdLst>
                  <a:gd name="connsiteX0" fmla="*/ 1605915 w 1605914"/>
                  <a:gd name="connsiteY0" fmla="*/ 41910 h 205104"/>
                  <a:gd name="connsiteX1" fmla="*/ 1605915 w 1605914"/>
                  <a:gd name="connsiteY1" fmla="*/ 205105 h 205104"/>
                  <a:gd name="connsiteX2" fmla="*/ 0 w 1605914"/>
                  <a:gd name="connsiteY2" fmla="*/ 205105 h 205104"/>
                  <a:gd name="connsiteX3" fmla="*/ 0 w 1605914"/>
                  <a:gd name="connsiteY3" fmla="*/ 41910 h 205104"/>
                  <a:gd name="connsiteX4" fmla="*/ 41910 w 1605914"/>
                  <a:gd name="connsiteY4" fmla="*/ 0 h 205104"/>
                  <a:gd name="connsiteX5" fmla="*/ 1564005 w 1605914"/>
                  <a:gd name="connsiteY5" fmla="*/ 0 h 205104"/>
                  <a:gd name="connsiteX6" fmla="*/ 1605915 w 1605914"/>
                  <a:gd name="connsiteY6" fmla="*/ 41910 h 205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05914" h="205104">
                    <a:moveTo>
                      <a:pt x="1605915" y="41910"/>
                    </a:moveTo>
                    <a:lnTo>
                      <a:pt x="1605915" y="205105"/>
                    </a:lnTo>
                    <a:lnTo>
                      <a:pt x="0" y="205105"/>
                    </a:lnTo>
                    <a:lnTo>
                      <a:pt x="0" y="41910"/>
                    </a:lnTo>
                    <a:cubicBezTo>
                      <a:pt x="0" y="19050"/>
                      <a:pt x="18415" y="0"/>
                      <a:pt x="41910" y="0"/>
                    </a:cubicBezTo>
                    <a:lnTo>
                      <a:pt x="1564005" y="0"/>
                    </a:lnTo>
                    <a:cubicBezTo>
                      <a:pt x="1586865" y="0"/>
                      <a:pt x="1605915" y="19050"/>
                      <a:pt x="1605915" y="41910"/>
                    </a:cubicBezTo>
                    <a:close/>
                  </a:path>
                </a:pathLst>
              </a:custGeom>
              <a:solidFill>
                <a:srgbClr val="0D5BD9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EE342891-803E-66EF-F351-FA77876DA0C9}"/>
                  </a:ext>
                </a:extLst>
              </p:cNvPr>
              <p:cNvSpPr/>
              <p:nvPr/>
            </p:nvSpPr>
            <p:spPr>
              <a:xfrm>
                <a:off x="2813587" y="4156709"/>
                <a:ext cx="1605914" cy="205105"/>
              </a:xfrm>
              <a:custGeom>
                <a:avLst/>
                <a:gdLst>
                  <a:gd name="connsiteX0" fmla="*/ 1605915 w 1605914"/>
                  <a:gd name="connsiteY0" fmla="*/ 162560 h 205105"/>
                  <a:gd name="connsiteX1" fmla="*/ 1605915 w 1605914"/>
                  <a:gd name="connsiteY1" fmla="*/ 0 h 205105"/>
                  <a:gd name="connsiteX2" fmla="*/ 0 w 1605914"/>
                  <a:gd name="connsiteY2" fmla="*/ 0 h 205105"/>
                  <a:gd name="connsiteX3" fmla="*/ 0 w 1605914"/>
                  <a:gd name="connsiteY3" fmla="*/ 162560 h 205105"/>
                  <a:gd name="connsiteX4" fmla="*/ 41910 w 1605914"/>
                  <a:gd name="connsiteY4" fmla="*/ 205105 h 205105"/>
                  <a:gd name="connsiteX5" fmla="*/ 1564005 w 1605914"/>
                  <a:gd name="connsiteY5" fmla="*/ 205105 h 205105"/>
                  <a:gd name="connsiteX6" fmla="*/ 1605915 w 1605914"/>
                  <a:gd name="connsiteY6" fmla="*/ 162560 h 205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05914" h="205105">
                    <a:moveTo>
                      <a:pt x="1605915" y="162560"/>
                    </a:moveTo>
                    <a:lnTo>
                      <a:pt x="1605915" y="0"/>
                    </a:lnTo>
                    <a:lnTo>
                      <a:pt x="0" y="0"/>
                    </a:lnTo>
                    <a:lnTo>
                      <a:pt x="0" y="162560"/>
                    </a:lnTo>
                    <a:cubicBezTo>
                      <a:pt x="0" y="186055"/>
                      <a:pt x="18415" y="205105"/>
                      <a:pt x="41910" y="205105"/>
                    </a:cubicBezTo>
                    <a:lnTo>
                      <a:pt x="1564005" y="205105"/>
                    </a:lnTo>
                    <a:cubicBezTo>
                      <a:pt x="1586865" y="205105"/>
                      <a:pt x="1605915" y="186055"/>
                      <a:pt x="1605915" y="162560"/>
                    </a:cubicBezTo>
                    <a:close/>
                  </a:path>
                </a:pathLst>
              </a:custGeom>
              <a:solidFill>
                <a:srgbClr val="0D5BD9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6A3B91C4-B427-07F1-4878-E50944CF8ED7}"/>
                  </a:ext>
                </a:extLst>
              </p:cNvPr>
              <p:cNvSpPr/>
              <p:nvPr/>
            </p:nvSpPr>
            <p:spPr>
              <a:xfrm>
                <a:off x="2967891" y="2250439"/>
                <a:ext cx="635635" cy="1132205"/>
              </a:xfrm>
              <a:custGeom>
                <a:avLst/>
                <a:gdLst>
                  <a:gd name="connsiteX0" fmla="*/ 635635 w 635635"/>
                  <a:gd name="connsiteY0" fmla="*/ 0 h 1132205"/>
                  <a:gd name="connsiteX1" fmla="*/ 635635 w 635635"/>
                  <a:gd name="connsiteY1" fmla="*/ 240030 h 1132205"/>
                  <a:gd name="connsiteX2" fmla="*/ 239395 w 635635"/>
                  <a:gd name="connsiteY2" fmla="*/ 648970 h 1132205"/>
                  <a:gd name="connsiteX3" fmla="*/ 239395 w 635635"/>
                  <a:gd name="connsiteY3" fmla="*/ 1132205 h 1132205"/>
                  <a:gd name="connsiteX4" fmla="*/ 0 w 635635"/>
                  <a:gd name="connsiteY4" fmla="*/ 1132205 h 1132205"/>
                  <a:gd name="connsiteX5" fmla="*/ 0 w 635635"/>
                  <a:gd name="connsiteY5" fmla="*/ 648970 h 1132205"/>
                  <a:gd name="connsiteX6" fmla="*/ 635635 w 635635"/>
                  <a:gd name="connsiteY6" fmla="*/ 0 h 1132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5635" h="1132205">
                    <a:moveTo>
                      <a:pt x="635635" y="0"/>
                    </a:moveTo>
                    <a:lnTo>
                      <a:pt x="635635" y="240030"/>
                    </a:lnTo>
                    <a:cubicBezTo>
                      <a:pt x="415925" y="246380"/>
                      <a:pt x="239395" y="427355"/>
                      <a:pt x="239395" y="648970"/>
                    </a:cubicBezTo>
                    <a:lnTo>
                      <a:pt x="239395" y="1132205"/>
                    </a:lnTo>
                    <a:lnTo>
                      <a:pt x="0" y="1132205"/>
                    </a:lnTo>
                    <a:lnTo>
                      <a:pt x="0" y="648970"/>
                    </a:lnTo>
                    <a:cubicBezTo>
                      <a:pt x="0" y="295275"/>
                      <a:pt x="283845" y="6985"/>
                      <a:pt x="635635" y="0"/>
                    </a:cubicBezTo>
                    <a:close/>
                  </a:path>
                </a:pathLst>
              </a:custGeom>
              <a:solidFill>
                <a:srgbClr val="0541A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45" name="Graphic 3">
                <a:extLst>
                  <a:ext uri="{FF2B5EF4-FFF2-40B4-BE49-F238E27FC236}">
                    <a16:creationId xmlns:a16="http://schemas.microsoft.com/office/drawing/2014/main" id="{02EEE1E7-3B09-83C4-733C-F2600C08D712}"/>
                  </a:ext>
                </a:extLst>
              </p:cNvPr>
              <p:cNvGrpSpPr/>
              <p:nvPr/>
            </p:nvGrpSpPr>
            <p:grpSpPr>
              <a:xfrm>
                <a:off x="1955702" y="2979896"/>
                <a:ext cx="3321684" cy="662463"/>
                <a:chOff x="1955702" y="2979896"/>
                <a:chExt cx="3321684" cy="662463"/>
              </a:xfrm>
              <a:solidFill>
                <a:srgbClr val="82ACF8"/>
              </a:solidFill>
            </p:grpSpPr>
            <p:sp>
              <p:nvSpPr>
                <p:cNvPr id="246" name="Freeform: Shape 245">
                  <a:extLst>
                    <a:ext uri="{FF2B5EF4-FFF2-40B4-BE49-F238E27FC236}">
                      <a16:creationId xmlns:a16="http://schemas.microsoft.com/office/drawing/2014/main" id="{E46E57BC-12BA-350D-ED3E-D52B3A2D67D2}"/>
                    </a:ext>
                  </a:extLst>
                </p:cNvPr>
                <p:cNvSpPr/>
                <p:nvPr/>
              </p:nvSpPr>
              <p:spPr>
                <a:xfrm>
                  <a:off x="2167474" y="2979896"/>
                  <a:ext cx="255905" cy="255746"/>
                </a:xfrm>
                <a:custGeom>
                  <a:avLst/>
                  <a:gdLst>
                    <a:gd name="connsiteX0" fmla="*/ 148907 w 255905"/>
                    <a:gd name="connsiteY0" fmla="*/ 237649 h 255746"/>
                    <a:gd name="connsiteX1" fmla="*/ 18098 w 255905"/>
                    <a:gd name="connsiteY1" fmla="*/ 106839 h 255746"/>
                    <a:gd name="connsiteX2" fmla="*/ 18098 w 255905"/>
                    <a:gd name="connsiteY2" fmla="*/ 18574 h 255746"/>
                    <a:gd name="connsiteX3" fmla="*/ 106998 w 255905"/>
                    <a:gd name="connsiteY3" fmla="*/ 18574 h 255746"/>
                    <a:gd name="connsiteX4" fmla="*/ 237807 w 255905"/>
                    <a:gd name="connsiteY4" fmla="*/ 149384 h 255746"/>
                    <a:gd name="connsiteX5" fmla="*/ 237807 w 255905"/>
                    <a:gd name="connsiteY5" fmla="*/ 237649 h 255746"/>
                    <a:gd name="connsiteX6" fmla="*/ 148907 w 255905"/>
                    <a:gd name="connsiteY6" fmla="*/ 237649 h 2557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5905" h="255746">
                      <a:moveTo>
                        <a:pt x="148907" y="237649"/>
                      </a:moveTo>
                      <a:lnTo>
                        <a:pt x="18098" y="106839"/>
                      </a:lnTo>
                      <a:cubicBezTo>
                        <a:pt x="-6033" y="82709"/>
                        <a:pt x="-6033" y="42704"/>
                        <a:pt x="18098" y="18574"/>
                      </a:cubicBezTo>
                      <a:cubicBezTo>
                        <a:pt x="42863" y="-6191"/>
                        <a:pt x="82232" y="-6191"/>
                        <a:pt x="106998" y="18574"/>
                      </a:cubicBezTo>
                      <a:lnTo>
                        <a:pt x="237807" y="149384"/>
                      </a:lnTo>
                      <a:cubicBezTo>
                        <a:pt x="261938" y="173514"/>
                        <a:pt x="261938" y="212884"/>
                        <a:pt x="237807" y="237649"/>
                      </a:cubicBezTo>
                      <a:cubicBezTo>
                        <a:pt x="213042" y="261779"/>
                        <a:pt x="173673" y="261779"/>
                        <a:pt x="148907" y="237649"/>
                      </a:cubicBezTo>
                      <a:close/>
                    </a:path>
                  </a:pathLst>
                </a:custGeom>
                <a:solidFill>
                  <a:srgbClr val="82ACF8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7" name="Freeform: Shape 246">
                  <a:extLst>
                    <a:ext uri="{FF2B5EF4-FFF2-40B4-BE49-F238E27FC236}">
                      <a16:creationId xmlns:a16="http://schemas.microsoft.com/office/drawing/2014/main" id="{8ED3AA8D-6966-C6D5-D7C0-F5D800118B72}"/>
                    </a:ext>
                  </a:extLst>
                </p:cNvPr>
                <p:cNvSpPr/>
                <p:nvPr/>
              </p:nvSpPr>
              <p:spPr>
                <a:xfrm>
                  <a:off x="1955702" y="3517265"/>
                  <a:ext cx="309879" cy="125094"/>
                </a:xfrm>
                <a:custGeom>
                  <a:avLst/>
                  <a:gdLst>
                    <a:gd name="connsiteX0" fmla="*/ 247650 w 309879"/>
                    <a:gd name="connsiteY0" fmla="*/ 125095 h 125094"/>
                    <a:gd name="connsiteX1" fmla="*/ 62230 w 309879"/>
                    <a:gd name="connsiteY1" fmla="*/ 125095 h 125094"/>
                    <a:gd name="connsiteX2" fmla="*/ 0 w 309879"/>
                    <a:gd name="connsiteY2" fmla="*/ 62865 h 125094"/>
                    <a:gd name="connsiteX3" fmla="*/ 62230 w 309879"/>
                    <a:gd name="connsiteY3" fmla="*/ 0 h 125094"/>
                    <a:gd name="connsiteX4" fmla="*/ 247650 w 309879"/>
                    <a:gd name="connsiteY4" fmla="*/ 0 h 125094"/>
                    <a:gd name="connsiteX5" fmla="*/ 309880 w 309879"/>
                    <a:gd name="connsiteY5" fmla="*/ 62865 h 125094"/>
                    <a:gd name="connsiteX6" fmla="*/ 247650 w 309879"/>
                    <a:gd name="connsiteY6" fmla="*/ 125095 h 1250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09879" h="125094">
                      <a:moveTo>
                        <a:pt x="247650" y="125095"/>
                      </a:moveTo>
                      <a:lnTo>
                        <a:pt x="62230" y="125095"/>
                      </a:lnTo>
                      <a:cubicBezTo>
                        <a:pt x="27940" y="125095"/>
                        <a:pt x="0" y="97155"/>
                        <a:pt x="0" y="62865"/>
                      </a:cubicBezTo>
                      <a:cubicBezTo>
                        <a:pt x="0" y="27940"/>
                        <a:pt x="27940" y="0"/>
                        <a:pt x="62230" y="0"/>
                      </a:cubicBezTo>
                      <a:lnTo>
                        <a:pt x="247650" y="0"/>
                      </a:lnTo>
                      <a:cubicBezTo>
                        <a:pt x="281940" y="0"/>
                        <a:pt x="309880" y="27940"/>
                        <a:pt x="309880" y="62865"/>
                      </a:cubicBezTo>
                      <a:cubicBezTo>
                        <a:pt x="309880" y="97155"/>
                        <a:pt x="281940" y="125095"/>
                        <a:pt x="247650" y="125095"/>
                      </a:cubicBezTo>
                      <a:close/>
                    </a:path>
                  </a:pathLst>
                </a:custGeom>
                <a:solidFill>
                  <a:srgbClr val="82ACF8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8" name="Freeform: Shape 247">
                  <a:extLst>
                    <a:ext uri="{FF2B5EF4-FFF2-40B4-BE49-F238E27FC236}">
                      <a16:creationId xmlns:a16="http://schemas.microsoft.com/office/drawing/2014/main" id="{49B2DCB1-56C4-A1F7-485A-FBB35106C3B5}"/>
                    </a:ext>
                  </a:extLst>
                </p:cNvPr>
                <p:cNvSpPr/>
                <p:nvPr/>
              </p:nvSpPr>
              <p:spPr>
                <a:xfrm>
                  <a:off x="4809709" y="2979896"/>
                  <a:ext cx="255746" cy="255746"/>
                </a:xfrm>
                <a:custGeom>
                  <a:avLst/>
                  <a:gdLst>
                    <a:gd name="connsiteX0" fmla="*/ 106363 w 255746"/>
                    <a:gd name="connsiteY0" fmla="*/ 237649 h 255746"/>
                    <a:gd name="connsiteX1" fmla="*/ 237172 w 255746"/>
                    <a:gd name="connsiteY1" fmla="*/ 106839 h 255746"/>
                    <a:gd name="connsiteX2" fmla="*/ 237172 w 255746"/>
                    <a:gd name="connsiteY2" fmla="*/ 18574 h 255746"/>
                    <a:gd name="connsiteX3" fmla="*/ 148908 w 255746"/>
                    <a:gd name="connsiteY3" fmla="*/ 18574 h 255746"/>
                    <a:gd name="connsiteX4" fmla="*/ 18097 w 255746"/>
                    <a:gd name="connsiteY4" fmla="*/ 149384 h 255746"/>
                    <a:gd name="connsiteX5" fmla="*/ 18097 w 255746"/>
                    <a:gd name="connsiteY5" fmla="*/ 237649 h 255746"/>
                    <a:gd name="connsiteX6" fmla="*/ 106363 w 255746"/>
                    <a:gd name="connsiteY6" fmla="*/ 237649 h 2557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5746" h="255746">
                      <a:moveTo>
                        <a:pt x="106363" y="237649"/>
                      </a:moveTo>
                      <a:lnTo>
                        <a:pt x="237172" y="106839"/>
                      </a:lnTo>
                      <a:cubicBezTo>
                        <a:pt x="261938" y="82709"/>
                        <a:pt x="261938" y="42704"/>
                        <a:pt x="237172" y="18574"/>
                      </a:cubicBezTo>
                      <a:cubicBezTo>
                        <a:pt x="213043" y="-6191"/>
                        <a:pt x="173038" y="-6191"/>
                        <a:pt x="148908" y="18574"/>
                      </a:cubicBezTo>
                      <a:lnTo>
                        <a:pt x="18097" y="149384"/>
                      </a:lnTo>
                      <a:cubicBezTo>
                        <a:pt x="-6032" y="173514"/>
                        <a:pt x="-6032" y="212884"/>
                        <a:pt x="18097" y="237649"/>
                      </a:cubicBezTo>
                      <a:cubicBezTo>
                        <a:pt x="42863" y="261779"/>
                        <a:pt x="82233" y="261779"/>
                        <a:pt x="106363" y="237649"/>
                      </a:cubicBezTo>
                      <a:close/>
                    </a:path>
                  </a:pathLst>
                </a:custGeom>
                <a:solidFill>
                  <a:srgbClr val="82ACF8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9" name="Freeform: Shape 248">
                  <a:extLst>
                    <a:ext uri="{FF2B5EF4-FFF2-40B4-BE49-F238E27FC236}">
                      <a16:creationId xmlns:a16="http://schemas.microsoft.com/office/drawing/2014/main" id="{9B4AD995-4072-6C23-2331-2C71A84F2B49}"/>
                    </a:ext>
                  </a:extLst>
                </p:cNvPr>
                <p:cNvSpPr/>
                <p:nvPr/>
              </p:nvSpPr>
              <p:spPr>
                <a:xfrm>
                  <a:off x="4967506" y="3517265"/>
                  <a:ext cx="309879" cy="125094"/>
                </a:xfrm>
                <a:custGeom>
                  <a:avLst/>
                  <a:gdLst>
                    <a:gd name="connsiteX0" fmla="*/ 62230 w 309879"/>
                    <a:gd name="connsiteY0" fmla="*/ 125095 h 125094"/>
                    <a:gd name="connsiteX1" fmla="*/ 247015 w 309879"/>
                    <a:gd name="connsiteY1" fmla="*/ 125095 h 125094"/>
                    <a:gd name="connsiteX2" fmla="*/ 309880 w 309879"/>
                    <a:gd name="connsiteY2" fmla="*/ 62865 h 125094"/>
                    <a:gd name="connsiteX3" fmla="*/ 247015 w 309879"/>
                    <a:gd name="connsiteY3" fmla="*/ 0 h 125094"/>
                    <a:gd name="connsiteX4" fmla="*/ 62230 w 309879"/>
                    <a:gd name="connsiteY4" fmla="*/ 0 h 125094"/>
                    <a:gd name="connsiteX5" fmla="*/ 0 w 309879"/>
                    <a:gd name="connsiteY5" fmla="*/ 62865 h 125094"/>
                    <a:gd name="connsiteX6" fmla="*/ 62230 w 309879"/>
                    <a:gd name="connsiteY6" fmla="*/ 125095 h 1250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09879" h="125094">
                      <a:moveTo>
                        <a:pt x="62230" y="125095"/>
                      </a:moveTo>
                      <a:lnTo>
                        <a:pt x="247015" y="125095"/>
                      </a:lnTo>
                      <a:cubicBezTo>
                        <a:pt x="281940" y="125095"/>
                        <a:pt x="309880" y="97155"/>
                        <a:pt x="309880" y="62865"/>
                      </a:cubicBezTo>
                      <a:cubicBezTo>
                        <a:pt x="309880" y="27940"/>
                        <a:pt x="281940" y="0"/>
                        <a:pt x="247015" y="0"/>
                      </a:cubicBezTo>
                      <a:lnTo>
                        <a:pt x="62230" y="0"/>
                      </a:lnTo>
                      <a:cubicBezTo>
                        <a:pt x="27940" y="0"/>
                        <a:pt x="0" y="27940"/>
                        <a:pt x="0" y="62865"/>
                      </a:cubicBezTo>
                      <a:cubicBezTo>
                        <a:pt x="0" y="97155"/>
                        <a:pt x="27940" y="125095"/>
                        <a:pt x="62230" y="125095"/>
                      </a:cubicBezTo>
                      <a:close/>
                    </a:path>
                  </a:pathLst>
                </a:custGeom>
                <a:solidFill>
                  <a:srgbClr val="82ACF8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250" name="Graphic 3">
              <a:extLst>
                <a:ext uri="{FF2B5EF4-FFF2-40B4-BE49-F238E27FC236}">
                  <a16:creationId xmlns:a16="http://schemas.microsoft.com/office/drawing/2014/main" id="{E8057881-5025-2B54-1BA7-47AC5F8A8B6C}"/>
                </a:ext>
              </a:extLst>
            </p:cNvPr>
            <p:cNvGrpSpPr/>
            <p:nvPr/>
          </p:nvGrpSpPr>
          <p:grpSpPr>
            <a:xfrm>
              <a:off x="5016402" y="3971290"/>
              <a:ext cx="665479" cy="1465579"/>
              <a:chOff x="5016402" y="3971290"/>
              <a:chExt cx="665479" cy="1465579"/>
            </a:xfrm>
          </p:grpSpPr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8E8A3FDE-FD4A-862C-330F-C8CE3E545C7B}"/>
                  </a:ext>
                </a:extLst>
              </p:cNvPr>
              <p:cNvSpPr/>
              <p:nvPr/>
            </p:nvSpPr>
            <p:spPr>
              <a:xfrm>
                <a:off x="5016402" y="3971290"/>
                <a:ext cx="665479" cy="1465579"/>
              </a:xfrm>
              <a:custGeom>
                <a:avLst/>
                <a:gdLst>
                  <a:gd name="connsiteX0" fmla="*/ 54610 w 665479"/>
                  <a:gd name="connsiteY0" fmla="*/ 342265 h 1465579"/>
                  <a:gd name="connsiteX1" fmla="*/ 146685 w 665479"/>
                  <a:gd name="connsiteY1" fmla="*/ 342265 h 1465579"/>
                  <a:gd name="connsiteX2" fmla="*/ 146685 w 665479"/>
                  <a:gd name="connsiteY2" fmla="*/ 219710 h 1465579"/>
                  <a:gd name="connsiteX3" fmla="*/ 54610 w 665479"/>
                  <a:gd name="connsiteY3" fmla="*/ 219710 h 1465579"/>
                  <a:gd name="connsiteX4" fmla="*/ 0 w 665479"/>
                  <a:gd name="connsiteY4" fmla="*/ 165100 h 1465579"/>
                  <a:gd name="connsiteX5" fmla="*/ 54610 w 665479"/>
                  <a:gd name="connsiteY5" fmla="*/ 111125 h 1465579"/>
                  <a:gd name="connsiteX6" fmla="*/ 252730 w 665479"/>
                  <a:gd name="connsiteY6" fmla="*/ 111125 h 1465579"/>
                  <a:gd name="connsiteX7" fmla="*/ 252730 w 665479"/>
                  <a:gd name="connsiteY7" fmla="*/ 102870 h 1465579"/>
                  <a:gd name="connsiteX8" fmla="*/ 354965 w 665479"/>
                  <a:gd name="connsiteY8" fmla="*/ 0 h 1465579"/>
                  <a:gd name="connsiteX9" fmla="*/ 427990 w 665479"/>
                  <a:gd name="connsiteY9" fmla="*/ 29845 h 1465579"/>
                  <a:gd name="connsiteX10" fmla="*/ 457835 w 665479"/>
                  <a:gd name="connsiteY10" fmla="*/ 102870 h 1465579"/>
                  <a:gd name="connsiteX11" fmla="*/ 457835 w 665479"/>
                  <a:gd name="connsiteY11" fmla="*/ 862965 h 1465579"/>
                  <a:gd name="connsiteX12" fmla="*/ 665480 w 665479"/>
                  <a:gd name="connsiteY12" fmla="*/ 1155065 h 1465579"/>
                  <a:gd name="connsiteX13" fmla="*/ 354965 w 665479"/>
                  <a:gd name="connsiteY13" fmla="*/ 1465580 h 1465579"/>
                  <a:gd name="connsiteX14" fmla="*/ 45085 w 665479"/>
                  <a:gd name="connsiteY14" fmla="*/ 1155065 h 1465579"/>
                  <a:gd name="connsiteX15" fmla="*/ 252730 w 665479"/>
                  <a:gd name="connsiteY15" fmla="*/ 862965 h 1465579"/>
                  <a:gd name="connsiteX16" fmla="*/ 252730 w 665479"/>
                  <a:gd name="connsiteY16" fmla="*/ 451485 h 1465579"/>
                  <a:gd name="connsiteX17" fmla="*/ 54610 w 665479"/>
                  <a:gd name="connsiteY17" fmla="*/ 451485 h 1465579"/>
                  <a:gd name="connsiteX18" fmla="*/ 0 w 665479"/>
                  <a:gd name="connsiteY18" fmla="*/ 396875 h 1465579"/>
                  <a:gd name="connsiteX19" fmla="*/ 54610 w 665479"/>
                  <a:gd name="connsiteY19" fmla="*/ 342265 h 1465579"/>
                  <a:gd name="connsiteX20" fmla="*/ 236220 w 665479"/>
                  <a:gd name="connsiteY20" fmla="*/ 1155065 h 1465579"/>
                  <a:gd name="connsiteX21" fmla="*/ 354965 w 665479"/>
                  <a:gd name="connsiteY21" fmla="*/ 1274445 h 1465579"/>
                  <a:gd name="connsiteX22" fmla="*/ 474345 w 665479"/>
                  <a:gd name="connsiteY22" fmla="*/ 1155065 h 1465579"/>
                  <a:gd name="connsiteX23" fmla="*/ 354965 w 665479"/>
                  <a:gd name="connsiteY23" fmla="*/ 1036320 h 1465579"/>
                  <a:gd name="connsiteX24" fmla="*/ 236220 w 665479"/>
                  <a:gd name="connsiteY24" fmla="*/ 1155065 h 1465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65479" h="1465579">
                    <a:moveTo>
                      <a:pt x="54610" y="342265"/>
                    </a:moveTo>
                    <a:lnTo>
                      <a:pt x="146685" y="342265"/>
                    </a:lnTo>
                    <a:lnTo>
                      <a:pt x="146685" y="219710"/>
                    </a:lnTo>
                    <a:lnTo>
                      <a:pt x="54610" y="219710"/>
                    </a:lnTo>
                    <a:cubicBezTo>
                      <a:pt x="24765" y="219710"/>
                      <a:pt x="0" y="195580"/>
                      <a:pt x="0" y="165100"/>
                    </a:cubicBezTo>
                    <a:cubicBezTo>
                      <a:pt x="0" y="135255"/>
                      <a:pt x="24765" y="111125"/>
                      <a:pt x="54610" y="111125"/>
                    </a:cubicBezTo>
                    <a:lnTo>
                      <a:pt x="252730" y="111125"/>
                    </a:lnTo>
                    <a:lnTo>
                      <a:pt x="252730" y="102870"/>
                    </a:lnTo>
                    <a:cubicBezTo>
                      <a:pt x="252730" y="45720"/>
                      <a:pt x="298450" y="0"/>
                      <a:pt x="354965" y="0"/>
                    </a:cubicBezTo>
                    <a:cubicBezTo>
                      <a:pt x="383540" y="0"/>
                      <a:pt x="408940" y="11430"/>
                      <a:pt x="427990" y="29845"/>
                    </a:cubicBezTo>
                    <a:cubicBezTo>
                      <a:pt x="446405" y="48895"/>
                      <a:pt x="457835" y="74295"/>
                      <a:pt x="457835" y="102870"/>
                    </a:cubicBezTo>
                    <a:lnTo>
                      <a:pt x="457835" y="862965"/>
                    </a:lnTo>
                    <a:cubicBezTo>
                      <a:pt x="578485" y="904875"/>
                      <a:pt x="665480" y="1019810"/>
                      <a:pt x="665480" y="1155065"/>
                    </a:cubicBezTo>
                    <a:cubicBezTo>
                      <a:pt x="665480" y="1326515"/>
                      <a:pt x="526415" y="1465580"/>
                      <a:pt x="354965" y="1465580"/>
                    </a:cubicBezTo>
                    <a:cubicBezTo>
                      <a:pt x="184150" y="1465580"/>
                      <a:pt x="45085" y="1326515"/>
                      <a:pt x="45085" y="1155065"/>
                    </a:cubicBezTo>
                    <a:cubicBezTo>
                      <a:pt x="45085" y="1019810"/>
                      <a:pt x="132080" y="904875"/>
                      <a:pt x="252730" y="862965"/>
                    </a:cubicBezTo>
                    <a:lnTo>
                      <a:pt x="252730" y="451485"/>
                    </a:lnTo>
                    <a:lnTo>
                      <a:pt x="54610" y="451485"/>
                    </a:lnTo>
                    <a:cubicBezTo>
                      <a:pt x="24765" y="451485"/>
                      <a:pt x="0" y="426720"/>
                      <a:pt x="0" y="396875"/>
                    </a:cubicBezTo>
                    <a:cubicBezTo>
                      <a:pt x="0" y="366395"/>
                      <a:pt x="24765" y="342265"/>
                      <a:pt x="54610" y="342265"/>
                    </a:cubicBezTo>
                    <a:close/>
                    <a:moveTo>
                      <a:pt x="236220" y="1155065"/>
                    </a:moveTo>
                    <a:cubicBezTo>
                      <a:pt x="236220" y="1221105"/>
                      <a:pt x="289560" y="1274445"/>
                      <a:pt x="354965" y="1274445"/>
                    </a:cubicBezTo>
                    <a:cubicBezTo>
                      <a:pt x="421005" y="1274445"/>
                      <a:pt x="474345" y="1221105"/>
                      <a:pt x="474345" y="1155065"/>
                    </a:cubicBezTo>
                    <a:cubicBezTo>
                      <a:pt x="474345" y="1089660"/>
                      <a:pt x="421005" y="1036320"/>
                      <a:pt x="354965" y="1036320"/>
                    </a:cubicBezTo>
                    <a:cubicBezTo>
                      <a:pt x="289560" y="1036320"/>
                      <a:pt x="236220" y="1089660"/>
                      <a:pt x="236220" y="1155065"/>
                    </a:cubicBezTo>
                    <a:close/>
                  </a:path>
                </a:pathLst>
              </a:custGeom>
              <a:solidFill>
                <a:srgbClr val="0D5BD9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2CD69B2A-734F-3089-36CE-5272985A8958}"/>
                  </a:ext>
                </a:extLst>
              </p:cNvPr>
              <p:cNvSpPr/>
              <p:nvPr/>
            </p:nvSpPr>
            <p:spPr>
              <a:xfrm>
                <a:off x="5371367" y="3971290"/>
                <a:ext cx="310514" cy="1465579"/>
              </a:xfrm>
              <a:custGeom>
                <a:avLst/>
                <a:gdLst>
                  <a:gd name="connsiteX0" fmla="*/ 119380 w 310514"/>
                  <a:gd name="connsiteY0" fmla="*/ 1155065 h 1465579"/>
                  <a:gd name="connsiteX1" fmla="*/ 0 w 310514"/>
                  <a:gd name="connsiteY1" fmla="*/ 1274445 h 1465579"/>
                  <a:gd name="connsiteX2" fmla="*/ 0 w 310514"/>
                  <a:gd name="connsiteY2" fmla="*/ 1465580 h 1465579"/>
                  <a:gd name="connsiteX3" fmla="*/ 310515 w 310514"/>
                  <a:gd name="connsiteY3" fmla="*/ 1155065 h 1465579"/>
                  <a:gd name="connsiteX4" fmla="*/ 102870 w 310514"/>
                  <a:gd name="connsiteY4" fmla="*/ 862965 h 1465579"/>
                  <a:gd name="connsiteX5" fmla="*/ 102870 w 310514"/>
                  <a:gd name="connsiteY5" fmla="*/ 102870 h 1465579"/>
                  <a:gd name="connsiteX6" fmla="*/ 73025 w 310514"/>
                  <a:gd name="connsiteY6" fmla="*/ 29845 h 1465579"/>
                  <a:gd name="connsiteX7" fmla="*/ 0 w 310514"/>
                  <a:gd name="connsiteY7" fmla="*/ 0 h 1465579"/>
                  <a:gd name="connsiteX8" fmla="*/ 0 w 310514"/>
                  <a:gd name="connsiteY8" fmla="*/ 1036320 h 1465579"/>
                  <a:gd name="connsiteX9" fmla="*/ 119380 w 310514"/>
                  <a:gd name="connsiteY9" fmla="*/ 1155065 h 1465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0514" h="1465579">
                    <a:moveTo>
                      <a:pt x="119380" y="1155065"/>
                    </a:moveTo>
                    <a:cubicBezTo>
                      <a:pt x="119380" y="1221105"/>
                      <a:pt x="66040" y="1274445"/>
                      <a:pt x="0" y="1274445"/>
                    </a:cubicBezTo>
                    <a:lnTo>
                      <a:pt x="0" y="1465580"/>
                    </a:lnTo>
                    <a:cubicBezTo>
                      <a:pt x="171450" y="1465580"/>
                      <a:pt x="310515" y="1326515"/>
                      <a:pt x="310515" y="1155065"/>
                    </a:cubicBezTo>
                    <a:cubicBezTo>
                      <a:pt x="310515" y="1019810"/>
                      <a:pt x="223520" y="904875"/>
                      <a:pt x="102870" y="862965"/>
                    </a:cubicBezTo>
                    <a:lnTo>
                      <a:pt x="102870" y="102870"/>
                    </a:lnTo>
                    <a:cubicBezTo>
                      <a:pt x="102870" y="74295"/>
                      <a:pt x="91440" y="48895"/>
                      <a:pt x="73025" y="29845"/>
                    </a:cubicBezTo>
                    <a:cubicBezTo>
                      <a:pt x="53975" y="11430"/>
                      <a:pt x="28575" y="0"/>
                      <a:pt x="0" y="0"/>
                    </a:cubicBezTo>
                    <a:lnTo>
                      <a:pt x="0" y="1036320"/>
                    </a:lnTo>
                    <a:cubicBezTo>
                      <a:pt x="66040" y="1036320"/>
                      <a:pt x="119380" y="1089660"/>
                      <a:pt x="119380" y="1155065"/>
                    </a:cubicBezTo>
                    <a:close/>
                  </a:path>
                </a:pathLst>
              </a:custGeom>
              <a:solidFill>
                <a:srgbClr val="043179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53" name="Graphic 3">
              <a:extLst>
                <a:ext uri="{FF2B5EF4-FFF2-40B4-BE49-F238E27FC236}">
                  <a16:creationId xmlns:a16="http://schemas.microsoft.com/office/drawing/2014/main" id="{A26C0482-6AF3-F3D2-2B7F-59186087293F}"/>
                </a:ext>
              </a:extLst>
            </p:cNvPr>
            <p:cNvGrpSpPr/>
            <p:nvPr/>
          </p:nvGrpSpPr>
          <p:grpSpPr>
            <a:xfrm>
              <a:off x="5256789" y="3311525"/>
              <a:ext cx="1126133" cy="2118995"/>
              <a:chOff x="5256789" y="3311525"/>
              <a:chExt cx="1126133" cy="2118995"/>
            </a:xfrm>
          </p:grpSpPr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B655F1E0-87B3-AF74-AD3B-0C2DA87E0C51}"/>
                  </a:ext>
                </a:extLst>
              </p:cNvPr>
              <p:cNvSpPr/>
              <p:nvPr/>
            </p:nvSpPr>
            <p:spPr>
              <a:xfrm>
                <a:off x="5545356" y="3311525"/>
                <a:ext cx="280035" cy="186054"/>
              </a:xfrm>
              <a:custGeom>
                <a:avLst/>
                <a:gdLst>
                  <a:gd name="connsiteX0" fmla="*/ 0 w 280035"/>
                  <a:gd name="connsiteY0" fmla="*/ 183515 h 186054"/>
                  <a:gd name="connsiteX1" fmla="*/ 0 w 280035"/>
                  <a:gd name="connsiteY1" fmla="*/ 119380 h 186054"/>
                  <a:gd name="connsiteX2" fmla="*/ 99695 w 280035"/>
                  <a:gd name="connsiteY2" fmla="*/ 0 h 186054"/>
                  <a:gd name="connsiteX3" fmla="*/ 180340 w 280035"/>
                  <a:gd name="connsiteY3" fmla="*/ 0 h 186054"/>
                  <a:gd name="connsiteX4" fmla="*/ 280035 w 280035"/>
                  <a:gd name="connsiteY4" fmla="*/ 119380 h 186054"/>
                  <a:gd name="connsiteX5" fmla="*/ 280035 w 280035"/>
                  <a:gd name="connsiteY5" fmla="*/ 186055 h 186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0035" h="186054">
                    <a:moveTo>
                      <a:pt x="0" y="183515"/>
                    </a:moveTo>
                    <a:lnTo>
                      <a:pt x="0" y="119380"/>
                    </a:lnTo>
                    <a:cubicBezTo>
                      <a:pt x="0" y="53340"/>
                      <a:pt x="45085" y="0"/>
                      <a:pt x="99695" y="0"/>
                    </a:cubicBezTo>
                    <a:lnTo>
                      <a:pt x="180340" y="0"/>
                    </a:lnTo>
                    <a:cubicBezTo>
                      <a:pt x="235585" y="0"/>
                      <a:pt x="280035" y="53340"/>
                      <a:pt x="280035" y="119380"/>
                    </a:cubicBezTo>
                    <a:lnTo>
                      <a:pt x="280035" y="186055"/>
                    </a:lnTo>
                    <a:close/>
                  </a:path>
                </a:pathLst>
              </a:custGeom>
              <a:solidFill>
                <a:srgbClr val="0541A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6EA10C66-42F2-31CF-1166-AC3EE176345D}"/>
                  </a:ext>
                </a:extLst>
              </p:cNvPr>
              <p:cNvSpPr/>
              <p:nvPr/>
            </p:nvSpPr>
            <p:spPr>
              <a:xfrm>
                <a:off x="6228299" y="3768087"/>
                <a:ext cx="154624" cy="165737"/>
              </a:xfrm>
              <a:custGeom>
                <a:avLst/>
                <a:gdLst>
                  <a:gd name="connsiteX0" fmla="*/ 14287 w 154624"/>
                  <a:gd name="connsiteY0" fmla="*/ 136528 h 165737"/>
                  <a:gd name="connsiteX1" fmla="*/ 953 w 154624"/>
                  <a:gd name="connsiteY1" fmla="*/ 97792 h 165737"/>
                  <a:gd name="connsiteX2" fmla="*/ 953 w 154624"/>
                  <a:gd name="connsiteY2" fmla="*/ 85728 h 165737"/>
                  <a:gd name="connsiteX3" fmla="*/ 8573 w 154624"/>
                  <a:gd name="connsiteY3" fmla="*/ 12703 h 165737"/>
                  <a:gd name="connsiteX4" fmla="*/ 25082 w 154624"/>
                  <a:gd name="connsiteY4" fmla="*/ 2542 h 165737"/>
                  <a:gd name="connsiteX5" fmla="*/ 42228 w 154624"/>
                  <a:gd name="connsiteY5" fmla="*/ 35562 h 165737"/>
                  <a:gd name="connsiteX6" fmla="*/ 44768 w 154624"/>
                  <a:gd name="connsiteY6" fmla="*/ 55247 h 165737"/>
                  <a:gd name="connsiteX7" fmla="*/ 68898 w 154624"/>
                  <a:gd name="connsiteY7" fmla="*/ 9528 h 165737"/>
                  <a:gd name="connsiteX8" fmla="*/ 153353 w 154624"/>
                  <a:gd name="connsiteY8" fmla="*/ 42547 h 165737"/>
                  <a:gd name="connsiteX9" fmla="*/ 93662 w 154624"/>
                  <a:gd name="connsiteY9" fmla="*/ 165738 h 165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4624" h="165737">
                    <a:moveTo>
                      <a:pt x="14287" y="136528"/>
                    </a:moveTo>
                    <a:lnTo>
                      <a:pt x="953" y="97792"/>
                    </a:lnTo>
                    <a:cubicBezTo>
                      <a:pt x="-318" y="93983"/>
                      <a:pt x="-318" y="89538"/>
                      <a:pt x="953" y="85728"/>
                    </a:cubicBezTo>
                    <a:cubicBezTo>
                      <a:pt x="5398" y="73028"/>
                      <a:pt x="14923" y="39372"/>
                      <a:pt x="8573" y="12703"/>
                    </a:cubicBezTo>
                    <a:cubicBezTo>
                      <a:pt x="6032" y="2542"/>
                      <a:pt x="17462" y="-3808"/>
                      <a:pt x="25082" y="2542"/>
                    </a:cubicBezTo>
                    <a:cubicBezTo>
                      <a:pt x="33337" y="9528"/>
                      <a:pt x="40957" y="20322"/>
                      <a:pt x="42228" y="35562"/>
                    </a:cubicBezTo>
                    <a:cubicBezTo>
                      <a:pt x="42228" y="35562"/>
                      <a:pt x="45403" y="52072"/>
                      <a:pt x="44768" y="55247"/>
                    </a:cubicBezTo>
                    <a:cubicBezTo>
                      <a:pt x="44768" y="55247"/>
                      <a:pt x="50482" y="6987"/>
                      <a:pt x="68898" y="9528"/>
                    </a:cubicBezTo>
                    <a:cubicBezTo>
                      <a:pt x="87948" y="11433"/>
                      <a:pt x="148273" y="29212"/>
                      <a:pt x="153353" y="42547"/>
                    </a:cubicBezTo>
                    <a:cubicBezTo>
                      <a:pt x="158432" y="56517"/>
                      <a:pt x="150178" y="132083"/>
                      <a:pt x="93662" y="165738"/>
                    </a:cubicBezTo>
                    <a:close/>
                  </a:path>
                </a:pathLst>
              </a:custGeom>
              <a:solidFill>
                <a:srgbClr val="E1EBF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1C01D31C-62B5-2648-F711-2CE2E98FE2B8}"/>
                  </a:ext>
                </a:extLst>
              </p:cNvPr>
              <p:cNvSpPr/>
              <p:nvPr/>
            </p:nvSpPr>
            <p:spPr>
              <a:xfrm>
                <a:off x="5818077" y="5349477"/>
                <a:ext cx="263854" cy="81042"/>
              </a:xfrm>
              <a:custGeom>
                <a:avLst/>
                <a:gdLst>
                  <a:gd name="connsiteX0" fmla="*/ 33985 w 263854"/>
                  <a:gd name="connsiteY0" fmla="*/ 1667 h 81042"/>
                  <a:gd name="connsiteX1" fmla="*/ 6680 w 263854"/>
                  <a:gd name="connsiteY1" fmla="*/ 81042 h 81042"/>
                  <a:gd name="connsiteX2" fmla="*/ 263855 w 263854"/>
                  <a:gd name="connsiteY2" fmla="*/ 81042 h 81042"/>
                  <a:gd name="connsiteX3" fmla="*/ 260045 w 263854"/>
                  <a:gd name="connsiteY3" fmla="*/ 53102 h 81042"/>
                  <a:gd name="connsiteX4" fmla="*/ 117805 w 263854"/>
                  <a:gd name="connsiteY4" fmla="*/ 21352 h 81042"/>
                  <a:gd name="connsiteX5" fmla="*/ 33985 w 263854"/>
                  <a:gd name="connsiteY5" fmla="*/ 1667 h 81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3854" h="81042">
                    <a:moveTo>
                      <a:pt x="33985" y="1667"/>
                    </a:moveTo>
                    <a:cubicBezTo>
                      <a:pt x="33985" y="1667"/>
                      <a:pt x="-18085" y="39132"/>
                      <a:pt x="6680" y="81042"/>
                    </a:cubicBezTo>
                    <a:lnTo>
                      <a:pt x="263855" y="81042"/>
                    </a:lnTo>
                    <a:lnTo>
                      <a:pt x="260045" y="53102"/>
                    </a:lnTo>
                    <a:cubicBezTo>
                      <a:pt x="260045" y="53102"/>
                      <a:pt x="149555" y="51197"/>
                      <a:pt x="117805" y="21352"/>
                    </a:cubicBezTo>
                    <a:cubicBezTo>
                      <a:pt x="86055" y="-8493"/>
                      <a:pt x="33985" y="1667"/>
                      <a:pt x="33985" y="1667"/>
                    </a:cubicBezTo>
                    <a:close/>
                  </a:path>
                </a:pathLst>
              </a:custGeom>
              <a:solidFill>
                <a:srgbClr val="02193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ED669DDA-07CD-EA2D-BAAA-7DA456DF9FD6}"/>
                  </a:ext>
                </a:extLst>
              </p:cNvPr>
              <p:cNvSpPr/>
              <p:nvPr/>
            </p:nvSpPr>
            <p:spPr>
              <a:xfrm>
                <a:off x="5546627" y="5352415"/>
                <a:ext cx="165085" cy="78104"/>
              </a:xfrm>
              <a:custGeom>
                <a:avLst/>
                <a:gdLst>
                  <a:gd name="connsiteX0" fmla="*/ 50800 w 165085"/>
                  <a:gd name="connsiteY0" fmla="*/ 0 h 78104"/>
                  <a:gd name="connsiteX1" fmla="*/ 30480 w 165085"/>
                  <a:gd name="connsiteY1" fmla="*/ 41910 h 78104"/>
                  <a:gd name="connsiteX2" fmla="*/ 0 w 165085"/>
                  <a:gd name="connsiteY2" fmla="*/ 59690 h 78104"/>
                  <a:gd name="connsiteX3" fmla="*/ 0 w 165085"/>
                  <a:gd name="connsiteY3" fmla="*/ 78105 h 78104"/>
                  <a:gd name="connsiteX4" fmla="*/ 155575 w 165085"/>
                  <a:gd name="connsiteY4" fmla="*/ 78105 h 78104"/>
                  <a:gd name="connsiteX5" fmla="*/ 142240 w 165085"/>
                  <a:gd name="connsiteY5" fmla="*/ 0 h 78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5085" h="78104">
                    <a:moveTo>
                      <a:pt x="50800" y="0"/>
                    </a:moveTo>
                    <a:lnTo>
                      <a:pt x="30480" y="41910"/>
                    </a:lnTo>
                    <a:lnTo>
                      <a:pt x="0" y="59690"/>
                    </a:lnTo>
                    <a:lnTo>
                      <a:pt x="0" y="78105"/>
                    </a:lnTo>
                    <a:lnTo>
                      <a:pt x="155575" y="78105"/>
                    </a:lnTo>
                    <a:cubicBezTo>
                      <a:pt x="155575" y="78105"/>
                      <a:pt x="184150" y="28575"/>
                      <a:pt x="142240" y="0"/>
                    </a:cubicBezTo>
                    <a:close/>
                  </a:path>
                </a:pathLst>
              </a:custGeom>
              <a:solidFill>
                <a:srgbClr val="02193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42721779-1053-9961-A552-39D01231DF8C}"/>
                  </a:ext>
                </a:extLst>
              </p:cNvPr>
              <p:cNvSpPr/>
              <p:nvPr/>
            </p:nvSpPr>
            <p:spPr>
              <a:xfrm>
                <a:off x="5596166" y="3662045"/>
                <a:ext cx="183477" cy="168275"/>
              </a:xfrm>
              <a:custGeom>
                <a:avLst/>
                <a:gdLst>
                  <a:gd name="connsiteX0" fmla="*/ 91431 w 183477"/>
                  <a:gd name="connsiteY0" fmla="*/ 168275 h 168275"/>
                  <a:gd name="connsiteX1" fmla="*/ 2531 w 183477"/>
                  <a:gd name="connsiteY1" fmla="*/ 73660 h 168275"/>
                  <a:gd name="connsiteX2" fmla="*/ 2531 w 183477"/>
                  <a:gd name="connsiteY2" fmla="*/ 4445 h 168275"/>
                  <a:gd name="connsiteX3" fmla="*/ 174616 w 183477"/>
                  <a:gd name="connsiteY3" fmla="*/ 0 h 168275"/>
                  <a:gd name="connsiteX4" fmla="*/ 177791 w 183477"/>
                  <a:gd name="connsiteY4" fmla="*/ 29210 h 168275"/>
                  <a:gd name="connsiteX5" fmla="*/ 180966 w 183477"/>
                  <a:gd name="connsiteY5" fmla="*/ 63500 h 168275"/>
                  <a:gd name="connsiteX6" fmla="*/ 91431 w 183477"/>
                  <a:gd name="connsiteY6" fmla="*/ 168275 h 168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3477" h="168275">
                    <a:moveTo>
                      <a:pt x="91431" y="168275"/>
                    </a:moveTo>
                    <a:cubicBezTo>
                      <a:pt x="-23504" y="168275"/>
                      <a:pt x="2531" y="73660"/>
                      <a:pt x="2531" y="73660"/>
                    </a:cubicBezTo>
                    <a:lnTo>
                      <a:pt x="2531" y="4445"/>
                    </a:lnTo>
                    <a:lnTo>
                      <a:pt x="174616" y="0"/>
                    </a:lnTo>
                    <a:lnTo>
                      <a:pt x="177791" y="29210"/>
                    </a:lnTo>
                    <a:lnTo>
                      <a:pt x="180966" y="63500"/>
                    </a:lnTo>
                    <a:cubicBezTo>
                      <a:pt x="180966" y="63500"/>
                      <a:pt x="207001" y="168275"/>
                      <a:pt x="91431" y="168275"/>
                    </a:cubicBezTo>
                    <a:close/>
                  </a:path>
                </a:pathLst>
              </a:custGeom>
              <a:solidFill>
                <a:srgbClr val="E1EBF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12783F4A-CCE5-2AF5-D5E7-76942DC77379}"/>
                  </a:ext>
                </a:extLst>
              </p:cNvPr>
              <p:cNvSpPr/>
              <p:nvPr/>
            </p:nvSpPr>
            <p:spPr>
              <a:xfrm>
                <a:off x="5546627" y="4485640"/>
                <a:ext cx="541039" cy="852169"/>
              </a:xfrm>
              <a:custGeom>
                <a:avLst/>
                <a:gdLst>
                  <a:gd name="connsiteX0" fmla="*/ 0 w 541039"/>
                  <a:gd name="connsiteY0" fmla="*/ 34290 h 852169"/>
                  <a:gd name="connsiteX1" fmla="*/ 41910 w 541039"/>
                  <a:gd name="connsiteY1" fmla="*/ 852170 h 852169"/>
                  <a:gd name="connsiteX2" fmla="*/ 150495 w 541039"/>
                  <a:gd name="connsiteY2" fmla="*/ 852170 h 852169"/>
                  <a:gd name="connsiteX3" fmla="*/ 240030 w 541039"/>
                  <a:gd name="connsiteY3" fmla="*/ 186690 h 852169"/>
                  <a:gd name="connsiteX4" fmla="*/ 379730 w 541039"/>
                  <a:gd name="connsiteY4" fmla="*/ 431800 h 852169"/>
                  <a:gd name="connsiteX5" fmla="*/ 306070 w 541039"/>
                  <a:gd name="connsiteY5" fmla="*/ 820420 h 852169"/>
                  <a:gd name="connsiteX6" fmla="*/ 415925 w 541039"/>
                  <a:gd name="connsiteY6" fmla="*/ 848360 h 852169"/>
                  <a:gd name="connsiteX7" fmla="*/ 537845 w 541039"/>
                  <a:gd name="connsiteY7" fmla="*/ 449580 h 852169"/>
                  <a:gd name="connsiteX8" fmla="*/ 538480 w 541039"/>
                  <a:gd name="connsiteY8" fmla="*/ 408305 h 852169"/>
                  <a:gd name="connsiteX9" fmla="*/ 422275 w 541039"/>
                  <a:gd name="connsiteY9" fmla="*/ 0 h 852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41039" h="852169">
                    <a:moveTo>
                      <a:pt x="0" y="34290"/>
                    </a:moveTo>
                    <a:lnTo>
                      <a:pt x="41910" y="852170"/>
                    </a:lnTo>
                    <a:lnTo>
                      <a:pt x="150495" y="852170"/>
                    </a:lnTo>
                    <a:lnTo>
                      <a:pt x="240030" y="186690"/>
                    </a:lnTo>
                    <a:lnTo>
                      <a:pt x="379730" y="431800"/>
                    </a:lnTo>
                    <a:lnTo>
                      <a:pt x="306070" y="820420"/>
                    </a:lnTo>
                    <a:lnTo>
                      <a:pt x="415925" y="848360"/>
                    </a:lnTo>
                    <a:lnTo>
                      <a:pt x="537845" y="449580"/>
                    </a:lnTo>
                    <a:cubicBezTo>
                      <a:pt x="541655" y="436245"/>
                      <a:pt x="542290" y="422275"/>
                      <a:pt x="538480" y="408305"/>
                    </a:cubicBezTo>
                    <a:lnTo>
                      <a:pt x="422275" y="0"/>
                    </a:lnTo>
                    <a:close/>
                  </a:path>
                </a:pathLst>
              </a:custGeom>
              <a:solidFill>
                <a:srgbClr val="0325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C8C05AB0-DF9D-74C0-01B9-C1C6DA426470}"/>
                  </a:ext>
                </a:extLst>
              </p:cNvPr>
              <p:cNvSpPr/>
              <p:nvPr/>
            </p:nvSpPr>
            <p:spPr>
              <a:xfrm>
                <a:off x="5852061" y="5308600"/>
                <a:ext cx="96520" cy="65625"/>
              </a:xfrm>
              <a:custGeom>
                <a:avLst/>
                <a:gdLst>
                  <a:gd name="connsiteX0" fmla="*/ 10795 w 96520"/>
                  <a:gd name="connsiteY0" fmla="*/ 0 h 65625"/>
                  <a:gd name="connsiteX1" fmla="*/ 0 w 96520"/>
                  <a:gd name="connsiteY1" fmla="*/ 42545 h 65625"/>
                  <a:gd name="connsiteX2" fmla="*/ 83820 w 96520"/>
                  <a:gd name="connsiteY2" fmla="*/ 62230 h 65625"/>
                  <a:gd name="connsiteX3" fmla="*/ 96520 w 96520"/>
                  <a:gd name="connsiteY3" fmla="*/ 21590 h 65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520" h="65625">
                    <a:moveTo>
                      <a:pt x="10795" y="0"/>
                    </a:moveTo>
                    <a:lnTo>
                      <a:pt x="0" y="42545"/>
                    </a:lnTo>
                    <a:cubicBezTo>
                      <a:pt x="0" y="42545"/>
                      <a:pt x="34290" y="76200"/>
                      <a:pt x="83820" y="62230"/>
                    </a:cubicBezTo>
                    <a:lnTo>
                      <a:pt x="96520" y="21590"/>
                    </a:lnTo>
                    <a:close/>
                  </a:path>
                </a:pathLst>
              </a:custGeom>
              <a:solidFill>
                <a:srgbClr val="E1EBF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6191D3A6-E6C3-78EC-C83D-039ABE34A392}"/>
                  </a:ext>
                </a:extLst>
              </p:cNvPr>
              <p:cNvSpPr/>
              <p:nvPr/>
            </p:nvSpPr>
            <p:spPr>
              <a:xfrm>
                <a:off x="5597427" y="5337809"/>
                <a:ext cx="91440" cy="34290"/>
              </a:xfrm>
              <a:custGeom>
                <a:avLst/>
                <a:gdLst>
                  <a:gd name="connsiteX0" fmla="*/ 0 w 91440"/>
                  <a:gd name="connsiteY0" fmla="*/ 0 h 34290"/>
                  <a:gd name="connsiteX1" fmla="*/ 91440 w 91440"/>
                  <a:gd name="connsiteY1" fmla="*/ 0 h 34290"/>
                  <a:gd name="connsiteX2" fmla="*/ 91440 w 91440"/>
                  <a:gd name="connsiteY2" fmla="*/ 24130 h 34290"/>
                  <a:gd name="connsiteX3" fmla="*/ 0 w 91440"/>
                  <a:gd name="connsiteY3" fmla="*/ 24130 h 34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1440" h="34290">
                    <a:moveTo>
                      <a:pt x="0" y="0"/>
                    </a:moveTo>
                    <a:lnTo>
                      <a:pt x="91440" y="0"/>
                    </a:lnTo>
                    <a:lnTo>
                      <a:pt x="91440" y="24130"/>
                    </a:lnTo>
                    <a:cubicBezTo>
                      <a:pt x="91440" y="24130"/>
                      <a:pt x="52705" y="46990"/>
                      <a:pt x="0" y="24130"/>
                    </a:cubicBezTo>
                    <a:close/>
                  </a:path>
                </a:pathLst>
              </a:custGeom>
              <a:solidFill>
                <a:srgbClr val="E1EBF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32B9D950-2199-6554-0AA1-2F1EC4992541}"/>
                  </a:ext>
                </a:extLst>
              </p:cNvPr>
              <p:cNvSpPr/>
              <p:nvPr/>
            </p:nvSpPr>
            <p:spPr>
              <a:xfrm>
                <a:off x="5256789" y="3725545"/>
                <a:ext cx="1083587" cy="797559"/>
              </a:xfrm>
              <a:custGeom>
                <a:avLst/>
                <a:gdLst>
                  <a:gd name="connsiteX0" fmla="*/ 1083587 w 1083587"/>
                  <a:gd name="connsiteY0" fmla="*/ 208280 h 797559"/>
                  <a:gd name="connsiteX1" fmla="*/ 936267 w 1083587"/>
                  <a:gd name="connsiteY1" fmla="*/ 465455 h 797559"/>
                  <a:gd name="connsiteX2" fmla="*/ 783232 w 1083587"/>
                  <a:gd name="connsiteY2" fmla="*/ 484505 h 797559"/>
                  <a:gd name="connsiteX3" fmla="*/ 696872 w 1083587"/>
                  <a:gd name="connsiteY3" fmla="*/ 393700 h 797559"/>
                  <a:gd name="connsiteX4" fmla="*/ 734337 w 1083587"/>
                  <a:gd name="connsiteY4" fmla="*/ 712470 h 797559"/>
                  <a:gd name="connsiteX5" fmla="*/ 718462 w 1083587"/>
                  <a:gd name="connsiteY5" fmla="*/ 759460 h 797559"/>
                  <a:gd name="connsiteX6" fmla="*/ 712112 w 1083587"/>
                  <a:gd name="connsiteY6" fmla="*/ 766445 h 797559"/>
                  <a:gd name="connsiteX7" fmla="*/ 289837 w 1083587"/>
                  <a:gd name="connsiteY7" fmla="*/ 797560 h 797559"/>
                  <a:gd name="connsiteX8" fmla="*/ 282217 w 1083587"/>
                  <a:gd name="connsiteY8" fmla="*/ 793115 h 797559"/>
                  <a:gd name="connsiteX9" fmla="*/ 261897 w 1083587"/>
                  <a:gd name="connsiteY9" fmla="*/ 756285 h 797559"/>
                  <a:gd name="connsiteX10" fmla="*/ 266342 w 1083587"/>
                  <a:gd name="connsiteY10" fmla="*/ 375920 h 797559"/>
                  <a:gd name="connsiteX11" fmla="*/ 247292 w 1083587"/>
                  <a:gd name="connsiteY11" fmla="*/ 396875 h 797559"/>
                  <a:gd name="connsiteX12" fmla="*/ 45997 w 1083587"/>
                  <a:gd name="connsiteY12" fmla="*/ 302260 h 797559"/>
                  <a:gd name="connsiteX13" fmla="*/ 34567 w 1083587"/>
                  <a:gd name="connsiteY13" fmla="*/ 163830 h 797559"/>
                  <a:gd name="connsiteX14" fmla="*/ 180617 w 1083587"/>
                  <a:gd name="connsiteY14" fmla="*/ 62230 h 797559"/>
                  <a:gd name="connsiteX15" fmla="*/ 270153 w 1083587"/>
                  <a:gd name="connsiteY15" fmla="*/ 19685 h 797559"/>
                  <a:gd name="connsiteX16" fmla="*/ 341907 w 1083587"/>
                  <a:gd name="connsiteY16" fmla="*/ 10160 h 797559"/>
                  <a:gd name="connsiteX17" fmla="*/ 437792 w 1083587"/>
                  <a:gd name="connsiteY17" fmla="*/ 94615 h 797559"/>
                  <a:gd name="connsiteX18" fmla="*/ 520342 w 1083587"/>
                  <a:gd name="connsiteY18" fmla="*/ 0 h 797559"/>
                  <a:gd name="connsiteX19" fmla="*/ 635912 w 1083587"/>
                  <a:gd name="connsiteY19" fmla="*/ 34290 h 797559"/>
                  <a:gd name="connsiteX20" fmla="*/ 739417 w 1083587"/>
                  <a:gd name="connsiteY20" fmla="*/ 113030 h 797559"/>
                  <a:gd name="connsiteX21" fmla="*/ 865147 w 1083587"/>
                  <a:gd name="connsiteY21" fmla="*/ 314960 h 797559"/>
                  <a:gd name="connsiteX22" fmla="*/ 983892 w 1083587"/>
                  <a:gd name="connsiteY22" fmla="*/ 172085 h 797559"/>
                  <a:gd name="connsiteX23" fmla="*/ 258722 w 1083587"/>
                  <a:gd name="connsiteY23" fmla="*/ 293370 h 797559"/>
                  <a:gd name="connsiteX24" fmla="*/ 244753 w 1083587"/>
                  <a:gd name="connsiteY24" fmla="*/ 214630 h 797559"/>
                  <a:gd name="connsiteX25" fmla="*/ 178712 w 1083587"/>
                  <a:gd name="connsiteY25" fmla="*/ 239395 h 797559"/>
                  <a:gd name="connsiteX26" fmla="*/ 258722 w 1083587"/>
                  <a:gd name="connsiteY26" fmla="*/ 293370 h 7975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083587" h="797559">
                    <a:moveTo>
                      <a:pt x="1083587" y="208280"/>
                    </a:moveTo>
                    <a:lnTo>
                      <a:pt x="936267" y="465455"/>
                    </a:lnTo>
                    <a:cubicBezTo>
                      <a:pt x="904517" y="521335"/>
                      <a:pt x="827682" y="530860"/>
                      <a:pt x="783232" y="484505"/>
                    </a:cubicBezTo>
                    <a:lnTo>
                      <a:pt x="696872" y="393700"/>
                    </a:lnTo>
                    <a:lnTo>
                      <a:pt x="734337" y="712470"/>
                    </a:lnTo>
                    <a:cubicBezTo>
                      <a:pt x="736242" y="729615"/>
                      <a:pt x="730528" y="746760"/>
                      <a:pt x="718462" y="759460"/>
                    </a:cubicBezTo>
                    <a:lnTo>
                      <a:pt x="712112" y="766445"/>
                    </a:lnTo>
                    <a:lnTo>
                      <a:pt x="289837" y="797560"/>
                    </a:lnTo>
                    <a:lnTo>
                      <a:pt x="282217" y="793115"/>
                    </a:lnTo>
                    <a:cubicBezTo>
                      <a:pt x="269517" y="785495"/>
                      <a:pt x="261897" y="771525"/>
                      <a:pt x="261897" y="756285"/>
                    </a:cubicBezTo>
                    <a:lnTo>
                      <a:pt x="266342" y="375920"/>
                    </a:lnTo>
                    <a:lnTo>
                      <a:pt x="247292" y="396875"/>
                    </a:lnTo>
                    <a:lnTo>
                      <a:pt x="45997" y="302260"/>
                    </a:lnTo>
                    <a:cubicBezTo>
                      <a:pt x="-9883" y="275590"/>
                      <a:pt x="-16233" y="198755"/>
                      <a:pt x="34567" y="163830"/>
                    </a:cubicBezTo>
                    <a:lnTo>
                      <a:pt x="180617" y="62230"/>
                    </a:lnTo>
                    <a:cubicBezTo>
                      <a:pt x="180617" y="62230"/>
                      <a:pt x="218717" y="31115"/>
                      <a:pt x="270153" y="19685"/>
                    </a:cubicBezTo>
                    <a:lnTo>
                      <a:pt x="341907" y="10160"/>
                    </a:lnTo>
                    <a:cubicBezTo>
                      <a:pt x="341907" y="10160"/>
                      <a:pt x="348892" y="98425"/>
                      <a:pt x="437792" y="94615"/>
                    </a:cubicBezTo>
                    <a:cubicBezTo>
                      <a:pt x="532407" y="90805"/>
                      <a:pt x="520342" y="0"/>
                      <a:pt x="520342" y="0"/>
                    </a:cubicBezTo>
                    <a:lnTo>
                      <a:pt x="635912" y="34290"/>
                    </a:lnTo>
                    <a:cubicBezTo>
                      <a:pt x="678457" y="46990"/>
                      <a:pt x="715922" y="74930"/>
                      <a:pt x="739417" y="113030"/>
                    </a:cubicBezTo>
                    <a:lnTo>
                      <a:pt x="865147" y="314960"/>
                    </a:lnTo>
                    <a:lnTo>
                      <a:pt x="983892" y="172085"/>
                    </a:lnTo>
                    <a:close/>
                    <a:moveTo>
                      <a:pt x="258722" y="293370"/>
                    </a:moveTo>
                    <a:lnTo>
                      <a:pt x="244753" y="214630"/>
                    </a:lnTo>
                    <a:cubicBezTo>
                      <a:pt x="244753" y="214630"/>
                      <a:pt x="188872" y="219075"/>
                      <a:pt x="178712" y="239395"/>
                    </a:cubicBezTo>
                    <a:cubicBezTo>
                      <a:pt x="178712" y="239395"/>
                      <a:pt x="241578" y="267335"/>
                      <a:pt x="258722" y="293370"/>
                    </a:cubicBezTo>
                    <a:close/>
                  </a:path>
                </a:pathLst>
              </a:custGeom>
              <a:solidFill>
                <a:srgbClr val="043179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8D16A123-F824-98EA-D721-125C2F257E57}"/>
                  </a:ext>
                </a:extLst>
              </p:cNvPr>
              <p:cNvSpPr/>
              <p:nvPr/>
            </p:nvSpPr>
            <p:spPr>
              <a:xfrm>
                <a:off x="5504081" y="4070984"/>
                <a:ext cx="158236" cy="119298"/>
              </a:xfrm>
              <a:custGeom>
                <a:avLst/>
                <a:gdLst>
                  <a:gd name="connsiteX0" fmla="*/ 38735 w 158236"/>
                  <a:gd name="connsiteY0" fmla="*/ 0 h 119298"/>
                  <a:gd name="connsiteX1" fmla="*/ 83185 w 158236"/>
                  <a:gd name="connsiteY1" fmla="*/ 15240 h 119298"/>
                  <a:gd name="connsiteX2" fmla="*/ 129540 w 158236"/>
                  <a:gd name="connsiteY2" fmla="*/ 20320 h 119298"/>
                  <a:gd name="connsiteX3" fmla="*/ 136525 w 158236"/>
                  <a:gd name="connsiteY3" fmla="*/ 23495 h 119298"/>
                  <a:gd name="connsiteX4" fmla="*/ 137795 w 158236"/>
                  <a:gd name="connsiteY4" fmla="*/ 30480 h 119298"/>
                  <a:gd name="connsiteX5" fmla="*/ 132080 w 158236"/>
                  <a:gd name="connsiteY5" fmla="*/ 33020 h 119298"/>
                  <a:gd name="connsiteX6" fmla="*/ 111760 w 158236"/>
                  <a:gd name="connsiteY6" fmla="*/ 36830 h 119298"/>
                  <a:gd name="connsiteX7" fmla="*/ 143510 w 158236"/>
                  <a:gd name="connsiteY7" fmla="*/ 52070 h 119298"/>
                  <a:gd name="connsiteX8" fmla="*/ 153670 w 158236"/>
                  <a:gd name="connsiteY8" fmla="*/ 60960 h 119298"/>
                  <a:gd name="connsiteX9" fmla="*/ 158115 w 158236"/>
                  <a:gd name="connsiteY9" fmla="*/ 73025 h 119298"/>
                  <a:gd name="connsiteX10" fmla="*/ 132715 w 158236"/>
                  <a:gd name="connsiteY10" fmla="*/ 102870 h 119298"/>
                  <a:gd name="connsiteX11" fmla="*/ 109220 w 158236"/>
                  <a:gd name="connsiteY11" fmla="*/ 118745 h 119298"/>
                  <a:gd name="connsiteX12" fmla="*/ 80645 w 158236"/>
                  <a:gd name="connsiteY12" fmla="*/ 111760 h 119298"/>
                  <a:gd name="connsiteX13" fmla="*/ 59055 w 158236"/>
                  <a:gd name="connsiteY13" fmla="*/ 88265 h 119298"/>
                  <a:gd name="connsiteX14" fmla="*/ 0 w 158236"/>
                  <a:gd name="connsiteY14" fmla="*/ 51435 h 119298"/>
                  <a:gd name="connsiteX15" fmla="*/ 38735 w 158236"/>
                  <a:gd name="connsiteY15" fmla="*/ 0 h 119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8236" h="119298">
                    <a:moveTo>
                      <a:pt x="38735" y="0"/>
                    </a:moveTo>
                    <a:cubicBezTo>
                      <a:pt x="54610" y="1905"/>
                      <a:pt x="67310" y="14605"/>
                      <a:pt x="83185" y="15240"/>
                    </a:cubicBezTo>
                    <a:cubicBezTo>
                      <a:pt x="98851" y="15240"/>
                      <a:pt x="114300" y="16936"/>
                      <a:pt x="129540" y="20320"/>
                    </a:cubicBezTo>
                    <a:cubicBezTo>
                      <a:pt x="132080" y="20955"/>
                      <a:pt x="134620" y="21590"/>
                      <a:pt x="136525" y="23495"/>
                    </a:cubicBezTo>
                    <a:cubicBezTo>
                      <a:pt x="138430" y="25400"/>
                      <a:pt x="139700" y="28575"/>
                      <a:pt x="137795" y="30480"/>
                    </a:cubicBezTo>
                    <a:cubicBezTo>
                      <a:pt x="136525" y="32385"/>
                      <a:pt x="133985" y="33020"/>
                      <a:pt x="132080" y="33020"/>
                    </a:cubicBezTo>
                    <a:cubicBezTo>
                      <a:pt x="125095" y="33655"/>
                      <a:pt x="118745" y="36195"/>
                      <a:pt x="111760" y="36830"/>
                    </a:cubicBezTo>
                    <a:cubicBezTo>
                      <a:pt x="123190" y="40005"/>
                      <a:pt x="133985" y="45085"/>
                      <a:pt x="143510" y="52070"/>
                    </a:cubicBezTo>
                    <a:cubicBezTo>
                      <a:pt x="147320" y="54610"/>
                      <a:pt x="151130" y="57150"/>
                      <a:pt x="153670" y="60960"/>
                    </a:cubicBezTo>
                    <a:cubicBezTo>
                      <a:pt x="156845" y="64770"/>
                      <a:pt x="158750" y="68580"/>
                      <a:pt x="158115" y="73025"/>
                    </a:cubicBezTo>
                    <a:cubicBezTo>
                      <a:pt x="150495" y="83611"/>
                      <a:pt x="142030" y="93555"/>
                      <a:pt x="132715" y="102870"/>
                    </a:cubicBezTo>
                    <a:cubicBezTo>
                      <a:pt x="126365" y="109855"/>
                      <a:pt x="118745" y="116205"/>
                      <a:pt x="109220" y="118745"/>
                    </a:cubicBezTo>
                    <a:cubicBezTo>
                      <a:pt x="99695" y="120650"/>
                      <a:pt x="88900" y="117475"/>
                      <a:pt x="80645" y="111760"/>
                    </a:cubicBezTo>
                    <a:cubicBezTo>
                      <a:pt x="72390" y="106045"/>
                      <a:pt x="65405" y="95885"/>
                      <a:pt x="59055" y="88265"/>
                    </a:cubicBezTo>
                    <a:cubicBezTo>
                      <a:pt x="34290" y="67945"/>
                      <a:pt x="0" y="51435"/>
                      <a:pt x="0" y="51435"/>
                    </a:cubicBezTo>
                    <a:cubicBezTo>
                      <a:pt x="10795" y="34290"/>
                      <a:pt x="22860" y="12065"/>
                      <a:pt x="38735" y="0"/>
                    </a:cubicBezTo>
                    <a:close/>
                  </a:path>
                </a:pathLst>
              </a:custGeom>
              <a:solidFill>
                <a:srgbClr val="E1EBF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DA001719-11D9-B223-3FE3-D4D199217655}"/>
                  </a:ext>
                </a:extLst>
              </p:cNvPr>
              <p:cNvSpPr/>
              <p:nvPr/>
            </p:nvSpPr>
            <p:spPr>
              <a:xfrm>
                <a:off x="5584890" y="4146129"/>
                <a:ext cx="45044" cy="36446"/>
              </a:xfrm>
              <a:custGeom>
                <a:avLst/>
                <a:gdLst>
                  <a:gd name="connsiteX0" fmla="*/ 44286 w 45044"/>
                  <a:gd name="connsiteY0" fmla="*/ 31535 h 36446"/>
                  <a:gd name="connsiteX1" fmla="*/ 4281 w 45044"/>
                  <a:gd name="connsiteY1" fmla="*/ 420 h 36446"/>
                  <a:gd name="connsiteX2" fmla="*/ 1741 w 45044"/>
                  <a:gd name="connsiteY2" fmla="*/ 5500 h 36446"/>
                  <a:gd name="connsiteX3" fmla="*/ 39841 w 45044"/>
                  <a:gd name="connsiteY3" fmla="*/ 35345 h 36446"/>
                  <a:gd name="connsiteX4" fmla="*/ 44286 w 45044"/>
                  <a:gd name="connsiteY4" fmla="*/ 31535 h 364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044" h="36446">
                    <a:moveTo>
                      <a:pt x="44286" y="31535"/>
                    </a:moveTo>
                    <a:cubicBezTo>
                      <a:pt x="32856" y="18835"/>
                      <a:pt x="19521" y="8040"/>
                      <a:pt x="4281" y="420"/>
                    </a:cubicBezTo>
                    <a:cubicBezTo>
                      <a:pt x="1106" y="-1485"/>
                      <a:pt x="-2069" y="3595"/>
                      <a:pt x="1741" y="5500"/>
                    </a:cubicBezTo>
                    <a:cubicBezTo>
                      <a:pt x="16346" y="13120"/>
                      <a:pt x="29046" y="23280"/>
                      <a:pt x="39841" y="35345"/>
                    </a:cubicBezTo>
                    <a:cubicBezTo>
                      <a:pt x="42381" y="38520"/>
                      <a:pt x="46826" y="34075"/>
                      <a:pt x="44286" y="31535"/>
                    </a:cubicBezTo>
                    <a:close/>
                  </a:path>
                </a:pathLst>
              </a:custGeom>
              <a:solidFill>
                <a:srgbClr val="82ACF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EBF06744-A845-056F-30FD-7DDC848D33B2}"/>
                  </a:ext>
                </a:extLst>
              </p:cNvPr>
              <p:cNvSpPr/>
              <p:nvPr/>
            </p:nvSpPr>
            <p:spPr>
              <a:xfrm>
                <a:off x="5603608" y="4132794"/>
                <a:ext cx="39323" cy="36804"/>
              </a:xfrm>
              <a:custGeom>
                <a:avLst/>
                <a:gdLst>
                  <a:gd name="connsiteX0" fmla="*/ 38903 w 39323"/>
                  <a:gd name="connsiteY0" fmla="*/ 32805 h 36804"/>
                  <a:gd name="connsiteX1" fmla="*/ 4613 w 39323"/>
                  <a:gd name="connsiteY1" fmla="*/ 420 h 36804"/>
                  <a:gd name="connsiteX2" fmla="*/ 1438 w 39323"/>
                  <a:gd name="connsiteY2" fmla="*/ 5500 h 36804"/>
                  <a:gd name="connsiteX3" fmla="*/ 33823 w 39323"/>
                  <a:gd name="connsiteY3" fmla="*/ 35345 h 36804"/>
                  <a:gd name="connsiteX4" fmla="*/ 38903 w 39323"/>
                  <a:gd name="connsiteY4" fmla="*/ 32805 h 36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323" h="36804">
                    <a:moveTo>
                      <a:pt x="38903" y="32805"/>
                    </a:moveTo>
                    <a:cubicBezTo>
                      <a:pt x="30013" y="19470"/>
                      <a:pt x="17948" y="8040"/>
                      <a:pt x="4613" y="420"/>
                    </a:cubicBezTo>
                    <a:cubicBezTo>
                      <a:pt x="803" y="-1485"/>
                      <a:pt x="-1737" y="3595"/>
                      <a:pt x="1438" y="5500"/>
                    </a:cubicBezTo>
                    <a:cubicBezTo>
                      <a:pt x="14138" y="13120"/>
                      <a:pt x="25568" y="23280"/>
                      <a:pt x="33823" y="35345"/>
                    </a:cubicBezTo>
                    <a:cubicBezTo>
                      <a:pt x="35728" y="38520"/>
                      <a:pt x="40808" y="35980"/>
                      <a:pt x="38903" y="32805"/>
                    </a:cubicBezTo>
                    <a:close/>
                  </a:path>
                </a:pathLst>
              </a:custGeom>
              <a:solidFill>
                <a:srgbClr val="82ACF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A6A825A-6AF0-80FE-8FD9-2720E3E72877}"/>
                  </a:ext>
                </a:extLst>
              </p:cNvPr>
              <p:cNvSpPr/>
              <p:nvPr/>
            </p:nvSpPr>
            <p:spPr>
              <a:xfrm>
                <a:off x="5616227" y="4120489"/>
                <a:ext cx="38472" cy="36344"/>
              </a:xfrm>
              <a:custGeom>
                <a:avLst/>
                <a:gdLst>
                  <a:gd name="connsiteX0" fmla="*/ 37714 w 38472"/>
                  <a:gd name="connsiteY0" fmla="*/ 31141 h 36344"/>
                  <a:gd name="connsiteX1" fmla="*/ 4059 w 38472"/>
                  <a:gd name="connsiteY1" fmla="*/ 661 h 36344"/>
                  <a:gd name="connsiteX2" fmla="*/ 249 w 38472"/>
                  <a:gd name="connsiteY2" fmla="*/ 1931 h 36344"/>
                  <a:gd name="connsiteX3" fmla="*/ 1519 w 38472"/>
                  <a:gd name="connsiteY3" fmla="*/ 5741 h 36344"/>
                  <a:gd name="connsiteX4" fmla="*/ 33269 w 38472"/>
                  <a:gd name="connsiteY4" fmla="*/ 35586 h 36344"/>
                  <a:gd name="connsiteX5" fmla="*/ 37714 w 38472"/>
                  <a:gd name="connsiteY5" fmla="*/ 31141 h 36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472" h="36344">
                    <a:moveTo>
                      <a:pt x="37714" y="31141"/>
                    </a:moveTo>
                    <a:cubicBezTo>
                      <a:pt x="27980" y="19711"/>
                      <a:pt x="16759" y="9551"/>
                      <a:pt x="4059" y="661"/>
                    </a:cubicBezTo>
                    <a:cubicBezTo>
                      <a:pt x="2789" y="-609"/>
                      <a:pt x="884" y="26"/>
                      <a:pt x="249" y="1931"/>
                    </a:cubicBezTo>
                    <a:cubicBezTo>
                      <a:pt x="-386" y="3201"/>
                      <a:pt x="249" y="4471"/>
                      <a:pt x="1519" y="5741"/>
                    </a:cubicBezTo>
                    <a:cubicBezTo>
                      <a:pt x="13375" y="14205"/>
                      <a:pt x="23953" y="24156"/>
                      <a:pt x="33269" y="35586"/>
                    </a:cubicBezTo>
                    <a:cubicBezTo>
                      <a:pt x="35809" y="38126"/>
                      <a:pt x="40254" y="33681"/>
                      <a:pt x="37714" y="31141"/>
                    </a:cubicBezTo>
                    <a:close/>
                  </a:path>
                </a:pathLst>
              </a:custGeom>
              <a:solidFill>
                <a:srgbClr val="82ACF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9BFD5F2A-5844-D7D1-E633-E92469419187}"/>
                  </a:ext>
                </a:extLst>
              </p:cNvPr>
              <p:cNvSpPr/>
              <p:nvPr/>
            </p:nvSpPr>
            <p:spPr>
              <a:xfrm>
                <a:off x="6272244" y="3805509"/>
                <a:ext cx="99032" cy="70459"/>
              </a:xfrm>
              <a:custGeom>
                <a:avLst/>
                <a:gdLst>
                  <a:gd name="connsiteX0" fmla="*/ 93532 w 99032"/>
                  <a:gd name="connsiteY0" fmla="*/ 49575 h 70459"/>
                  <a:gd name="connsiteX1" fmla="*/ 65592 w 99032"/>
                  <a:gd name="connsiteY1" fmla="*/ 64180 h 70459"/>
                  <a:gd name="connsiteX2" fmla="*/ 90992 w 99032"/>
                  <a:gd name="connsiteY2" fmla="*/ 33065 h 70459"/>
                  <a:gd name="connsiteX3" fmla="*/ 86547 w 99032"/>
                  <a:gd name="connsiteY3" fmla="*/ 28620 h 70459"/>
                  <a:gd name="connsiteX4" fmla="*/ 59242 w 99032"/>
                  <a:gd name="connsiteY4" fmla="*/ 62275 h 70459"/>
                  <a:gd name="connsiteX5" fmla="*/ 58607 w 99032"/>
                  <a:gd name="connsiteY5" fmla="*/ 63545 h 70459"/>
                  <a:gd name="connsiteX6" fmla="*/ 42732 w 99032"/>
                  <a:gd name="connsiteY6" fmla="*/ 59100 h 70459"/>
                  <a:gd name="connsiteX7" fmla="*/ 41462 w 99032"/>
                  <a:gd name="connsiteY7" fmla="*/ 59100 h 70459"/>
                  <a:gd name="connsiteX8" fmla="*/ 62417 w 99032"/>
                  <a:gd name="connsiteY8" fmla="*/ 15920 h 70459"/>
                  <a:gd name="connsiteX9" fmla="*/ 58607 w 99032"/>
                  <a:gd name="connsiteY9" fmla="*/ 12110 h 70459"/>
                  <a:gd name="connsiteX10" fmla="*/ 35747 w 99032"/>
                  <a:gd name="connsiteY10" fmla="*/ 56560 h 70459"/>
                  <a:gd name="connsiteX11" fmla="*/ 20507 w 99032"/>
                  <a:gd name="connsiteY11" fmla="*/ 48305 h 70459"/>
                  <a:gd name="connsiteX12" fmla="*/ 21142 w 99032"/>
                  <a:gd name="connsiteY12" fmla="*/ 47035 h 70459"/>
                  <a:gd name="connsiteX13" fmla="*/ 38287 w 99032"/>
                  <a:gd name="connsiteY13" fmla="*/ 4490 h 70459"/>
                  <a:gd name="connsiteX14" fmla="*/ 33207 w 99032"/>
                  <a:gd name="connsiteY14" fmla="*/ 1315 h 70459"/>
                  <a:gd name="connsiteX15" fmla="*/ 15427 w 99032"/>
                  <a:gd name="connsiteY15" fmla="*/ 44495 h 70459"/>
                  <a:gd name="connsiteX16" fmla="*/ 7172 w 99032"/>
                  <a:gd name="connsiteY16" fmla="*/ 21635 h 70459"/>
                  <a:gd name="connsiteX17" fmla="*/ 2092 w 99032"/>
                  <a:gd name="connsiteY17" fmla="*/ 19095 h 70459"/>
                  <a:gd name="connsiteX18" fmla="*/ 38922 w 99032"/>
                  <a:gd name="connsiteY18" fmla="*/ 64180 h 70459"/>
                  <a:gd name="connsiteX19" fmla="*/ 75117 w 99032"/>
                  <a:gd name="connsiteY19" fmla="*/ 69895 h 70459"/>
                  <a:gd name="connsiteX20" fmla="*/ 98612 w 99032"/>
                  <a:gd name="connsiteY20" fmla="*/ 52750 h 70459"/>
                  <a:gd name="connsiteX21" fmla="*/ 93532 w 99032"/>
                  <a:gd name="connsiteY21" fmla="*/ 49575 h 70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9032" h="70459">
                    <a:moveTo>
                      <a:pt x="93532" y="49575"/>
                    </a:moveTo>
                    <a:cubicBezTo>
                      <a:pt x="87817" y="61640"/>
                      <a:pt x="77022" y="64815"/>
                      <a:pt x="65592" y="64180"/>
                    </a:cubicBezTo>
                    <a:cubicBezTo>
                      <a:pt x="72787" y="52750"/>
                      <a:pt x="81258" y="42380"/>
                      <a:pt x="90992" y="33065"/>
                    </a:cubicBezTo>
                    <a:cubicBezTo>
                      <a:pt x="93532" y="29890"/>
                      <a:pt x="89722" y="26080"/>
                      <a:pt x="86547" y="28620"/>
                    </a:cubicBezTo>
                    <a:cubicBezTo>
                      <a:pt x="76387" y="38780"/>
                      <a:pt x="67288" y="50001"/>
                      <a:pt x="59242" y="62275"/>
                    </a:cubicBezTo>
                    <a:cubicBezTo>
                      <a:pt x="59242" y="62701"/>
                      <a:pt x="59033" y="63119"/>
                      <a:pt x="58607" y="63545"/>
                    </a:cubicBezTo>
                    <a:cubicBezTo>
                      <a:pt x="53527" y="62275"/>
                      <a:pt x="47812" y="61005"/>
                      <a:pt x="42732" y="59100"/>
                    </a:cubicBezTo>
                    <a:cubicBezTo>
                      <a:pt x="42307" y="59100"/>
                      <a:pt x="41888" y="59100"/>
                      <a:pt x="41462" y="59100"/>
                    </a:cubicBezTo>
                    <a:cubicBezTo>
                      <a:pt x="45272" y="43225"/>
                      <a:pt x="52257" y="28620"/>
                      <a:pt x="62417" y="15920"/>
                    </a:cubicBezTo>
                    <a:cubicBezTo>
                      <a:pt x="64957" y="13380"/>
                      <a:pt x="61147" y="8935"/>
                      <a:pt x="58607" y="12110"/>
                    </a:cubicBezTo>
                    <a:cubicBezTo>
                      <a:pt x="47812" y="24810"/>
                      <a:pt x="39557" y="40050"/>
                      <a:pt x="35747" y="56560"/>
                    </a:cubicBezTo>
                    <a:cubicBezTo>
                      <a:pt x="30242" y="54446"/>
                      <a:pt x="25162" y="51690"/>
                      <a:pt x="20507" y="48305"/>
                    </a:cubicBezTo>
                    <a:cubicBezTo>
                      <a:pt x="20507" y="47880"/>
                      <a:pt x="20717" y="47461"/>
                      <a:pt x="21142" y="47035"/>
                    </a:cubicBezTo>
                    <a:cubicBezTo>
                      <a:pt x="24317" y="31795"/>
                      <a:pt x="30032" y="17825"/>
                      <a:pt x="38287" y="4490"/>
                    </a:cubicBezTo>
                    <a:cubicBezTo>
                      <a:pt x="40192" y="1315"/>
                      <a:pt x="35112" y="-1860"/>
                      <a:pt x="33207" y="1315"/>
                    </a:cubicBezTo>
                    <a:cubicBezTo>
                      <a:pt x="24952" y="14650"/>
                      <a:pt x="19237" y="29255"/>
                      <a:pt x="15427" y="44495"/>
                    </a:cubicBezTo>
                    <a:cubicBezTo>
                      <a:pt x="9077" y="39415"/>
                      <a:pt x="3362" y="30525"/>
                      <a:pt x="7172" y="21635"/>
                    </a:cubicBezTo>
                    <a:cubicBezTo>
                      <a:pt x="8442" y="18460"/>
                      <a:pt x="3362" y="15285"/>
                      <a:pt x="2092" y="19095"/>
                    </a:cubicBezTo>
                    <a:cubicBezTo>
                      <a:pt x="-8068" y="42590"/>
                      <a:pt x="21142" y="57830"/>
                      <a:pt x="38922" y="64180"/>
                    </a:cubicBezTo>
                    <a:cubicBezTo>
                      <a:pt x="50352" y="68625"/>
                      <a:pt x="63052" y="71800"/>
                      <a:pt x="75117" y="69895"/>
                    </a:cubicBezTo>
                    <a:cubicBezTo>
                      <a:pt x="85912" y="68625"/>
                      <a:pt x="94167" y="62275"/>
                      <a:pt x="98612" y="52750"/>
                    </a:cubicBezTo>
                    <a:cubicBezTo>
                      <a:pt x="100517" y="49575"/>
                      <a:pt x="95437" y="46400"/>
                      <a:pt x="93532" y="49575"/>
                    </a:cubicBezTo>
                    <a:close/>
                  </a:path>
                </a:pathLst>
              </a:custGeom>
              <a:solidFill>
                <a:srgbClr val="82ACF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6BFACC8F-AF37-C264-3650-B2E83D69A1A8}"/>
                  </a:ext>
                </a:extLst>
              </p:cNvPr>
              <p:cNvSpPr/>
              <p:nvPr/>
            </p:nvSpPr>
            <p:spPr>
              <a:xfrm>
                <a:off x="5378183" y="3930864"/>
                <a:ext cx="168010" cy="119631"/>
              </a:xfrm>
              <a:custGeom>
                <a:avLst/>
                <a:gdLst>
                  <a:gd name="connsiteX0" fmla="*/ 167173 w 168010"/>
                  <a:gd name="connsiteY0" fmla="*/ 114720 h 119631"/>
                  <a:gd name="connsiteX1" fmla="*/ 112563 w 168010"/>
                  <a:gd name="connsiteY1" fmla="*/ 63285 h 119631"/>
                  <a:gd name="connsiteX2" fmla="*/ 62398 w 168010"/>
                  <a:gd name="connsiteY2" fmla="*/ 30265 h 119631"/>
                  <a:gd name="connsiteX3" fmla="*/ 123358 w 168010"/>
                  <a:gd name="connsiteY3" fmla="*/ 9945 h 119631"/>
                  <a:gd name="connsiteX4" fmla="*/ 121453 w 168010"/>
                  <a:gd name="connsiteY4" fmla="*/ 3595 h 119631"/>
                  <a:gd name="connsiteX5" fmla="*/ 57318 w 168010"/>
                  <a:gd name="connsiteY5" fmla="*/ 26455 h 119631"/>
                  <a:gd name="connsiteX6" fmla="*/ 56683 w 168010"/>
                  <a:gd name="connsiteY6" fmla="*/ 27090 h 119631"/>
                  <a:gd name="connsiteX7" fmla="*/ 45253 w 168010"/>
                  <a:gd name="connsiteY7" fmla="*/ 20740 h 119631"/>
                  <a:gd name="connsiteX8" fmla="*/ 4613 w 168010"/>
                  <a:gd name="connsiteY8" fmla="*/ 420 h 119631"/>
                  <a:gd name="connsiteX9" fmla="*/ 1438 w 168010"/>
                  <a:gd name="connsiteY9" fmla="*/ 5501 h 119631"/>
                  <a:gd name="connsiteX10" fmla="*/ 71923 w 168010"/>
                  <a:gd name="connsiteY10" fmla="*/ 42965 h 119631"/>
                  <a:gd name="connsiteX11" fmla="*/ 133518 w 168010"/>
                  <a:gd name="connsiteY11" fmla="*/ 88051 h 119631"/>
                  <a:gd name="connsiteX12" fmla="*/ 163363 w 168010"/>
                  <a:gd name="connsiteY12" fmla="*/ 118530 h 119631"/>
                  <a:gd name="connsiteX13" fmla="*/ 167173 w 168010"/>
                  <a:gd name="connsiteY13" fmla="*/ 114720 h 1196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8010" h="119631">
                    <a:moveTo>
                      <a:pt x="167173" y="114720"/>
                    </a:moveTo>
                    <a:cubicBezTo>
                      <a:pt x="150663" y="95670"/>
                      <a:pt x="132458" y="78526"/>
                      <a:pt x="112563" y="63285"/>
                    </a:cubicBezTo>
                    <a:cubicBezTo>
                      <a:pt x="96688" y="51220"/>
                      <a:pt x="80178" y="40426"/>
                      <a:pt x="62398" y="30265"/>
                    </a:cubicBezTo>
                    <a:cubicBezTo>
                      <a:pt x="81448" y="20105"/>
                      <a:pt x="101768" y="13120"/>
                      <a:pt x="123358" y="9945"/>
                    </a:cubicBezTo>
                    <a:cubicBezTo>
                      <a:pt x="127168" y="9310"/>
                      <a:pt x="125263" y="3595"/>
                      <a:pt x="121453" y="3595"/>
                    </a:cubicBezTo>
                    <a:cubicBezTo>
                      <a:pt x="98593" y="7405"/>
                      <a:pt x="77003" y="15026"/>
                      <a:pt x="57318" y="26455"/>
                    </a:cubicBezTo>
                    <a:cubicBezTo>
                      <a:pt x="56893" y="26881"/>
                      <a:pt x="56683" y="27090"/>
                      <a:pt x="56683" y="27090"/>
                    </a:cubicBezTo>
                    <a:cubicBezTo>
                      <a:pt x="52873" y="24976"/>
                      <a:pt x="49063" y="22855"/>
                      <a:pt x="45253" y="20740"/>
                    </a:cubicBezTo>
                    <a:cubicBezTo>
                      <a:pt x="31918" y="13755"/>
                      <a:pt x="17948" y="7405"/>
                      <a:pt x="4613" y="420"/>
                    </a:cubicBezTo>
                    <a:cubicBezTo>
                      <a:pt x="803" y="-1485"/>
                      <a:pt x="-1737" y="3595"/>
                      <a:pt x="1438" y="5501"/>
                    </a:cubicBezTo>
                    <a:cubicBezTo>
                      <a:pt x="24933" y="17565"/>
                      <a:pt x="49063" y="28995"/>
                      <a:pt x="71923" y="42965"/>
                    </a:cubicBezTo>
                    <a:cubicBezTo>
                      <a:pt x="93513" y="55665"/>
                      <a:pt x="114468" y="70905"/>
                      <a:pt x="133518" y="88051"/>
                    </a:cubicBezTo>
                    <a:cubicBezTo>
                      <a:pt x="144104" y="97785"/>
                      <a:pt x="154047" y="107945"/>
                      <a:pt x="163363" y="118530"/>
                    </a:cubicBezTo>
                    <a:cubicBezTo>
                      <a:pt x="165903" y="121705"/>
                      <a:pt x="169713" y="117260"/>
                      <a:pt x="167173" y="114720"/>
                    </a:cubicBezTo>
                    <a:close/>
                  </a:path>
                </a:pathLst>
              </a:custGeom>
              <a:solidFill>
                <a:srgbClr val="0325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0A71CAA-FCF8-2EAE-EED3-6F7329BB4F3C}"/>
                  </a:ext>
                </a:extLst>
              </p:cNvPr>
              <p:cNvSpPr/>
              <p:nvPr/>
            </p:nvSpPr>
            <p:spPr>
              <a:xfrm>
                <a:off x="5943502" y="3897947"/>
                <a:ext cx="7620" cy="211931"/>
              </a:xfrm>
              <a:custGeom>
                <a:avLst/>
                <a:gdLst>
                  <a:gd name="connsiteX0" fmla="*/ 6350 w 7620"/>
                  <a:gd name="connsiteY0" fmla="*/ 48577 h 211931"/>
                  <a:gd name="connsiteX1" fmla="*/ 5715 w 7620"/>
                  <a:gd name="connsiteY1" fmla="*/ 2857 h 211931"/>
                  <a:gd name="connsiteX2" fmla="*/ 0 w 7620"/>
                  <a:gd name="connsiteY2" fmla="*/ 2857 h 211931"/>
                  <a:gd name="connsiteX3" fmla="*/ 1270 w 7620"/>
                  <a:gd name="connsiteY3" fmla="*/ 163512 h 211931"/>
                  <a:gd name="connsiteX4" fmla="*/ 1905 w 7620"/>
                  <a:gd name="connsiteY4" fmla="*/ 208598 h 211931"/>
                  <a:gd name="connsiteX5" fmla="*/ 7620 w 7620"/>
                  <a:gd name="connsiteY5" fmla="*/ 208598 h 211931"/>
                  <a:gd name="connsiteX6" fmla="*/ 6350 w 7620"/>
                  <a:gd name="connsiteY6" fmla="*/ 48577 h 211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20" h="211931">
                    <a:moveTo>
                      <a:pt x="6350" y="48577"/>
                    </a:moveTo>
                    <a:cubicBezTo>
                      <a:pt x="5924" y="33337"/>
                      <a:pt x="5715" y="18098"/>
                      <a:pt x="5715" y="2857"/>
                    </a:cubicBezTo>
                    <a:cubicBezTo>
                      <a:pt x="5715" y="-952"/>
                      <a:pt x="0" y="-952"/>
                      <a:pt x="0" y="2857"/>
                    </a:cubicBezTo>
                    <a:cubicBezTo>
                      <a:pt x="426" y="56623"/>
                      <a:pt x="845" y="110173"/>
                      <a:pt x="1270" y="163512"/>
                    </a:cubicBezTo>
                    <a:cubicBezTo>
                      <a:pt x="1696" y="178752"/>
                      <a:pt x="1905" y="193783"/>
                      <a:pt x="1905" y="208598"/>
                    </a:cubicBezTo>
                    <a:cubicBezTo>
                      <a:pt x="1905" y="213043"/>
                      <a:pt x="7620" y="213043"/>
                      <a:pt x="7620" y="208598"/>
                    </a:cubicBezTo>
                    <a:cubicBezTo>
                      <a:pt x="7195" y="155257"/>
                      <a:pt x="6776" y="101918"/>
                      <a:pt x="6350" y="48577"/>
                    </a:cubicBezTo>
                    <a:close/>
                  </a:path>
                </a:pathLst>
              </a:custGeom>
              <a:solidFill>
                <a:srgbClr val="0325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F8CEFCA-C855-47B8-8974-2200507537E9}"/>
                  </a:ext>
                </a:extLst>
              </p:cNvPr>
              <p:cNvSpPr/>
              <p:nvPr/>
            </p:nvSpPr>
            <p:spPr>
              <a:xfrm>
                <a:off x="5475721" y="3766775"/>
                <a:ext cx="42379" cy="75183"/>
              </a:xfrm>
              <a:custGeom>
                <a:avLst/>
                <a:gdLst>
                  <a:gd name="connsiteX0" fmla="*/ 42330 w 42379"/>
                  <a:gd name="connsiteY0" fmla="*/ 71800 h 75183"/>
                  <a:gd name="connsiteX1" fmla="*/ 5500 w 42379"/>
                  <a:gd name="connsiteY1" fmla="*/ 1315 h 75183"/>
                  <a:gd name="connsiteX2" fmla="*/ 420 w 42379"/>
                  <a:gd name="connsiteY2" fmla="*/ 4490 h 75183"/>
                  <a:gd name="connsiteX3" fmla="*/ 35980 w 42379"/>
                  <a:gd name="connsiteY3" fmla="*/ 73070 h 75183"/>
                  <a:gd name="connsiteX4" fmla="*/ 42330 w 42379"/>
                  <a:gd name="connsiteY4" fmla="*/ 71800 h 75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379" h="75183">
                    <a:moveTo>
                      <a:pt x="42330" y="71800"/>
                    </a:moveTo>
                    <a:cubicBezTo>
                      <a:pt x="34075" y="46400"/>
                      <a:pt x="22010" y="22270"/>
                      <a:pt x="5500" y="1315"/>
                    </a:cubicBezTo>
                    <a:cubicBezTo>
                      <a:pt x="3595" y="-1860"/>
                      <a:pt x="-1485" y="1315"/>
                      <a:pt x="420" y="4490"/>
                    </a:cubicBezTo>
                    <a:cubicBezTo>
                      <a:pt x="16295" y="24810"/>
                      <a:pt x="28360" y="48305"/>
                      <a:pt x="35980" y="73070"/>
                    </a:cubicBezTo>
                    <a:cubicBezTo>
                      <a:pt x="37250" y="76880"/>
                      <a:pt x="42965" y="74975"/>
                      <a:pt x="42330" y="71800"/>
                    </a:cubicBezTo>
                    <a:close/>
                  </a:path>
                </a:pathLst>
              </a:custGeom>
              <a:solidFill>
                <a:srgbClr val="0325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D5F5339E-8574-200E-5CD0-D1029259F740}"/>
                  </a:ext>
                </a:extLst>
              </p:cNvPr>
              <p:cNvSpPr/>
              <p:nvPr/>
            </p:nvSpPr>
            <p:spPr>
              <a:xfrm>
                <a:off x="5922497" y="3784554"/>
                <a:ext cx="27772" cy="56731"/>
              </a:xfrm>
              <a:custGeom>
                <a:avLst/>
                <a:gdLst>
                  <a:gd name="connsiteX0" fmla="*/ 21639 w 27772"/>
                  <a:gd name="connsiteY0" fmla="*/ 1315 h 56731"/>
                  <a:gd name="connsiteX1" fmla="*/ 49 w 27772"/>
                  <a:gd name="connsiteY1" fmla="*/ 52750 h 56731"/>
                  <a:gd name="connsiteX2" fmla="*/ 5764 w 27772"/>
                  <a:gd name="connsiteY2" fmla="*/ 54655 h 56731"/>
                  <a:gd name="connsiteX3" fmla="*/ 27354 w 27772"/>
                  <a:gd name="connsiteY3" fmla="*/ 4490 h 56731"/>
                  <a:gd name="connsiteX4" fmla="*/ 21639 w 27772"/>
                  <a:gd name="connsiteY4" fmla="*/ 1315 h 56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772" h="56731">
                    <a:moveTo>
                      <a:pt x="21639" y="1315"/>
                    </a:moveTo>
                    <a:cubicBezTo>
                      <a:pt x="11479" y="16555"/>
                      <a:pt x="3859" y="34335"/>
                      <a:pt x="49" y="52750"/>
                    </a:cubicBezTo>
                    <a:cubicBezTo>
                      <a:pt x="-586" y="56560"/>
                      <a:pt x="5129" y="58465"/>
                      <a:pt x="5764" y="54655"/>
                    </a:cubicBezTo>
                    <a:cubicBezTo>
                      <a:pt x="9574" y="36240"/>
                      <a:pt x="16559" y="19730"/>
                      <a:pt x="27354" y="4490"/>
                    </a:cubicBezTo>
                    <a:cubicBezTo>
                      <a:pt x="29259" y="1315"/>
                      <a:pt x="24179" y="-1860"/>
                      <a:pt x="21639" y="1315"/>
                    </a:cubicBezTo>
                    <a:close/>
                  </a:path>
                </a:pathLst>
              </a:custGeom>
              <a:solidFill>
                <a:srgbClr val="0325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AA5C6F2E-8EFA-94F9-A8E8-C68ADFCF39E6}"/>
                  </a:ext>
                </a:extLst>
              </p:cNvPr>
              <p:cNvSpPr/>
              <p:nvPr/>
            </p:nvSpPr>
            <p:spPr>
              <a:xfrm>
                <a:off x="5682950" y="4078790"/>
                <a:ext cx="229258" cy="295848"/>
              </a:xfrm>
              <a:custGeom>
                <a:avLst/>
                <a:gdLst>
                  <a:gd name="connsiteX0" fmla="*/ 228166 w 229258"/>
                  <a:gd name="connsiteY0" fmla="*/ 290645 h 295848"/>
                  <a:gd name="connsiteX1" fmla="*/ 124661 w 229258"/>
                  <a:gd name="connsiteY1" fmla="*/ 192220 h 295848"/>
                  <a:gd name="connsiteX2" fmla="*/ 41476 w 229258"/>
                  <a:gd name="connsiteY2" fmla="*/ 74110 h 295848"/>
                  <a:gd name="connsiteX3" fmla="*/ 5916 w 229258"/>
                  <a:gd name="connsiteY3" fmla="*/ 1720 h 295848"/>
                  <a:gd name="connsiteX4" fmla="*/ 201 w 229258"/>
                  <a:gd name="connsiteY4" fmla="*/ 4895 h 295848"/>
                  <a:gd name="connsiteX5" fmla="*/ 70051 w 229258"/>
                  <a:gd name="connsiteY5" fmla="*/ 131260 h 295848"/>
                  <a:gd name="connsiteX6" fmla="*/ 162761 w 229258"/>
                  <a:gd name="connsiteY6" fmla="*/ 241115 h 295848"/>
                  <a:gd name="connsiteX7" fmla="*/ 223721 w 229258"/>
                  <a:gd name="connsiteY7" fmla="*/ 295090 h 295848"/>
                  <a:gd name="connsiteX8" fmla="*/ 228166 w 229258"/>
                  <a:gd name="connsiteY8" fmla="*/ 290645 h 2958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9258" h="295848">
                    <a:moveTo>
                      <a:pt x="228166" y="290645"/>
                    </a:moveTo>
                    <a:cubicBezTo>
                      <a:pt x="190701" y="261435"/>
                      <a:pt x="155776" y="228415"/>
                      <a:pt x="124661" y="192220"/>
                    </a:cubicBezTo>
                    <a:cubicBezTo>
                      <a:pt x="93546" y="155390"/>
                      <a:pt x="65606" y="116020"/>
                      <a:pt x="41476" y="74110"/>
                    </a:cubicBezTo>
                    <a:cubicBezTo>
                      <a:pt x="28351" y="50825"/>
                      <a:pt x="16502" y="26695"/>
                      <a:pt x="5916" y="1720"/>
                    </a:cubicBezTo>
                    <a:cubicBezTo>
                      <a:pt x="4011" y="-2090"/>
                      <a:pt x="-1069" y="1085"/>
                      <a:pt x="201" y="4895"/>
                    </a:cubicBezTo>
                    <a:cubicBezTo>
                      <a:pt x="19886" y="48710"/>
                      <a:pt x="42746" y="91255"/>
                      <a:pt x="70051" y="131260"/>
                    </a:cubicBezTo>
                    <a:cubicBezTo>
                      <a:pt x="97356" y="170630"/>
                      <a:pt x="128471" y="207460"/>
                      <a:pt x="162761" y="241115"/>
                    </a:cubicBezTo>
                    <a:cubicBezTo>
                      <a:pt x="182237" y="260165"/>
                      <a:pt x="202557" y="278154"/>
                      <a:pt x="223721" y="295090"/>
                    </a:cubicBezTo>
                    <a:cubicBezTo>
                      <a:pt x="226896" y="297630"/>
                      <a:pt x="231341" y="293185"/>
                      <a:pt x="228166" y="290645"/>
                    </a:cubicBezTo>
                    <a:close/>
                  </a:path>
                </a:pathLst>
              </a:custGeom>
              <a:solidFill>
                <a:srgbClr val="0325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B9C7EF41-8659-5FA2-A298-D288A579A145}"/>
                  </a:ext>
                </a:extLst>
              </p:cNvPr>
              <p:cNvSpPr/>
              <p:nvPr/>
            </p:nvSpPr>
            <p:spPr>
              <a:xfrm>
                <a:off x="5582698" y="4543107"/>
                <a:ext cx="45208" cy="105287"/>
              </a:xfrm>
              <a:custGeom>
                <a:avLst/>
                <a:gdLst>
                  <a:gd name="connsiteX0" fmla="*/ 38858 w 45208"/>
                  <a:gd name="connsiteY0" fmla="*/ 2858 h 105287"/>
                  <a:gd name="connsiteX1" fmla="*/ 758 w 45208"/>
                  <a:gd name="connsiteY1" fmla="*/ 100013 h 105287"/>
                  <a:gd name="connsiteX2" fmla="*/ 5203 w 45208"/>
                  <a:gd name="connsiteY2" fmla="*/ 104458 h 105287"/>
                  <a:gd name="connsiteX3" fmla="*/ 45208 w 45208"/>
                  <a:gd name="connsiteY3" fmla="*/ 2858 h 105287"/>
                  <a:gd name="connsiteX4" fmla="*/ 38858 w 45208"/>
                  <a:gd name="connsiteY4" fmla="*/ 2858 h 105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208" h="105287">
                    <a:moveTo>
                      <a:pt x="38858" y="2858"/>
                    </a:moveTo>
                    <a:cubicBezTo>
                      <a:pt x="36953" y="38418"/>
                      <a:pt x="23619" y="72708"/>
                      <a:pt x="758" y="100013"/>
                    </a:cubicBezTo>
                    <a:cubicBezTo>
                      <a:pt x="-1781" y="103188"/>
                      <a:pt x="2663" y="106997"/>
                      <a:pt x="5203" y="104458"/>
                    </a:cubicBezTo>
                    <a:cubicBezTo>
                      <a:pt x="29333" y="75883"/>
                      <a:pt x="43303" y="39688"/>
                      <a:pt x="45208" y="2858"/>
                    </a:cubicBezTo>
                    <a:cubicBezTo>
                      <a:pt x="45208" y="-953"/>
                      <a:pt x="39494" y="-953"/>
                      <a:pt x="38858" y="2858"/>
                    </a:cubicBezTo>
                    <a:close/>
                  </a:path>
                </a:pathLst>
              </a:custGeom>
              <a:solidFill>
                <a:srgbClr val="02193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94D79ED-24BE-C158-3909-81D833098824}"/>
                  </a:ext>
                </a:extLst>
              </p:cNvPr>
              <p:cNvSpPr/>
              <p:nvPr/>
            </p:nvSpPr>
            <p:spPr>
              <a:xfrm>
                <a:off x="5546627" y="4490084"/>
                <a:ext cx="430529" cy="48260"/>
              </a:xfrm>
              <a:custGeom>
                <a:avLst/>
                <a:gdLst>
                  <a:gd name="connsiteX0" fmla="*/ 1270 w 430529"/>
                  <a:gd name="connsiteY0" fmla="*/ 48260 h 48260"/>
                  <a:gd name="connsiteX1" fmla="*/ 430530 w 430529"/>
                  <a:gd name="connsiteY1" fmla="*/ 24130 h 48260"/>
                  <a:gd name="connsiteX2" fmla="*/ 423545 w 430529"/>
                  <a:gd name="connsiteY2" fmla="*/ 0 h 48260"/>
                  <a:gd name="connsiteX3" fmla="*/ 0 w 430529"/>
                  <a:gd name="connsiteY3" fmla="*/ 33020 h 48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529" h="48260">
                    <a:moveTo>
                      <a:pt x="1270" y="48260"/>
                    </a:moveTo>
                    <a:lnTo>
                      <a:pt x="430530" y="24130"/>
                    </a:lnTo>
                    <a:lnTo>
                      <a:pt x="423545" y="0"/>
                    </a:lnTo>
                    <a:lnTo>
                      <a:pt x="0" y="33020"/>
                    </a:lnTo>
                    <a:close/>
                  </a:path>
                </a:pathLst>
              </a:custGeom>
              <a:solidFill>
                <a:srgbClr val="02193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5AC480AA-771C-2B4A-2002-FCA8F02A1BC0}"/>
                  </a:ext>
                </a:extLst>
              </p:cNvPr>
              <p:cNvSpPr/>
              <p:nvPr/>
            </p:nvSpPr>
            <p:spPr>
              <a:xfrm>
                <a:off x="5573337" y="3703320"/>
                <a:ext cx="108544" cy="153710"/>
              </a:xfrm>
              <a:custGeom>
                <a:avLst/>
                <a:gdLst>
                  <a:gd name="connsiteX0" fmla="*/ 25360 w 108544"/>
                  <a:gd name="connsiteY0" fmla="*/ 32385 h 153710"/>
                  <a:gd name="connsiteX1" fmla="*/ 25360 w 108544"/>
                  <a:gd name="connsiteY1" fmla="*/ 0 h 153710"/>
                  <a:gd name="connsiteX2" fmla="*/ 3135 w 108544"/>
                  <a:gd name="connsiteY2" fmla="*/ 36195 h 153710"/>
                  <a:gd name="connsiteX3" fmla="*/ 5674 w 108544"/>
                  <a:gd name="connsiteY3" fmla="*/ 61595 h 153710"/>
                  <a:gd name="connsiteX4" fmla="*/ 90130 w 108544"/>
                  <a:gd name="connsiteY4" fmla="*/ 153670 h 153710"/>
                  <a:gd name="connsiteX5" fmla="*/ 108544 w 108544"/>
                  <a:gd name="connsiteY5" fmla="*/ 106045 h 153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8544" h="153710">
                    <a:moveTo>
                      <a:pt x="25360" y="32385"/>
                    </a:moveTo>
                    <a:lnTo>
                      <a:pt x="25360" y="0"/>
                    </a:lnTo>
                    <a:lnTo>
                      <a:pt x="3135" y="36195"/>
                    </a:lnTo>
                    <a:cubicBezTo>
                      <a:pt x="-1945" y="44450"/>
                      <a:pt x="-676" y="54610"/>
                      <a:pt x="5674" y="61595"/>
                    </a:cubicBezTo>
                    <a:cubicBezTo>
                      <a:pt x="30440" y="89535"/>
                      <a:pt x="89494" y="155575"/>
                      <a:pt x="90130" y="153670"/>
                    </a:cubicBezTo>
                    <a:cubicBezTo>
                      <a:pt x="90765" y="151765"/>
                      <a:pt x="108544" y="106045"/>
                      <a:pt x="108544" y="106045"/>
                    </a:cubicBezTo>
                    <a:close/>
                  </a:path>
                </a:pathLst>
              </a:custGeom>
              <a:solidFill>
                <a:srgbClr val="0325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285BBC8B-3879-3BA3-B666-E7EE91B6D850}"/>
                  </a:ext>
                </a:extLst>
              </p:cNvPr>
              <p:cNvSpPr/>
              <p:nvPr/>
            </p:nvSpPr>
            <p:spPr>
              <a:xfrm>
                <a:off x="5722522" y="3703320"/>
                <a:ext cx="77807" cy="144145"/>
              </a:xfrm>
              <a:custGeom>
                <a:avLst/>
                <a:gdLst>
                  <a:gd name="connsiteX0" fmla="*/ 52705 w 77807"/>
                  <a:gd name="connsiteY0" fmla="*/ 0 h 144145"/>
                  <a:gd name="connsiteX1" fmla="*/ 54610 w 77807"/>
                  <a:gd name="connsiteY1" fmla="*/ 22225 h 144145"/>
                  <a:gd name="connsiteX2" fmla="*/ 0 w 77807"/>
                  <a:gd name="connsiteY2" fmla="*/ 100965 h 144145"/>
                  <a:gd name="connsiteX3" fmla="*/ 31115 w 77807"/>
                  <a:gd name="connsiteY3" fmla="*/ 144145 h 144145"/>
                  <a:gd name="connsiteX4" fmla="*/ 75565 w 77807"/>
                  <a:gd name="connsiteY4" fmla="*/ 53340 h 144145"/>
                  <a:gd name="connsiteX5" fmla="*/ 74295 w 77807"/>
                  <a:gd name="connsiteY5" fmla="*/ 33655 h 144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7807" h="144145">
                    <a:moveTo>
                      <a:pt x="52705" y="0"/>
                    </a:moveTo>
                    <a:lnTo>
                      <a:pt x="54610" y="22225"/>
                    </a:lnTo>
                    <a:lnTo>
                      <a:pt x="0" y="100965"/>
                    </a:lnTo>
                    <a:lnTo>
                      <a:pt x="31115" y="144145"/>
                    </a:lnTo>
                    <a:lnTo>
                      <a:pt x="75565" y="53340"/>
                    </a:lnTo>
                    <a:cubicBezTo>
                      <a:pt x="78740" y="46990"/>
                      <a:pt x="78740" y="39370"/>
                      <a:pt x="74295" y="33655"/>
                    </a:cubicBezTo>
                    <a:close/>
                  </a:path>
                </a:pathLst>
              </a:custGeom>
              <a:solidFill>
                <a:srgbClr val="0325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87DBBDF4-53EE-7C53-5ABB-8523C2B4261A}"/>
                  </a:ext>
                </a:extLst>
              </p:cNvPr>
              <p:cNvSpPr/>
              <p:nvPr/>
            </p:nvSpPr>
            <p:spPr>
              <a:xfrm>
                <a:off x="5712997" y="3804284"/>
                <a:ext cx="17145" cy="13970"/>
              </a:xfrm>
              <a:custGeom>
                <a:avLst/>
                <a:gdLst>
                  <a:gd name="connsiteX0" fmla="*/ 9525 w 17145"/>
                  <a:gd name="connsiteY0" fmla="*/ 0 h 13970"/>
                  <a:gd name="connsiteX1" fmla="*/ 0 w 17145"/>
                  <a:gd name="connsiteY1" fmla="*/ 13970 h 13970"/>
                  <a:gd name="connsiteX2" fmla="*/ 17145 w 17145"/>
                  <a:gd name="connsiteY2" fmla="*/ 10795 h 13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145" h="13970">
                    <a:moveTo>
                      <a:pt x="9525" y="0"/>
                    </a:moveTo>
                    <a:lnTo>
                      <a:pt x="0" y="13970"/>
                    </a:lnTo>
                    <a:cubicBezTo>
                      <a:pt x="0" y="13970"/>
                      <a:pt x="10795" y="13970"/>
                      <a:pt x="17145" y="10795"/>
                    </a:cubicBezTo>
                    <a:close/>
                  </a:path>
                </a:pathLst>
              </a:custGeom>
              <a:solidFill>
                <a:srgbClr val="02193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A8387DF9-3C4E-843C-214B-A18438EEC60E}"/>
                  </a:ext>
                </a:extLst>
              </p:cNvPr>
              <p:cNvSpPr/>
              <p:nvPr/>
            </p:nvSpPr>
            <p:spPr>
              <a:xfrm>
                <a:off x="5677436" y="3809365"/>
                <a:ext cx="12065" cy="11359"/>
              </a:xfrm>
              <a:custGeom>
                <a:avLst/>
                <a:gdLst>
                  <a:gd name="connsiteX0" fmla="*/ 4445 w 12065"/>
                  <a:gd name="connsiteY0" fmla="*/ 0 h 11359"/>
                  <a:gd name="connsiteX1" fmla="*/ 12065 w 12065"/>
                  <a:gd name="connsiteY1" fmla="*/ 10795 h 11359"/>
                  <a:gd name="connsiteX2" fmla="*/ 0 w 12065"/>
                  <a:gd name="connsiteY2" fmla="*/ 10795 h 11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65" h="11359">
                    <a:moveTo>
                      <a:pt x="4445" y="0"/>
                    </a:moveTo>
                    <a:lnTo>
                      <a:pt x="12065" y="10795"/>
                    </a:lnTo>
                    <a:cubicBezTo>
                      <a:pt x="12065" y="10795"/>
                      <a:pt x="5080" y="12065"/>
                      <a:pt x="0" y="10795"/>
                    </a:cubicBezTo>
                    <a:close/>
                  </a:path>
                </a:pathLst>
              </a:custGeom>
              <a:solidFill>
                <a:srgbClr val="02193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7EC7F4BD-F6E7-D938-303A-541643814EF9}"/>
                  </a:ext>
                </a:extLst>
              </p:cNvPr>
              <p:cNvSpPr/>
              <p:nvPr/>
            </p:nvSpPr>
            <p:spPr>
              <a:xfrm>
                <a:off x="5598697" y="3662045"/>
                <a:ext cx="175259" cy="89534"/>
              </a:xfrm>
              <a:custGeom>
                <a:avLst/>
                <a:gdLst>
                  <a:gd name="connsiteX0" fmla="*/ 175260 w 175259"/>
                  <a:gd name="connsiteY0" fmla="*/ 29210 h 89534"/>
                  <a:gd name="connsiteX1" fmla="*/ 92075 w 175259"/>
                  <a:gd name="connsiteY1" fmla="*/ 89535 h 89534"/>
                  <a:gd name="connsiteX2" fmla="*/ 0 w 175259"/>
                  <a:gd name="connsiteY2" fmla="*/ 39370 h 89534"/>
                  <a:gd name="connsiteX3" fmla="*/ 0 w 175259"/>
                  <a:gd name="connsiteY3" fmla="*/ 4445 h 89534"/>
                  <a:gd name="connsiteX4" fmla="*/ 172085 w 175259"/>
                  <a:gd name="connsiteY4" fmla="*/ 0 h 8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5259" h="89534">
                    <a:moveTo>
                      <a:pt x="175260" y="29210"/>
                    </a:moveTo>
                    <a:cubicBezTo>
                      <a:pt x="175260" y="29210"/>
                      <a:pt x="165100" y="89535"/>
                      <a:pt x="92075" y="89535"/>
                    </a:cubicBezTo>
                    <a:cubicBezTo>
                      <a:pt x="19685" y="89535"/>
                      <a:pt x="0" y="39370"/>
                      <a:pt x="0" y="39370"/>
                    </a:cubicBezTo>
                    <a:lnTo>
                      <a:pt x="0" y="4445"/>
                    </a:lnTo>
                    <a:lnTo>
                      <a:pt x="172085" y="0"/>
                    </a:lnTo>
                    <a:close/>
                  </a:path>
                </a:pathLst>
              </a:custGeom>
              <a:solidFill>
                <a:srgbClr val="82ACF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03787373-A57E-4AE0-602E-41F6026C6AE2}"/>
                  </a:ext>
                </a:extLst>
              </p:cNvPr>
              <p:cNvSpPr/>
              <p:nvPr/>
            </p:nvSpPr>
            <p:spPr>
              <a:xfrm>
                <a:off x="5568217" y="3455034"/>
                <a:ext cx="229869" cy="270510"/>
              </a:xfrm>
              <a:custGeom>
                <a:avLst/>
                <a:gdLst>
                  <a:gd name="connsiteX0" fmla="*/ 114935 w 229869"/>
                  <a:gd name="connsiteY0" fmla="*/ 270510 h 270510"/>
                  <a:gd name="connsiteX1" fmla="*/ 0 w 229869"/>
                  <a:gd name="connsiteY1" fmla="*/ 155575 h 270510"/>
                  <a:gd name="connsiteX2" fmla="*/ 0 w 229869"/>
                  <a:gd name="connsiteY2" fmla="*/ 31115 h 270510"/>
                  <a:gd name="connsiteX3" fmla="*/ 31115 w 229869"/>
                  <a:gd name="connsiteY3" fmla="*/ 0 h 270510"/>
                  <a:gd name="connsiteX4" fmla="*/ 201295 w 229869"/>
                  <a:gd name="connsiteY4" fmla="*/ 0 h 270510"/>
                  <a:gd name="connsiteX5" fmla="*/ 229870 w 229869"/>
                  <a:gd name="connsiteY5" fmla="*/ 28575 h 270510"/>
                  <a:gd name="connsiteX6" fmla="*/ 229870 w 229869"/>
                  <a:gd name="connsiteY6" fmla="*/ 155575 h 270510"/>
                  <a:gd name="connsiteX7" fmla="*/ 114935 w 229869"/>
                  <a:gd name="connsiteY7" fmla="*/ 270510 h 270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9869" h="270510">
                    <a:moveTo>
                      <a:pt x="114935" y="270510"/>
                    </a:moveTo>
                    <a:cubicBezTo>
                      <a:pt x="51435" y="270510"/>
                      <a:pt x="0" y="219075"/>
                      <a:pt x="0" y="155575"/>
                    </a:cubicBezTo>
                    <a:lnTo>
                      <a:pt x="0" y="31115"/>
                    </a:lnTo>
                    <a:cubicBezTo>
                      <a:pt x="0" y="13970"/>
                      <a:pt x="13970" y="0"/>
                      <a:pt x="31115" y="0"/>
                    </a:cubicBezTo>
                    <a:lnTo>
                      <a:pt x="201295" y="0"/>
                    </a:lnTo>
                    <a:cubicBezTo>
                      <a:pt x="217170" y="0"/>
                      <a:pt x="229870" y="12700"/>
                      <a:pt x="229870" y="28575"/>
                    </a:cubicBezTo>
                    <a:lnTo>
                      <a:pt x="229870" y="155575"/>
                    </a:lnTo>
                    <a:cubicBezTo>
                      <a:pt x="229870" y="219075"/>
                      <a:pt x="178435" y="270510"/>
                      <a:pt x="114935" y="270510"/>
                    </a:cubicBezTo>
                    <a:close/>
                  </a:path>
                </a:pathLst>
              </a:custGeom>
              <a:solidFill>
                <a:srgbClr val="E1EBF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FC184CFE-43A8-1604-29B9-18FA6E1FDAA9}"/>
                  </a:ext>
                </a:extLst>
              </p:cNvPr>
              <p:cNvSpPr/>
              <p:nvPr/>
            </p:nvSpPr>
            <p:spPr>
              <a:xfrm>
                <a:off x="5532022" y="3493770"/>
                <a:ext cx="36195" cy="61595"/>
              </a:xfrm>
              <a:custGeom>
                <a:avLst/>
                <a:gdLst>
                  <a:gd name="connsiteX0" fmla="*/ 18415 w 36195"/>
                  <a:gd name="connsiteY0" fmla="*/ 0 h 61595"/>
                  <a:gd name="connsiteX1" fmla="*/ 36195 w 36195"/>
                  <a:gd name="connsiteY1" fmla="*/ 0 h 61595"/>
                  <a:gd name="connsiteX2" fmla="*/ 36195 w 36195"/>
                  <a:gd name="connsiteY2" fmla="*/ 61595 h 61595"/>
                  <a:gd name="connsiteX3" fmla="*/ 29210 w 36195"/>
                  <a:gd name="connsiteY3" fmla="*/ 61595 h 61595"/>
                  <a:gd name="connsiteX4" fmla="*/ 0 w 36195"/>
                  <a:gd name="connsiteY4" fmla="*/ 31750 h 61595"/>
                  <a:gd name="connsiteX5" fmla="*/ 0 w 36195"/>
                  <a:gd name="connsiteY5" fmla="*/ 19050 h 61595"/>
                  <a:gd name="connsiteX6" fmla="*/ 18415 w 36195"/>
                  <a:gd name="connsiteY6" fmla="*/ 0 h 61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195" h="61595">
                    <a:moveTo>
                      <a:pt x="18415" y="0"/>
                    </a:moveTo>
                    <a:lnTo>
                      <a:pt x="36195" y="0"/>
                    </a:lnTo>
                    <a:lnTo>
                      <a:pt x="36195" y="61595"/>
                    </a:lnTo>
                    <a:lnTo>
                      <a:pt x="29210" y="61595"/>
                    </a:lnTo>
                    <a:cubicBezTo>
                      <a:pt x="12700" y="61595"/>
                      <a:pt x="0" y="48260"/>
                      <a:pt x="0" y="31750"/>
                    </a:cubicBezTo>
                    <a:lnTo>
                      <a:pt x="0" y="19050"/>
                    </a:lnTo>
                    <a:cubicBezTo>
                      <a:pt x="0" y="8890"/>
                      <a:pt x="8255" y="0"/>
                      <a:pt x="18415" y="0"/>
                    </a:cubicBezTo>
                    <a:close/>
                  </a:path>
                </a:pathLst>
              </a:custGeom>
              <a:solidFill>
                <a:srgbClr val="E1EBF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60098C6C-D650-AB26-8EFE-BED4B4A7F7B8}"/>
                  </a:ext>
                </a:extLst>
              </p:cNvPr>
              <p:cNvSpPr/>
              <p:nvPr/>
            </p:nvSpPr>
            <p:spPr>
              <a:xfrm>
                <a:off x="5798086" y="3493770"/>
                <a:ext cx="36195" cy="61595"/>
              </a:xfrm>
              <a:custGeom>
                <a:avLst/>
                <a:gdLst>
                  <a:gd name="connsiteX0" fmla="*/ 17780 w 36195"/>
                  <a:gd name="connsiteY0" fmla="*/ 0 h 61595"/>
                  <a:gd name="connsiteX1" fmla="*/ 0 w 36195"/>
                  <a:gd name="connsiteY1" fmla="*/ 0 h 61595"/>
                  <a:gd name="connsiteX2" fmla="*/ 0 w 36195"/>
                  <a:gd name="connsiteY2" fmla="*/ 61595 h 61595"/>
                  <a:gd name="connsiteX3" fmla="*/ 6985 w 36195"/>
                  <a:gd name="connsiteY3" fmla="*/ 61595 h 61595"/>
                  <a:gd name="connsiteX4" fmla="*/ 36195 w 36195"/>
                  <a:gd name="connsiteY4" fmla="*/ 31750 h 61595"/>
                  <a:gd name="connsiteX5" fmla="*/ 36195 w 36195"/>
                  <a:gd name="connsiteY5" fmla="*/ 19050 h 61595"/>
                  <a:gd name="connsiteX6" fmla="*/ 17780 w 36195"/>
                  <a:gd name="connsiteY6" fmla="*/ 0 h 61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195" h="61595">
                    <a:moveTo>
                      <a:pt x="17780" y="0"/>
                    </a:moveTo>
                    <a:lnTo>
                      <a:pt x="0" y="0"/>
                    </a:lnTo>
                    <a:lnTo>
                      <a:pt x="0" y="61595"/>
                    </a:lnTo>
                    <a:lnTo>
                      <a:pt x="6985" y="61595"/>
                    </a:lnTo>
                    <a:cubicBezTo>
                      <a:pt x="23495" y="61595"/>
                      <a:pt x="36195" y="48260"/>
                      <a:pt x="36195" y="31750"/>
                    </a:cubicBezTo>
                    <a:lnTo>
                      <a:pt x="36195" y="19050"/>
                    </a:lnTo>
                    <a:cubicBezTo>
                      <a:pt x="36195" y="8890"/>
                      <a:pt x="27940" y="0"/>
                      <a:pt x="17780" y="0"/>
                    </a:cubicBezTo>
                    <a:close/>
                  </a:path>
                </a:pathLst>
              </a:custGeom>
              <a:solidFill>
                <a:srgbClr val="E1EBF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28B5F956-B794-B47B-32B0-6970408231F2}"/>
                  </a:ext>
                </a:extLst>
              </p:cNvPr>
              <p:cNvSpPr/>
              <p:nvPr/>
            </p:nvSpPr>
            <p:spPr>
              <a:xfrm>
                <a:off x="5679173" y="3511391"/>
                <a:ext cx="29144" cy="112974"/>
              </a:xfrm>
              <a:custGeom>
                <a:avLst/>
                <a:gdLst>
                  <a:gd name="connsiteX0" fmla="*/ 26203 w 29144"/>
                  <a:gd name="connsiteY0" fmla="*/ 68739 h 112974"/>
                  <a:gd name="connsiteX1" fmla="*/ 14138 w 29144"/>
                  <a:gd name="connsiteY1" fmla="*/ 37624 h 112974"/>
                  <a:gd name="connsiteX2" fmla="*/ 10328 w 29144"/>
                  <a:gd name="connsiteY2" fmla="*/ 3334 h 112974"/>
                  <a:gd name="connsiteX3" fmla="*/ 3978 w 29144"/>
                  <a:gd name="connsiteY3" fmla="*/ 3334 h 112974"/>
                  <a:gd name="connsiteX4" fmla="*/ 17313 w 29144"/>
                  <a:gd name="connsiteY4" fmla="*/ 63024 h 112974"/>
                  <a:gd name="connsiteX5" fmla="*/ 21123 w 29144"/>
                  <a:gd name="connsiteY5" fmla="*/ 90329 h 112974"/>
                  <a:gd name="connsiteX6" fmla="*/ 1438 w 29144"/>
                  <a:gd name="connsiteY6" fmla="*/ 107474 h 112974"/>
                  <a:gd name="connsiteX7" fmla="*/ 4613 w 29144"/>
                  <a:gd name="connsiteY7" fmla="*/ 112554 h 112974"/>
                  <a:gd name="connsiteX8" fmla="*/ 24933 w 29144"/>
                  <a:gd name="connsiteY8" fmla="*/ 96044 h 112974"/>
                  <a:gd name="connsiteX9" fmla="*/ 26203 w 29144"/>
                  <a:gd name="connsiteY9" fmla="*/ 68739 h 112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144" h="112974">
                    <a:moveTo>
                      <a:pt x="26203" y="68739"/>
                    </a:moveTo>
                    <a:cubicBezTo>
                      <a:pt x="22393" y="58579"/>
                      <a:pt x="16678" y="49054"/>
                      <a:pt x="14138" y="37624"/>
                    </a:cubicBezTo>
                    <a:cubicBezTo>
                      <a:pt x="11173" y="26194"/>
                      <a:pt x="9903" y="14764"/>
                      <a:pt x="10328" y="3334"/>
                    </a:cubicBezTo>
                    <a:cubicBezTo>
                      <a:pt x="10328" y="-1111"/>
                      <a:pt x="4613" y="-1111"/>
                      <a:pt x="3978" y="3334"/>
                    </a:cubicBezTo>
                    <a:cubicBezTo>
                      <a:pt x="3343" y="23654"/>
                      <a:pt x="7788" y="43974"/>
                      <a:pt x="17313" y="63024"/>
                    </a:cubicBezTo>
                    <a:cubicBezTo>
                      <a:pt x="21123" y="71279"/>
                      <a:pt x="26203" y="81439"/>
                      <a:pt x="21123" y="90329"/>
                    </a:cubicBezTo>
                    <a:cubicBezTo>
                      <a:pt x="17313" y="97949"/>
                      <a:pt x="9058" y="103029"/>
                      <a:pt x="1438" y="107474"/>
                    </a:cubicBezTo>
                    <a:cubicBezTo>
                      <a:pt x="-1737" y="109379"/>
                      <a:pt x="803" y="114459"/>
                      <a:pt x="4613" y="112554"/>
                    </a:cubicBezTo>
                    <a:cubicBezTo>
                      <a:pt x="12233" y="108109"/>
                      <a:pt x="19853" y="103029"/>
                      <a:pt x="24933" y="96044"/>
                    </a:cubicBezTo>
                    <a:cubicBezTo>
                      <a:pt x="30648" y="87789"/>
                      <a:pt x="30013" y="77629"/>
                      <a:pt x="26203" y="68739"/>
                    </a:cubicBezTo>
                    <a:close/>
                  </a:path>
                </a:pathLst>
              </a:custGeom>
              <a:solidFill>
                <a:srgbClr val="82ACF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C45B995A-63A3-1883-5901-B32A3213DC68}"/>
                  </a:ext>
                </a:extLst>
              </p:cNvPr>
              <p:cNvSpPr/>
              <p:nvPr/>
            </p:nvSpPr>
            <p:spPr>
              <a:xfrm>
                <a:off x="5616477" y="3529329"/>
                <a:ext cx="22225" cy="21590"/>
              </a:xfrm>
              <a:custGeom>
                <a:avLst/>
                <a:gdLst>
                  <a:gd name="connsiteX0" fmla="*/ 22225 w 22225"/>
                  <a:gd name="connsiteY0" fmla="*/ 10795 h 21590"/>
                  <a:gd name="connsiteX1" fmla="*/ 10795 w 22225"/>
                  <a:gd name="connsiteY1" fmla="*/ 21590 h 21590"/>
                  <a:gd name="connsiteX2" fmla="*/ 0 w 22225"/>
                  <a:gd name="connsiteY2" fmla="*/ 10795 h 21590"/>
                  <a:gd name="connsiteX3" fmla="*/ 10795 w 22225"/>
                  <a:gd name="connsiteY3" fmla="*/ 0 h 21590"/>
                  <a:gd name="connsiteX4" fmla="*/ 22225 w 22225"/>
                  <a:gd name="connsiteY4" fmla="*/ 10795 h 21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225" h="21590">
                    <a:moveTo>
                      <a:pt x="22225" y="10795"/>
                    </a:moveTo>
                    <a:cubicBezTo>
                      <a:pt x="22225" y="17145"/>
                      <a:pt x="17145" y="21590"/>
                      <a:pt x="10795" y="21590"/>
                    </a:cubicBezTo>
                    <a:cubicBezTo>
                      <a:pt x="5080" y="21590"/>
                      <a:pt x="0" y="17145"/>
                      <a:pt x="0" y="10795"/>
                    </a:cubicBezTo>
                    <a:cubicBezTo>
                      <a:pt x="0" y="5080"/>
                      <a:pt x="5080" y="0"/>
                      <a:pt x="10795" y="0"/>
                    </a:cubicBezTo>
                    <a:cubicBezTo>
                      <a:pt x="17145" y="0"/>
                      <a:pt x="22225" y="5080"/>
                      <a:pt x="22225" y="10795"/>
                    </a:cubicBezTo>
                    <a:close/>
                  </a:path>
                </a:pathLst>
              </a:custGeom>
              <a:solidFill>
                <a:srgbClr val="0541A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DD6995F4-8582-6BD9-4532-C7DD0AA658F3}"/>
                  </a:ext>
                </a:extLst>
              </p:cNvPr>
              <p:cNvSpPr/>
              <p:nvPr/>
            </p:nvSpPr>
            <p:spPr>
              <a:xfrm>
                <a:off x="5734586" y="3529329"/>
                <a:ext cx="21590" cy="21590"/>
              </a:xfrm>
              <a:custGeom>
                <a:avLst/>
                <a:gdLst>
                  <a:gd name="connsiteX0" fmla="*/ 21590 w 21590"/>
                  <a:gd name="connsiteY0" fmla="*/ 10795 h 21590"/>
                  <a:gd name="connsiteX1" fmla="*/ 10795 w 21590"/>
                  <a:gd name="connsiteY1" fmla="*/ 21590 h 21590"/>
                  <a:gd name="connsiteX2" fmla="*/ 0 w 21590"/>
                  <a:gd name="connsiteY2" fmla="*/ 10795 h 21590"/>
                  <a:gd name="connsiteX3" fmla="*/ 10795 w 21590"/>
                  <a:gd name="connsiteY3" fmla="*/ 0 h 21590"/>
                  <a:gd name="connsiteX4" fmla="*/ 21590 w 21590"/>
                  <a:gd name="connsiteY4" fmla="*/ 10795 h 21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90" h="21590">
                    <a:moveTo>
                      <a:pt x="21590" y="10795"/>
                    </a:moveTo>
                    <a:cubicBezTo>
                      <a:pt x="21590" y="17145"/>
                      <a:pt x="17145" y="21590"/>
                      <a:pt x="10795" y="21590"/>
                    </a:cubicBezTo>
                    <a:cubicBezTo>
                      <a:pt x="5080" y="21590"/>
                      <a:pt x="0" y="17145"/>
                      <a:pt x="0" y="10795"/>
                    </a:cubicBezTo>
                    <a:cubicBezTo>
                      <a:pt x="0" y="5080"/>
                      <a:pt x="5080" y="0"/>
                      <a:pt x="10795" y="0"/>
                    </a:cubicBezTo>
                    <a:cubicBezTo>
                      <a:pt x="17145" y="0"/>
                      <a:pt x="21590" y="5080"/>
                      <a:pt x="21590" y="10795"/>
                    </a:cubicBezTo>
                    <a:close/>
                  </a:path>
                </a:pathLst>
              </a:custGeom>
              <a:solidFill>
                <a:srgbClr val="0541A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73A4A8DF-30BC-5667-CBF1-557F30778A19}"/>
                  </a:ext>
                </a:extLst>
              </p:cNvPr>
              <p:cNvSpPr/>
              <p:nvPr/>
            </p:nvSpPr>
            <p:spPr>
              <a:xfrm>
                <a:off x="5619469" y="3622145"/>
                <a:ext cx="45439" cy="39447"/>
              </a:xfrm>
              <a:custGeom>
                <a:avLst/>
                <a:gdLst>
                  <a:gd name="connsiteX0" fmla="*/ 43363 w 45439"/>
                  <a:gd name="connsiteY0" fmla="*/ 33549 h 39447"/>
                  <a:gd name="connsiteX1" fmla="*/ 5898 w 45439"/>
                  <a:gd name="connsiteY1" fmla="*/ 1799 h 39447"/>
                  <a:gd name="connsiteX2" fmla="*/ 183 w 45439"/>
                  <a:gd name="connsiteY2" fmla="*/ 3704 h 39447"/>
                  <a:gd name="connsiteX3" fmla="*/ 41458 w 45439"/>
                  <a:gd name="connsiteY3" fmla="*/ 39264 h 39447"/>
                  <a:gd name="connsiteX4" fmla="*/ 43363 w 45439"/>
                  <a:gd name="connsiteY4" fmla="*/ 33549 h 39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439" h="39447">
                    <a:moveTo>
                      <a:pt x="43363" y="33549"/>
                    </a:moveTo>
                    <a:cubicBezTo>
                      <a:pt x="26218" y="30374"/>
                      <a:pt x="11613" y="18309"/>
                      <a:pt x="5898" y="1799"/>
                    </a:cubicBezTo>
                    <a:cubicBezTo>
                      <a:pt x="4628" y="-1376"/>
                      <a:pt x="-1087" y="-105"/>
                      <a:pt x="183" y="3704"/>
                    </a:cubicBezTo>
                    <a:cubicBezTo>
                      <a:pt x="6533" y="21484"/>
                      <a:pt x="22408" y="36089"/>
                      <a:pt x="41458" y="39264"/>
                    </a:cubicBezTo>
                    <a:cubicBezTo>
                      <a:pt x="45268" y="40534"/>
                      <a:pt x="47173" y="34820"/>
                      <a:pt x="43363" y="33549"/>
                    </a:cubicBezTo>
                    <a:close/>
                  </a:path>
                </a:pathLst>
              </a:custGeom>
              <a:solidFill>
                <a:srgbClr val="82ACF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C2D70F2C-8C3D-037E-0AD3-C94067097F5D}"/>
                  </a:ext>
                </a:extLst>
              </p:cNvPr>
              <p:cNvSpPr/>
              <p:nvPr/>
            </p:nvSpPr>
            <p:spPr>
              <a:xfrm>
                <a:off x="5593422" y="3479755"/>
                <a:ext cx="58786" cy="31918"/>
              </a:xfrm>
              <a:custGeom>
                <a:avLst/>
                <a:gdLst>
                  <a:gd name="connsiteX0" fmla="*/ 54805 w 58786"/>
                  <a:gd name="connsiteY0" fmla="*/ 45 h 31918"/>
                  <a:gd name="connsiteX1" fmla="*/ 830 w 58786"/>
                  <a:gd name="connsiteY1" fmla="*/ 26715 h 31918"/>
                  <a:gd name="connsiteX2" fmla="*/ 5275 w 58786"/>
                  <a:gd name="connsiteY2" fmla="*/ 31160 h 31918"/>
                  <a:gd name="connsiteX3" fmla="*/ 56710 w 58786"/>
                  <a:gd name="connsiteY3" fmla="*/ 5760 h 31918"/>
                  <a:gd name="connsiteX4" fmla="*/ 54805 w 58786"/>
                  <a:gd name="connsiteY4" fmla="*/ 45 h 31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786" h="31918">
                    <a:moveTo>
                      <a:pt x="54805" y="45"/>
                    </a:moveTo>
                    <a:cubicBezTo>
                      <a:pt x="34485" y="3220"/>
                      <a:pt x="16070" y="12745"/>
                      <a:pt x="830" y="26715"/>
                    </a:cubicBezTo>
                    <a:cubicBezTo>
                      <a:pt x="-1710" y="29254"/>
                      <a:pt x="2100" y="33700"/>
                      <a:pt x="5275" y="31160"/>
                    </a:cubicBezTo>
                    <a:cubicBezTo>
                      <a:pt x="19245" y="17825"/>
                      <a:pt x="37025" y="8935"/>
                      <a:pt x="56710" y="5760"/>
                    </a:cubicBezTo>
                    <a:cubicBezTo>
                      <a:pt x="60520" y="5760"/>
                      <a:pt x="58615" y="-590"/>
                      <a:pt x="54805" y="45"/>
                    </a:cubicBezTo>
                    <a:close/>
                  </a:path>
                </a:pathLst>
              </a:custGeom>
              <a:solidFill>
                <a:srgbClr val="0541A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204D9A46-A2EE-36E7-AF36-6747F2EE3B10}"/>
                  </a:ext>
                </a:extLst>
              </p:cNvPr>
              <p:cNvSpPr/>
              <p:nvPr/>
            </p:nvSpPr>
            <p:spPr>
              <a:xfrm>
                <a:off x="5721043" y="3479755"/>
                <a:ext cx="58752" cy="31918"/>
              </a:xfrm>
              <a:custGeom>
                <a:avLst/>
                <a:gdLst>
                  <a:gd name="connsiteX0" fmla="*/ 3384 w 58752"/>
                  <a:gd name="connsiteY0" fmla="*/ 45 h 31918"/>
                  <a:gd name="connsiteX1" fmla="*/ 57994 w 58752"/>
                  <a:gd name="connsiteY1" fmla="*/ 26715 h 31918"/>
                  <a:gd name="connsiteX2" fmla="*/ 53549 w 58752"/>
                  <a:gd name="connsiteY2" fmla="*/ 31160 h 31918"/>
                  <a:gd name="connsiteX3" fmla="*/ 2114 w 58752"/>
                  <a:gd name="connsiteY3" fmla="*/ 5760 h 31918"/>
                  <a:gd name="connsiteX4" fmla="*/ 3384 w 58752"/>
                  <a:gd name="connsiteY4" fmla="*/ 45 h 31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752" h="31918">
                    <a:moveTo>
                      <a:pt x="3384" y="45"/>
                    </a:moveTo>
                    <a:cubicBezTo>
                      <a:pt x="23704" y="3220"/>
                      <a:pt x="42754" y="12745"/>
                      <a:pt x="57994" y="26715"/>
                    </a:cubicBezTo>
                    <a:cubicBezTo>
                      <a:pt x="60534" y="29254"/>
                      <a:pt x="56089" y="33700"/>
                      <a:pt x="53549" y="31160"/>
                    </a:cubicBezTo>
                    <a:cubicBezTo>
                      <a:pt x="39579" y="17825"/>
                      <a:pt x="21164" y="8935"/>
                      <a:pt x="2114" y="5760"/>
                    </a:cubicBezTo>
                    <a:cubicBezTo>
                      <a:pt x="-1696" y="5760"/>
                      <a:pt x="209" y="-590"/>
                      <a:pt x="3384" y="45"/>
                    </a:cubicBezTo>
                    <a:close/>
                  </a:path>
                </a:pathLst>
              </a:custGeom>
              <a:solidFill>
                <a:srgbClr val="0541A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1C52A43C-4F0F-06AD-718C-5F8E9686863B}"/>
                  </a:ext>
                </a:extLst>
              </p:cNvPr>
              <p:cNvSpPr/>
              <p:nvPr/>
            </p:nvSpPr>
            <p:spPr>
              <a:xfrm>
                <a:off x="5798029" y="3508483"/>
                <a:ext cx="27611" cy="31385"/>
              </a:xfrm>
              <a:custGeom>
                <a:avLst/>
                <a:gdLst>
                  <a:gd name="connsiteX0" fmla="*/ 27362 w 27611"/>
                  <a:gd name="connsiteY0" fmla="*/ 1796 h 31385"/>
                  <a:gd name="connsiteX1" fmla="*/ 22917 w 27611"/>
                  <a:gd name="connsiteY1" fmla="*/ 526 h 31385"/>
                  <a:gd name="connsiteX2" fmla="*/ 692 w 27611"/>
                  <a:gd name="connsiteY2" fmla="*/ 27196 h 31385"/>
                  <a:gd name="connsiteX3" fmla="*/ 1327 w 27611"/>
                  <a:gd name="connsiteY3" fmla="*/ 31006 h 31385"/>
                  <a:gd name="connsiteX4" fmla="*/ 5772 w 27611"/>
                  <a:gd name="connsiteY4" fmla="*/ 29736 h 31385"/>
                  <a:gd name="connsiteX5" fmla="*/ 26092 w 27611"/>
                  <a:gd name="connsiteY5" fmla="*/ 5606 h 31385"/>
                  <a:gd name="connsiteX6" fmla="*/ 27362 w 27611"/>
                  <a:gd name="connsiteY6" fmla="*/ 1796 h 3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611" h="31385">
                    <a:moveTo>
                      <a:pt x="27362" y="1796"/>
                    </a:moveTo>
                    <a:cubicBezTo>
                      <a:pt x="26727" y="526"/>
                      <a:pt x="24187" y="-744"/>
                      <a:pt x="22917" y="526"/>
                    </a:cubicBezTo>
                    <a:cubicBezTo>
                      <a:pt x="13392" y="7511"/>
                      <a:pt x="5772" y="16401"/>
                      <a:pt x="692" y="27196"/>
                    </a:cubicBezTo>
                    <a:cubicBezTo>
                      <a:pt x="-578" y="28466"/>
                      <a:pt x="57" y="30371"/>
                      <a:pt x="1327" y="31006"/>
                    </a:cubicBezTo>
                    <a:cubicBezTo>
                      <a:pt x="2597" y="31641"/>
                      <a:pt x="5137" y="31641"/>
                      <a:pt x="5772" y="29736"/>
                    </a:cubicBezTo>
                    <a:cubicBezTo>
                      <a:pt x="10217" y="20211"/>
                      <a:pt x="17202" y="11956"/>
                      <a:pt x="26092" y="5606"/>
                    </a:cubicBezTo>
                    <a:cubicBezTo>
                      <a:pt x="27362" y="4971"/>
                      <a:pt x="27997" y="3066"/>
                      <a:pt x="27362" y="1796"/>
                    </a:cubicBezTo>
                    <a:close/>
                  </a:path>
                </a:pathLst>
              </a:custGeom>
              <a:solidFill>
                <a:srgbClr val="82ACF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5C286601-CB43-EFA8-CED4-11F4C5410D25}"/>
                  </a:ext>
                </a:extLst>
              </p:cNvPr>
              <p:cNvSpPr/>
              <p:nvPr/>
            </p:nvSpPr>
            <p:spPr>
              <a:xfrm>
                <a:off x="5540231" y="3506049"/>
                <a:ext cx="25683" cy="37419"/>
              </a:xfrm>
              <a:custGeom>
                <a:avLst/>
                <a:gdLst>
                  <a:gd name="connsiteX0" fmla="*/ 25445 w 25683"/>
                  <a:gd name="connsiteY0" fmla="*/ 33440 h 37419"/>
                  <a:gd name="connsiteX1" fmla="*/ 4490 w 25683"/>
                  <a:gd name="connsiteY1" fmla="*/ 420 h 37419"/>
                  <a:gd name="connsiteX2" fmla="*/ 1315 w 25683"/>
                  <a:gd name="connsiteY2" fmla="*/ 5500 h 37419"/>
                  <a:gd name="connsiteX3" fmla="*/ 19730 w 25683"/>
                  <a:gd name="connsiteY3" fmla="*/ 35345 h 37419"/>
                  <a:gd name="connsiteX4" fmla="*/ 23540 w 25683"/>
                  <a:gd name="connsiteY4" fmla="*/ 37250 h 37419"/>
                  <a:gd name="connsiteX5" fmla="*/ 25445 w 25683"/>
                  <a:gd name="connsiteY5" fmla="*/ 33440 h 37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683" h="37419">
                    <a:moveTo>
                      <a:pt x="25445" y="33440"/>
                    </a:moveTo>
                    <a:cubicBezTo>
                      <a:pt x="23540" y="20105"/>
                      <a:pt x="15920" y="8040"/>
                      <a:pt x="4490" y="420"/>
                    </a:cubicBezTo>
                    <a:cubicBezTo>
                      <a:pt x="1315" y="-1485"/>
                      <a:pt x="-1860" y="3595"/>
                      <a:pt x="1315" y="5500"/>
                    </a:cubicBezTo>
                    <a:cubicBezTo>
                      <a:pt x="11475" y="12485"/>
                      <a:pt x="18460" y="23280"/>
                      <a:pt x="19730" y="35345"/>
                    </a:cubicBezTo>
                    <a:cubicBezTo>
                      <a:pt x="20365" y="36615"/>
                      <a:pt x="22270" y="37885"/>
                      <a:pt x="23540" y="37250"/>
                    </a:cubicBezTo>
                    <a:cubicBezTo>
                      <a:pt x="25445" y="36615"/>
                      <a:pt x="26080" y="35345"/>
                      <a:pt x="25445" y="33440"/>
                    </a:cubicBezTo>
                    <a:close/>
                  </a:path>
                </a:pathLst>
              </a:custGeom>
              <a:solidFill>
                <a:srgbClr val="82ACF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91" name="Graphic 3">
              <a:extLst>
                <a:ext uri="{FF2B5EF4-FFF2-40B4-BE49-F238E27FC236}">
                  <a16:creationId xmlns:a16="http://schemas.microsoft.com/office/drawing/2014/main" id="{32A029F0-C6AF-BBD6-7F39-F4CB9AC610D3}"/>
                </a:ext>
              </a:extLst>
            </p:cNvPr>
            <p:cNvGrpSpPr/>
            <p:nvPr/>
          </p:nvGrpSpPr>
          <p:grpSpPr>
            <a:xfrm>
              <a:off x="6486346" y="4007278"/>
              <a:ext cx="1038686" cy="1423241"/>
              <a:chOff x="6486346" y="4007278"/>
              <a:chExt cx="1038686" cy="1423241"/>
            </a:xfrm>
          </p:grpSpPr>
          <p:grpSp>
            <p:nvGrpSpPr>
              <p:cNvPr id="292" name="Graphic 3">
                <a:extLst>
                  <a:ext uri="{FF2B5EF4-FFF2-40B4-BE49-F238E27FC236}">
                    <a16:creationId xmlns:a16="http://schemas.microsoft.com/office/drawing/2014/main" id="{FC303B40-0BF7-0FD9-5E18-150ADB6EDE12}"/>
                  </a:ext>
                </a:extLst>
              </p:cNvPr>
              <p:cNvGrpSpPr/>
              <p:nvPr/>
            </p:nvGrpSpPr>
            <p:grpSpPr>
              <a:xfrm>
                <a:off x="6486346" y="4007278"/>
                <a:ext cx="1038686" cy="914288"/>
                <a:chOff x="6486346" y="4007278"/>
                <a:chExt cx="1038686" cy="914288"/>
              </a:xfrm>
              <a:solidFill>
                <a:srgbClr val="0541A1"/>
              </a:solidFill>
            </p:grpSpPr>
            <p:sp>
              <p:nvSpPr>
                <p:cNvPr id="293" name="Freeform: Shape 292">
                  <a:extLst>
                    <a:ext uri="{FF2B5EF4-FFF2-40B4-BE49-F238E27FC236}">
                      <a16:creationId xmlns:a16="http://schemas.microsoft.com/office/drawing/2014/main" id="{F815129A-474C-E4E5-4DFA-D3988D99D967}"/>
                    </a:ext>
                  </a:extLst>
                </p:cNvPr>
                <p:cNvSpPr/>
                <p:nvPr/>
              </p:nvSpPr>
              <p:spPr>
                <a:xfrm>
                  <a:off x="7062767" y="4351622"/>
                  <a:ext cx="462264" cy="563082"/>
                </a:xfrm>
                <a:custGeom>
                  <a:avLst/>
                  <a:gdLst>
                    <a:gd name="connsiteX0" fmla="*/ 431404 w 462264"/>
                    <a:gd name="connsiteY0" fmla="*/ 181007 h 563082"/>
                    <a:gd name="connsiteX1" fmla="*/ 382509 w 462264"/>
                    <a:gd name="connsiteY1" fmla="*/ 167037 h 563082"/>
                    <a:gd name="connsiteX2" fmla="*/ 326629 w 462264"/>
                    <a:gd name="connsiteY2" fmla="*/ 168307 h 563082"/>
                    <a:gd name="connsiteX3" fmla="*/ 409179 w 462264"/>
                    <a:gd name="connsiteY3" fmla="*/ 138462 h 563082"/>
                    <a:gd name="connsiteX4" fmla="*/ 400924 w 462264"/>
                    <a:gd name="connsiteY4" fmla="*/ 109887 h 563082"/>
                    <a:gd name="connsiteX5" fmla="*/ 380604 w 462264"/>
                    <a:gd name="connsiteY5" fmla="*/ 115602 h 563082"/>
                    <a:gd name="connsiteX6" fmla="*/ 378699 w 462264"/>
                    <a:gd name="connsiteY6" fmla="*/ 81312 h 563082"/>
                    <a:gd name="connsiteX7" fmla="*/ 343140 w 462264"/>
                    <a:gd name="connsiteY7" fmla="*/ 19082 h 563082"/>
                    <a:gd name="connsiteX8" fmla="*/ 298690 w 462264"/>
                    <a:gd name="connsiteY8" fmla="*/ 32 h 563082"/>
                    <a:gd name="connsiteX9" fmla="*/ 264399 w 462264"/>
                    <a:gd name="connsiteY9" fmla="*/ 29242 h 563082"/>
                    <a:gd name="connsiteX10" fmla="*/ 296149 w 462264"/>
                    <a:gd name="connsiteY10" fmla="*/ 68612 h 563082"/>
                    <a:gd name="connsiteX11" fmla="*/ 341869 w 462264"/>
                    <a:gd name="connsiteY11" fmla="*/ 96552 h 563082"/>
                    <a:gd name="connsiteX12" fmla="*/ 358379 w 462264"/>
                    <a:gd name="connsiteY12" fmla="*/ 122587 h 563082"/>
                    <a:gd name="connsiteX13" fmla="*/ 359015 w 462264"/>
                    <a:gd name="connsiteY13" fmla="*/ 122587 h 563082"/>
                    <a:gd name="connsiteX14" fmla="*/ 187565 w 462264"/>
                    <a:gd name="connsiteY14" fmla="*/ 222282 h 563082"/>
                    <a:gd name="connsiteX15" fmla="*/ 162799 w 462264"/>
                    <a:gd name="connsiteY15" fmla="*/ 244507 h 563082"/>
                    <a:gd name="connsiteX16" fmla="*/ 148829 w 462264"/>
                    <a:gd name="connsiteY16" fmla="*/ 195612 h 563082"/>
                    <a:gd name="connsiteX17" fmla="*/ 88504 w 462264"/>
                    <a:gd name="connsiteY17" fmla="*/ 140367 h 563082"/>
                    <a:gd name="connsiteX18" fmla="*/ 44054 w 462264"/>
                    <a:gd name="connsiteY18" fmla="*/ 152432 h 563082"/>
                    <a:gd name="connsiteX19" fmla="*/ 49769 w 462264"/>
                    <a:gd name="connsiteY19" fmla="*/ 214027 h 563082"/>
                    <a:gd name="connsiteX20" fmla="*/ 108190 w 462264"/>
                    <a:gd name="connsiteY20" fmla="*/ 248952 h 563082"/>
                    <a:gd name="connsiteX21" fmla="*/ 141209 w 462264"/>
                    <a:gd name="connsiteY21" fmla="*/ 266732 h 563082"/>
                    <a:gd name="connsiteX22" fmla="*/ 41515 w 462264"/>
                    <a:gd name="connsiteY22" fmla="*/ 413417 h 563082"/>
                    <a:gd name="connsiteX23" fmla="*/ 240 w 462264"/>
                    <a:gd name="connsiteY23" fmla="*/ 544227 h 563082"/>
                    <a:gd name="connsiteX24" fmla="*/ 11034 w 462264"/>
                    <a:gd name="connsiteY24" fmla="*/ 562642 h 563082"/>
                    <a:gd name="connsiteX25" fmla="*/ 29449 w 462264"/>
                    <a:gd name="connsiteY25" fmla="*/ 552482 h 563082"/>
                    <a:gd name="connsiteX26" fmla="*/ 75169 w 462264"/>
                    <a:gd name="connsiteY26" fmla="*/ 412782 h 563082"/>
                    <a:gd name="connsiteX27" fmla="*/ 111999 w 462264"/>
                    <a:gd name="connsiteY27" fmla="*/ 427387 h 563082"/>
                    <a:gd name="connsiteX28" fmla="*/ 185659 w 462264"/>
                    <a:gd name="connsiteY28" fmla="*/ 457867 h 563082"/>
                    <a:gd name="connsiteX29" fmla="*/ 247890 w 462264"/>
                    <a:gd name="connsiteY29" fmla="*/ 461042 h 563082"/>
                    <a:gd name="connsiteX30" fmla="*/ 264399 w 462264"/>
                    <a:gd name="connsiteY30" fmla="*/ 433102 h 563082"/>
                    <a:gd name="connsiteX31" fmla="*/ 227569 w 462264"/>
                    <a:gd name="connsiteY31" fmla="*/ 375317 h 563082"/>
                    <a:gd name="connsiteX32" fmla="*/ 174229 w 462264"/>
                    <a:gd name="connsiteY32" fmla="*/ 365157 h 563082"/>
                    <a:gd name="connsiteX33" fmla="*/ 103109 w 462264"/>
                    <a:gd name="connsiteY33" fmla="*/ 375317 h 563082"/>
                    <a:gd name="connsiteX34" fmla="*/ 94854 w 462264"/>
                    <a:gd name="connsiteY34" fmla="*/ 377857 h 563082"/>
                    <a:gd name="connsiteX35" fmla="*/ 118984 w 462264"/>
                    <a:gd name="connsiteY35" fmla="*/ 340392 h 563082"/>
                    <a:gd name="connsiteX36" fmla="*/ 275194 w 462264"/>
                    <a:gd name="connsiteY36" fmla="*/ 196247 h 563082"/>
                    <a:gd name="connsiteX37" fmla="*/ 280274 w 462264"/>
                    <a:gd name="connsiteY37" fmla="*/ 200692 h 563082"/>
                    <a:gd name="connsiteX38" fmla="*/ 317740 w 462264"/>
                    <a:gd name="connsiteY38" fmla="*/ 219742 h 563082"/>
                    <a:gd name="connsiteX39" fmla="*/ 384415 w 462264"/>
                    <a:gd name="connsiteY39" fmla="*/ 255302 h 563082"/>
                    <a:gd name="connsiteX40" fmla="*/ 443469 w 462264"/>
                    <a:gd name="connsiteY40" fmla="*/ 264192 h 563082"/>
                    <a:gd name="connsiteX41" fmla="*/ 461249 w 462264"/>
                    <a:gd name="connsiteY41" fmla="*/ 239427 h 563082"/>
                    <a:gd name="connsiteX42" fmla="*/ 431404 w 462264"/>
                    <a:gd name="connsiteY42" fmla="*/ 181007 h 5630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462264" h="563082">
                      <a:moveTo>
                        <a:pt x="431404" y="181007"/>
                      </a:moveTo>
                      <a:cubicBezTo>
                        <a:pt x="416799" y="172752"/>
                        <a:pt x="399654" y="168942"/>
                        <a:pt x="382509" y="167037"/>
                      </a:cubicBezTo>
                      <a:cubicBezTo>
                        <a:pt x="364094" y="165132"/>
                        <a:pt x="345044" y="165767"/>
                        <a:pt x="326629" y="168307"/>
                      </a:cubicBezTo>
                      <a:cubicBezTo>
                        <a:pt x="353299" y="156033"/>
                        <a:pt x="380795" y="146082"/>
                        <a:pt x="409179" y="138462"/>
                      </a:cubicBezTo>
                      <a:cubicBezTo>
                        <a:pt x="427594" y="133382"/>
                        <a:pt x="419974" y="104807"/>
                        <a:pt x="400924" y="109887"/>
                      </a:cubicBezTo>
                      <a:cubicBezTo>
                        <a:pt x="394129" y="111583"/>
                        <a:pt x="387399" y="113488"/>
                        <a:pt x="380604" y="115602"/>
                      </a:cubicBezTo>
                      <a:cubicBezTo>
                        <a:pt x="382509" y="103537"/>
                        <a:pt x="380604" y="87662"/>
                        <a:pt x="378699" y="81312"/>
                      </a:cubicBezTo>
                      <a:cubicBezTo>
                        <a:pt x="373619" y="57817"/>
                        <a:pt x="360919" y="35592"/>
                        <a:pt x="343140" y="19082"/>
                      </a:cubicBezTo>
                      <a:cubicBezTo>
                        <a:pt x="330440" y="8287"/>
                        <a:pt x="315199" y="-603"/>
                        <a:pt x="298690" y="32"/>
                      </a:cubicBezTo>
                      <a:cubicBezTo>
                        <a:pt x="282179" y="32"/>
                        <a:pt x="265669" y="12732"/>
                        <a:pt x="264399" y="29242"/>
                      </a:cubicBezTo>
                      <a:cubicBezTo>
                        <a:pt x="263129" y="47022"/>
                        <a:pt x="279640" y="60992"/>
                        <a:pt x="296149" y="68612"/>
                      </a:cubicBezTo>
                      <a:cubicBezTo>
                        <a:pt x="312024" y="76867"/>
                        <a:pt x="330440" y="81947"/>
                        <a:pt x="341869" y="96552"/>
                      </a:cubicBezTo>
                      <a:cubicBezTo>
                        <a:pt x="348219" y="104807"/>
                        <a:pt x="351394" y="114967"/>
                        <a:pt x="358379" y="122587"/>
                      </a:cubicBezTo>
                      <a:cubicBezTo>
                        <a:pt x="358379" y="122587"/>
                        <a:pt x="358570" y="122587"/>
                        <a:pt x="359015" y="122587"/>
                      </a:cubicBezTo>
                      <a:cubicBezTo>
                        <a:pt x="296149" y="144812"/>
                        <a:pt x="238365" y="179102"/>
                        <a:pt x="187565" y="222282"/>
                      </a:cubicBezTo>
                      <a:cubicBezTo>
                        <a:pt x="179119" y="229477"/>
                        <a:pt x="170864" y="236887"/>
                        <a:pt x="162799" y="244507"/>
                      </a:cubicBezTo>
                      <a:cubicBezTo>
                        <a:pt x="161529" y="227997"/>
                        <a:pt x="153909" y="207042"/>
                        <a:pt x="148829" y="195612"/>
                      </a:cubicBezTo>
                      <a:cubicBezTo>
                        <a:pt x="137399" y="169577"/>
                        <a:pt x="115809" y="146717"/>
                        <a:pt x="88504" y="140367"/>
                      </a:cubicBezTo>
                      <a:cubicBezTo>
                        <a:pt x="72629" y="137192"/>
                        <a:pt x="54849" y="140367"/>
                        <a:pt x="44054" y="152432"/>
                      </a:cubicBezTo>
                      <a:cubicBezTo>
                        <a:pt x="28815" y="169577"/>
                        <a:pt x="34529" y="197517"/>
                        <a:pt x="49769" y="214027"/>
                      </a:cubicBezTo>
                      <a:cubicBezTo>
                        <a:pt x="65009" y="231172"/>
                        <a:pt x="87234" y="240062"/>
                        <a:pt x="108190" y="248952"/>
                      </a:cubicBezTo>
                      <a:cubicBezTo>
                        <a:pt x="115809" y="252127"/>
                        <a:pt x="129144" y="262922"/>
                        <a:pt x="141209" y="266732"/>
                      </a:cubicBezTo>
                      <a:cubicBezTo>
                        <a:pt x="100569" y="310547"/>
                        <a:pt x="66915" y="360077"/>
                        <a:pt x="41515" y="413417"/>
                      </a:cubicBezTo>
                      <a:cubicBezTo>
                        <a:pt x="22465" y="455327"/>
                        <a:pt x="8494" y="499142"/>
                        <a:pt x="240" y="544227"/>
                      </a:cubicBezTo>
                      <a:cubicBezTo>
                        <a:pt x="-1031" y="552482"/>
                        <a:pt x="2779" y="560737"/>
                        <a:pt x="11034" y="562642"/>
                      </a:cubicBezTo>
                      <a:cubicBezTo>
                        <a:pt x="18019" y="564547"/>
                        <a:pt x="27544" y="560102"/>
                        <a:pt x="29449" y="552482"/>
                      </a:cubicBezTo>
                      <a:cubicBezTo>
                        <a:pt x="37704" y="503587"/>
                        <a:pt x="53579" y="456597"/>
                        <a:pt x="75169" y="412782"/>
                      </a:cubicBezTo>
                      <a:cubicBezTo>
                        <a:pt x="87869" y="417862"/>
                        <a:pt x="99934" y="422307"/>
                        <a:pt x="111999" y="427387"/>
                      </a:cubicBezTo>
                      <a:cubicBezTo>
                        <a:pt x="136574" y="437547"/>
                        <a:pt x="161085" y="447707"/>
                        <a:pt x="185659" y="457867"/>
                      </a:cubicBezTo>
                      <a:cubicBezTo>
                        <a:pt x="205979" y="466122"/>
                        <a:pt x="228840" y="474377"/>
                        <a:pt x="247890" y="461042"/>
                      </a:cubicBezTo>
                      <a:cubicBezTo>
                        <a:pt x="256779" y="454692"/>
                        <a:pt x="262494" y="444532"/>
                        <a:pt x="264399" y="433102"/>
                      </a:cubicBezTo>
                      <a:cubicBezTo>
                        <a:pt x="266940" y="407067"/>
                        <a:pt x="249159" y="385477"/>
                        <a:pt x="227569" y="375317"/>
                      </a:cubicBezTo>
                      <a:cubicBezTo>
                        <a:pt x="211059" y="367697"/>
                        <a:pt x="192644" y="365157"/>
                        <a:pt x="174229" y="365157"/>
                      </a:cubicBezTo>
                      <a:cubicBezTo>
                        <a:pt x="150099" y="365157"/>
                        <a:pt x="126604" y="368967"/>
                        <a:pt x="103109" y="375317"/>
                      </a:cubicBezTo>
                      <a:cubicBezTo>
                        <a:pt x="100569" y="376162"/>
                        <a:pt x="97839" y="377013"/>
                        <a:pt x="94854" y="377857"/>
                      </a:cubicBezTo>
                      <a:cubicBezTo>
                        <a:pt x="102474" y="365157"/>
                        <a:pt x="110539" y="352667"/>
                        <a:pt x="118984" y="340392"/>
                      </a:cubicBezTo>
                      <a:cubicBezTo>
                        <a:pt x="160894" y="282607"/>
                        <a:pt x="214234" y="233077"/>
                        <a:pt x="275194" y="196247"/>
                      </a:cubicBezTo>
                      <a:cubicBezTo>
                        <a:pt x="276020" y="197942"/>
                        <a:pt x="277734" y="199422"/>
                        <a:pt x="280274" y="200692"/>
                      </a:cubicBezTo>
                      <a:cubicBezTo>
                        <a:pt x="292340" y="207677"/>
                        <a:pt x="305674" y="213392"/>
                        <a:pt x="317740" y="219742"/>
                      </a:cubicBezTo>
                      <a:cubicBezTo>
                        <a:pt x="340154" y="231598"/>
                        <a:pt x="362379" y="243447"/>
                        <a:pt x="384415" y="255302"/>
                      </a:cubicBezTo>
                      <a:cubicBezTo>
                        <a:pt x="402829" y="265462"/>
                        <a:pt x="424419" y="274987"/>
                        <a:pt x="443469" y="264192"/>
                      </a:cubicBezTo>
                      <a:cubicBezTo>
                        <a:pt x="452359" y="259112"/>
                        <a:pt x="458709" y="249587"/>
                        <a:pt x="461249" y="239427"/>
                      </a:cubicBezTo>
                      <a:cubicBezTo>
                        <a:pt x="466329" y="215297"/>
                        <a:pt x="451724" y="193072"/>
                        <a:pt x="431404" y="181007"/>
                      </a:cubicBezTo>
                      <a:close/>
                    </a:path>
                  </a:pathLst>
                </a:custGeom>
                <a:solidFill>
                  <a:srgbClr val="0541A1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4" name="Freeform: Shape 293">
                  <a:extLst>
                    <a:ext uri="{FF2B5EF4-FFF2-40B4-BE49-F238E27FC236}">
                      <a16:creationId xmlns:a16="http://schemas.microsoft.com/office/drawing/2014/main" id="{500B7FAF-4275-B202-6387-07FB288B9548}"/>
                    </a:ext>
                  </a:extLst>
                </p:cNvPr>
                <p:cNvSpPr/>
                <p:nvPr/>
              </p:nvSpPr>
              <p:spPr>
                <a:xfrm>
                  <a:off x="6833696" y="4084954"/>
                  <a:ext cx="374160" cy="819467"/>
                </a:xfrm>
                <a:custGeom>
                  <a:avLst/>
                  <a:gdLst>
                    <a:gd name="connsiteX0" fmla="*/ 288365 w 374160"/>
                    <a:gd name="connsiteY0" fmla="*/ 566420 h 819467"/>
                    <a:gd name="connsiteX1" fmla="*/ 269950 w 374160"/>
                    <a:gd name="connsiteY1" fmla="*/ 515620 h 819467"/>
                    <a:gd name="connsiteX2" fmla="*/ 212800 w 374160"/>
                    <a:gd name="connsiteY2" fmla="*/ 509270 h 819467"/>
                    <a:gd name="connsiteX3" fmla="*/ 137871 w 374160"/>
                    <a:gd name="connsiteY3" fmla="*/ 551815 h 819467"/>
                    <a:gd name="connsiteX4" fmla="*/ 130250 w 374160"/>
                    <a:gd name="connsiteY4" fmla="*/ 561975 h 819467"/>
                    <a:gd name="connsiteX5" fmla="*/ 137871 w 374160"/>
                    <a:gd name="connsiteY5" fmla="*/ 519430 h 819467"/>
                    <a:gd name="connsiteX6" fmla="*/ 195021 w 374160"/>
                    <a:gd name="connsiteY6" fmla="*/ 293370 h 819467"/>
                    <a:gd name="connsiteX7" fmla="*/ 233755 w 374160"/>
                    <a:gd name="connsiteY7" fmla="*/ 295910 h 819467"/>
                    <a:gd name="connsiteX8" fmla="*/ 309321 w 374160"/>
                    <a:gd name="connsiteY8" fmla="*/ 302260 h 819467"/>
                    <a:gd name="connsiteX9" fmla="*/ 367105 w 374160"/>
                    <a:gd name="connsiteY9" fmla="*/ 287655 h 819467"/>
                    <a:gd name="connsiteX10" fmla="*/ 373455 w 374160"/>
                    <a:gd name="connsiteY10" fmla="*/ 257810 h 819467"/>
                    <a:gd name="connsiteX11" fmla="*/ 323290 w 374160"/>
                    <a:gd name="connsiteY11" fmla="*/ 215900 h 819467"/>
                    <a:gd name="connsiteX12" fmla="*/ 272490 w 374160"/>
                    <a:gd name="connsiteY12" fmla="*/ 221615 h 819467"/>
                    <a:gd name="connsiteX13" fmla="*/ 210896 w 374160"/>
                    <a:gd name="connsiteY13" fmla="*/ 251460 h 819467"/>
                    <a:gd name="connsiteX14" fmla="*/ 207721 w 374160"/>
                    <a:gd name="connsiteY14" fmla="*/ 253365 h 819467"/>
                    <a:gd name="connsiteX15" fmla="*/ 212165 w 374160"/>
                    <a:gd name="connsiteY15" fmla="*/ 240030 h 819467"/>
                    <a:gd name="connsiteX16" fmla="*/ 270586 w 374160"/>
                    <a:gd name="connsiteY16" fmla="*/ 88265 h 819467"/>
                    <a:gd name="connsiteX17" fmla="*/ 265505 w 374160"/>
                    <a:gd name="connsiteY17" fmla="*/ 67310 h 819467"/>
                    <a:gd name="connsiteX18" fmla="*/ 245186 w 374160"/>
                    <a:gd name="connsiteY18" fmla="*/ 73025 h 819467"/>
                    <a:gd name="connsiteX19" fmla="*/ 237565 w 374160"/>
                    <a:gd name="connsiteY19" fmla="*/ 90805 h 819467"/>
                    <a:gd name="connsiteX20" fmla="*/ 235661 w 374160"/>
                    <a:gd name="connsiteY20" fmla="*/ 81915 h 819467"/>
                    <a:gd name="connsiteX21" fmla="*/ 200100 w 374160"/>
                    <a:gd name="connsiteY21" fmla="*/ 19685 h 819467"/>
                    <a:gd name="connsiteX22" fmla="*/ 155650 w 374160"/>
                    <a:gd name="connsiteY22" fmla="*/ 0 h 819467"/>
                    <a:gd name="connsiteX23" fmla="*/ 121361 w 374160"/>
                    <a:gd name="connsiteY23" fmla="*/ 29210 h 819467"/>
                    <a:gd name="connsiteX24" fmla="*/ 153111 w 374160"/>
                    <a:gd name="connsiteY24" fmla="*/ 69215 h 819467"/>
                    <a:gd name="connsiteX25" fmla="*/ 198830 w 374160"/>
                    <a:gd name="connsiteY25" fmla="*/ 96520 h 819467"/>
                    <a:gd name="connsiteX26" fmla="*/ 215340 w 374160"/>
                    <a:gd name="connsiteY26" fmla="*/ 123190 h 819467"/>
                    <a:gd name="connsiteX27" fmla="*/ 221690 w 374160"/>
                    <a:gd name="connsiteY27" fmla="*/ 128270 h 819467"/>
                    <a:gd name="connsiteX28" fmla="*/ 146761 w 374160"/>
                    <a:gd name="connsiteY28" fmla="*/ 350520 h 819467"/>
                    <a:gd name="connsiteX29" fmla="*/ 121361 w 374160"/>
                    <a:gd name="connsiteY29" fmla="*/ 451485 h 819467"/>
                    <a:gd name="connsiteX30" fmla="*/ 113105 w 374160"/>
                    <a:gd name="connsiteY30" fmla="*/ 430530 h 819467"/>
                    <a:gd name="connsiteX31" fmla="*/ 52780 w 374160"/>
                    <a:gd name="connsiteY31" fmla="*/ 375285 h 819467"/>
                    <a:gd name="connsiteX32" fmla="*/ 8965 w 374160"/>
                    <a:gd name="connsiteY32" fmla="*/ 386715 h 819467"/>
                    <a:gd name="connsiteX33" fmla="*/ 14680 w 374160"/>
                    <a:gd name="connsiteY33" fmla="*/ 448945 h 819467"/>
                    <a:gd name="connsiteX34" fmla="*/ 72465 w 374160"/>
                    <a:gd name="connsiteY34" fmla="*/ 483235 h 819467"/>
                    <a:gd name="connsiteX35" fmla="*/ 110565 w 374160"/>
                    <a:gd name="connsiteY35" fmla="*/ 502920 h 819467"/>
                    <a:gd name="connsiteX36" fmla="*/ 87705 w 374160"/>
                    <a:gd name="connsiteY36" fmla="*/ 640080 h 819467"/>
                    <a:gd name="connsiteX37" fmla="*/ 72465 w 374160"/>
                    <a:gd name="connsiteY37" fmla="*/ 805180 h 819467"/>
                    <a:gd name="connsiteX38" fmla="*/ 102311 w 374160"/>
                    <a:gd name="connsiteY38" fmla="*/ 805180 h 819467"/>
                    <a:gd name="connsiteX39" fmla="*/ 122630 w 374160"/>
                    <a:gd name="connsiteY39" fmla="*/ 608330 h 819467"/>
                    <a:gd name="connsiteX40" fmla="*/ 134696 w 374160"/>
                    <a:gd name="connsiteY40" fmla="*/ 606425 h 819467"/>
                    <a:gd name="connsiteX41" fmla="*/ 167715 w 374160"/>
                    <a:gd name="connsiteY41" fmla="*/ 589915 h 819467"/>
                    <a:gd name="connsiteX42" fmla="*/ 231850 w 374160"/>
                    <a:gd name="connsiteY42" fmla="*/ 588645 h 819467"/>
                    <a:gd name="connsiteX43" fmla="*/ 288365 w 374160"/>
                    <a:gd name="connsiteY43" fmla="*/ 566420 h 819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374160" h="819467">
                      <a:moveTo>
                        <a:pt x="288365" y="566420"/>
                      </a:moveTo>
                      <a:cubicBezTo>
                        <a:pt x="296621" y="548640"/>
                        <a:pt x="287096" y="525780"/>
                        <a:pt x="269950" y="515620"/>
                      </a:cubicBezTo>
                      <a:cubicBezTo>
                        <a:pt x="253440" y="505460"/>
                        <a:pt x="231850" y="505460"/>
                        <a:pt x="212800" y="509270"/>
                      </a:cubicBezTo>
                      <a:cubicBezTo>
                        <a:pt x="184225" y="515620"/>
                        <a:pt x="158190" y="530860"/>
                        <a:pt x="137871" y="551815"/>
                      </a:cubicBezTo>
                      <a:cubicBezTo>
                        <a:pt x="135965" y="553720"/>
                        <a:pt x="133425" y="557530"/>
                        <a:pt x="130250" y="561975"/>
                      </a:cubicBezTo>
                      <a:cubicBezTo>
                        <a:pt x="132346" y="547580"/>
                        <a:pt x="134886" y="533400"/>
                        <a:pt x="137871" y="519430"/>
                      </a:cubicBezTo>
                      <a:cubicBezTo>
                        <a:pt x="152475" y="443230"/>
                        <a:pt x="171525" y="367665"/>
                        <a:pt x="195021" y="293370"/>
                      </a:cubicBezTo>
                      <a:cubicBezTo>
                        <a:pt x="207721" y="294640"/>
                        <a:pt x="221055" y="294640"/>
                        <a:pt x="233755" y="295910"/>
                      </a:cubicBezTo>
                      <a:cubicBezTo>
                        <a:pt x="259155" y="298024"/>
                        <a:pt x="284365" y="300146"/>
                        <a:pt x="309321" y="302260"/>
                      </a:cubicBezTo>
                      <a:cubicBezTo>
                        <a:pt x="330275" y="304165"/>
                        <a:pt x="353136" y="305435"/>
                        <a:pt x="367105" y="287655"/>
                      </a:cubicBezTo>
                      <a:cubicBezTo>
                        <a:pt x="373455" y="279400"/>
                        <a:pt x="375361" y="267970"/>
                        <a:pt x="373455" y="257810"/>
                      </a:cubicBezTo>
                      <a:cubicBezTo>
                        <a:pt x="369011" y="233045"/>
                        <a:pt x="346150" y="219075"/>
                        <a:pt x="323290" y="215900"/>
                      </a:cubicBezTo>
                      <a:cubicBezTo>
                        <a:pt x="306146" y="213360"/>
                        <a:pt x="289000" y="216535"/>
                        <a:pt x="272490" y="221615"/>
                      </a:cubicBezTo>
                      <a:cubicBezTo>
                        <a:pt x="250900" y="228600"/>
                        <a:pt x="230580" y="238760"/>
                        <a:pt x="210896" y="251460"/>
                      </a:cubicBezTo>
                      <a:cubicBezTo>
                        <a:pt x="210070" y="252305"/>
                        <a:pt x="208990" y="252940"/>
                        <a:pt x="207721" y="253365"/>
                      </a:cubicBezTo>
                      <a:cubicBezTo>
                        <a:pt x="208990" y="249130"/>
                        <a:pt x="210451" y="244685"/>
                        <a:pt x="212165" y="240030"/>
                      </a:cubicBezTo>
                      <a:cubicBezTo>
                        <a:pt x="229501" y="188385"/>
                        <a:pt x="248996" y="137795"/>
                        <a:pt x="270586" y="88265"/>
                      </a:cubicBezTo>
                      <a:cubicBezTo>
                        <a:pt x="273761" y="80645"/>
                        <a:pt x="273125" y="71755"/>
                        <a:pt x="265505" y="67310"/>
                      </a:cubicBezTo>
                      <a:cubicBezTo>
                        <a:pt x="259155" y="64135"/>
                        <a:pt x="248361" y="65405"/>
                        <a:pt x="245186" y="73025"/>
                      </a:cubicBezTo>
                      <a:cubicBezTo>
                        <a:pt x="242646" y="78949"/>
                        <a:pt x="240105" y="84880"/>
                        <a:pt x="237565" y="90805"/>
                      </a:cubicBezTo>
                      <a:cubicBezTo>
                        <a:pt x="236930" y="86995"/>
                        <a:pt x="236296" y="83820"/>
                        <a:pt x="235661" y="81915"/>
                      </a:cubicBezTo>
                      <a:cubicBezTo>
                        <a:pt x="230580" y="57785"/>
                        <a:pt x="217880" y="36195"/>
                        <a:pt x="200100" y="19685"/>
                      </a:cubicBezTo>
                      <a:cubicBezTo>
                        <a:pt x="187400" y="8255"/>
                        <a:pt x="172161" y="0"/>
                        <a:pt x="155650" y="0"/>
                      </a:cubicBezTo>
                      <a:cubicBezTo>
                        <a:pt x="139140" y="635"/>
                        <a:pt x="122630" y="12700"/>
                        <a:pt x="121361" y="29210"/>
                      </a:cubicBezTo>
                      <a:cubicBezTo>
                        <a:pt x="120090" y="47625"/>
                        <a:pt x="136600" y="61595"/>
                        <a:pt x="153111" y="69215"/>
                      </a:cubicBezTo>
                      <a:cubicBezTo>
                        <a:pt x="168986" y="76835"/>
                        <a:pt x="187400" y="82550"/>
                        <a:pt x="198830" y="96520"/>
                      </a:cubicBezTo>
                      <a:cubicBezTo>
                        <a:pt x="205180" y="104775"/>
                        <a:pt x="208355" y="115570"/>
                        <a:pt x="215340" y="123190"/>
                      </a:cubicBezTo>
                      <a:cubicBezTo>
                        <a:pt x="217880" y="125305"/>
                        <a:pt x="219976" y="127000"/>
                        <a:pt x="221690" y="128270"/>
                      </a:cubicBezTo>
                      <a:cubicBezTo>
                        <a:pt x="193115" y="200660"/>
                        <a:pt x="167715" y="274955"/>
                        <a:pt x="146761" y="350520"/>
                      </a:cubicBezTo>
                      <a:cubicBezTo>
                        <a:pt x="137426" y="383966"/>
                        <a:pt x="128980" y="417621"/>
                        <a:pt x="121361" y="451485"/>
                      </a:cubicBezTo>
                      <a:cubicBezTo>
                        <a:pt x="118821" y="443230"/>
                        <a:pt x="115646" y="435610"/>
                        <a:pt x="113105" y="430530"/>
                      </a:cubicBezTo>
                      <a:cubicBezTo>
                        <a:pt x="102311" y="404495"/>
                        <a:pt x="80721" y="381000"/>
                        <a:pt x="52780" y="375285"/>
                      </a:cubicBezTo>
                      <a:cubicBezTo>
                        <a:pt x="37540" y="371475"/>
                        <a:pt x="19126" y="374650"/>
                        <a:pt x="8965" y="386715"/>
                      </a:cubicBezTo>
                      <a:cubicBezTo>
                        <a:pt x="-6274" y="403860"/>
                        <a:pt x="-560" y="431800"/>
                        <a:pt x="14680" y="448945"/>
                      </a:cubicBezTo>
                      <a:cubicBezTo>
                        <a:pt x="29921" y="465455"/>
                        <a:pt x="51510" y="474345"/>
                        <a:pt x="72465" y="483235"/>
                      </a:cubicBezTo>
                      <a:cubicBezTo>
                        <a:pt x="81355" y="487045"/>
                        <a:pt x="97865" y="500380"/>
                        <a:pt x="110565" y="502920"/>
                      </a:cubicBezTo>
                      <a:cubicBezTo>
                        <a:pt x="101675" y="548215"/>
                        <a:pt x="94055" y="593935"/>
                        <a:pt x="87705" y="640080"/>
                      </a:cubicBezTo>
                      <a:cubicBezTo>
                        <a:pt x="80530" y="694690"/>
                        <a:pt x="75450" y="749726"/>
                        <a:pt x="72465" y="805180"/>
                      </a:cubicBezTo>
                      <a:cubicBezTo>
                        <a:pt x="71830" y="824230"/>
                        <a:pt x="101675" y="824230"/>
                        <a:pt x="102311" y="805180"/>
                      </a:cubicBezTo>
                      <a:cubicBezTo>
                        <a:pt x="106121" y="739140"/>
                        <a:pt x="112915" y="673526"/>
                        <a:pt x="122630" y="608330"/>
                      </a:cubicBezTo>
                      <a:cubicBezTo>
                        <a:pt x="125615" y="608756"/>
                        <a:pt x="129615" y="608121"/>
                        <a:pt x="134696" y="606425"/>
                      </a:cubicBezTo>
                      <a:cubicBezTo>
                        <a:pt x="146761" y="603250"/>
                        <a:pt x="156286" y="594360"/>
                        <a:pt x="167715" y="589915"/>
                      </a:cubicBezTo>
                      <a:cubicBezTo>
                        <a:pt x="187400" y="581660"/>
                        <a:pt x="210261" y="587375"/>
                        <a:pt x="231850" y="588645"/>
                      </a:cubicBezTo>
                      <a:cubicBezTo>
                        <a:pt x="252805" y="590550"/>
                        <a:pt x="278205" y="586105"/>
                        <a:pt x="288365" y="566420"/>
                      </a:cubicBezTo>
                      <a:close/>
                    </a:path>
                  </a:pathLst>
                </a:custGeom>
                <a:solidFill>
                  <a:srgbClr val="0541A1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5" name="Freeform: Shape 294">
                  <a:extLst>
                    <a:ext uri="{FF2B5EF4-FFF2-40B4-BE49-F238E27FC236}">
                      <a16:creationId xmlns:a16="http://schemas.microsoft.com/office/drawing/2014/main" id="{1486BCA0-5B34-502D-743B-EAE71B24AA9C}"/>
                    </a:ext>
                  </a:extLst>
                </p:cNvPr>
                <p:cNvSpPr/>
                <p:nvPr/>
              </p:nvSpPr>
              <p:spPr>
                <a:xfrm>
                  <a:off x="6486346" y="4007278"/>
                  <a:ext cx="459415" cy="914288"/>
                </a:xfrm>
                <a:custGeom>
                  <a:avLst/>
                  <a:gdLst>
                    <a:gd name="connsiteX0" fmla="*/ 283926 w 459415"/>
                    <a:gd name="connsiteY0" fmla="*/ 483442 h 914288"/>
                    <a:gd name="connsiteX1" fmla="*/ 349965 w 459415"/>
                    <a:gd name="connsiteY1" fmla="*/ 453597 h 914288"/>
                    <a:gd name="connsiteX2" fmla="*/ 437596 w 459415"/>
                    <a:gd name="connsiteY2" fmla="*/ 401526 h 914288"/>
                    <a:gd name="connsiteX3" fmla="*/ 445850 w 459415"/>
                    <a:gd name="connsiteY3" fmla="*/ 308817 h 914288"/>
                    <a:gd name="connsiteX4" fmla="*/ 379176 w 459415"/>
                    <a:gd name="connsiteY4" fmla="*/ 291037 h 914288"/>
                    <a:gd name="connsiteX5" fmla="*/ 288371 w 459415"/>
                    <a:gd name="connsiteY5" fmla="*/ 374222 h 914288"/>
                    <a:gd name="connsiteX6" fmla="*/ 268051 w 459415"/>
                    <a:gd name="connsiteY6" fmla="*/ 437087 h 914288"/>
                    <a:gd name="connsiteX7" fmla="*/ 198835 w 459415"/>
                    <a:gd name="connsiteY7" fmla="*/ 278337 h 914288"/>
                    <a:gd name="connsiteX8" fmla="*/ 129621 w 459415"/>
                    <a:gd name="connsiteY8" fmla="*/ 160862 h 914288"/>
                    <a:gd name="connsiteX9" fmla="*/ 158196 w 459415"/>
                    <a:gd name="connsiteY9" fmla="*/ 134192 h 914288"/>
                    <a:gd name="connsiteX10" fmla="*/ 215981 w 459415"/>
                    <a:gd name="connsiteY10" fmla="*/ 84662 h 914288"/>
                    <a:gd name="connsiteX11" fmla="*/ 245190 w 459415"/>
                    <a:gd name="connsiteY11" fmla="*/ 33226 h 914288"/>
                    <a:gd name="connsiteX12" fmla="*/ 228046 w 459415"/>
                    <a:gd name="connsiteY12" fmla="*/ 7826 h 914288"/>
                    <a:gd name="connsiteX13" fmla="*/ 163276 w 459415"/>
                    <a:gd name="connsiteY13" fmla="*/ 14176 h 914288"/>
                    <a:gd name="connsiteX14" fmla="*/ 132160 w 459415"/>
                    <a:gd name="connsiteY14" fmla="*/ 54817 h 914288"/>
                    <a:gd name="connsiteX15" fmla="*/ 110571 w 459415"/>
                    <a:gd name="connsiteY15" fmla="*/ 119587 h 914288"/>
                    <a:gd name="connsiteX16" fmla="*/ 108665 w 459415"/>
                    <a:gd name="connsiteY16" fmla="*/ 130381 h 914288"/>
                    <a:gd name="connsiteX17" fmla="*/ 104221 w 459415"/>
                    <a:gd name="connsiteY17" fmla="*/ 124031 h 914288"/>
                    <a:gd name="connsiteX18" fmla="*/ 83901 w 459415"/>
                    <a:gd name="connsiteY18" fmla="*/ 118951 h 914288"/>
                    <a:gd name="connsiteX19" fmla="*/ 78185 w 459415"/>
                    <a:gd name="connsiteY19" fmla="*/ 139272 h 914288"/>
                    <a:gd name="connsiteX20" fmla="*/ 175340 w 459415"/>
                    <a:gd name="connsiteY20" fmla="*/ 298022 h 914288"/>
                    <a:gd name="connsiteX21" fmla="*/ 73740 w 459415"/>
                    <a:gd name="connsiteY21" fmla="*/ 283417 h 914288"/>
                    <a:gd name="connsiteX22" fmla="*/ 11510 w 459415"/>
                    <a:gd name="connsiteY22" fmla="*/ 315167 h 914288"/>
                    <a:gd name="connsiteX23" fmla="*/ 12781 w 459415"/>
                    <a:gd name="connsiteY23" fmla="*/ 381206 h 914288"/>
                    <a:gd name="connsiteX24" fmla="*/ 87076 w 459415"/>
                    <a:gd name="connsiteY24" fmla="*/ 381842 h 914288"/>
                    <a:gd name="connsiteX25" fmla="*/ 160101 w 459415"/>
                    <a:gd name="connsiteY25" fmla="*/ 355172 h 914288"/>
                    <a:gd name="connsiteX26" fmla="*/ 205185 w 459415"/>
                    <a:gd name="connsiteY26" fmla="*/ 360251 h 914288"/>
                    <a:gd name="connsiteX27" fmla="*/ 228681 w 459415"/>
                    <a:gd name="connsiteY27" fmla="*/ 416767 h 914288"/>
                    <a:gd name="connsiteX28" fmla="*/ 290910 w 459415"/>
                    <a:gd name="connsiteY28" fmla="*/ 625681 h 914288"/>
                    <a:gd name="connsiteX29" fmla="*/ 271226 w 459415"/>
                    <a:gd name="connsiteY29" fmla="*/ 607267 h 914288"/>
                    <a:gd name="connsiteX30" fmla="*/ 188676 w 459415"/>
                    <a:gd name="connsiteY30" fmla="*/ 550751 h 914288"/>
                    <a:gd name="connsiteX31" fmla="*/ 116285 w 459415"/>
                    <a:gd name="connsiteY31" fmla="*/ 530431 h 914288"/>
                    <a:gd name="connsiteX32" fmla="*/ 34371 w 459415"/>
                    <a:gd name="connsiteY32" fmla="*/ 579962 h 914288"/>
                    <a:gd name="connsiteX33" fmla="*/ 36910 w 459415"/>
                    <a:gd name="connsiteY33" fmla="*/ 625047 h 914288"/>
                    <a:gd name="connsiteX34" fmla="*/ 116921 w 459415"/>
                    <a:gd name="connsiteY34" fmla="*/ 659337 h 914288"/>
                    <a:gd name="connsiteX35" fmla="*/ 228046 w 459415"/>
                    <a:gd name="connsiteY35" fmla="*/ 666956 h 914288"/>
                    <a:gd name="connsiteX36" fmla="*/ 289640 w 459415"/>
                    <a:gd name="connsiteY36" fmla="*/ 672672 h 914288"/>
                    <a:gd name="connsiteX37" fmla="*/ 299165 w 459415"/>
                    <a:gd name="connsiteY37" fmla="*/ 670767 h 914288"/>
                    <a:gd name="connsiteX38" fmla="*/ 307421 w 459415"/>
                    <a:gd name="connsiteY38" fmla="*/ 722201 h 914288"/>
                    <a:gd name="connsiteX39" fmla="*/ 317581 w 459415"/>
                    <a:gd name="connsiteY39" fmla="*/ 900001 h 914288"/>
                    <a:gd name="connsiteX40" fmla="*/ 347426 w 459415"/>
                    <a:gd name="connsiteY40" fmla="*/ 900001 h 914288"/>
                    <a:gd name="connsiteX41" fmla="*/ 311231 w 459415"/>
                    <a:gd name="connsiteY41" fmla="*/ 579962 h 914288"/>
                    <a:gd name="connsiteX42" fmla="*/ 283926 w 459415"/>
                    <a:gd name="connsiteY42" fmla="*/ 483442 h 914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459415" h="914288">
                      <a:moveTo>
                        <a:pt x="283926" y="483442"/>
                      </a:moveTo>
                      <a:cubicBezTo>
                        <a:pt x="303610" y="485981"/>
                        <a:pt x="334726" y="459947"/>
                        <a:pt x="349965" y="453597"/>
                      </a:cubicBezTo>
                      <a:cubicBezTo>
                        <a:pt x="381715" y="440262"/>
                        <a:pt x="414736" y="426926"/>
                        <a:pt x="437596" y="401526"/>
                      </a:cubicBezTo>
                      <a:cubicBezTo>
                        <a:pt x="460456" y="376126"/>
                        <a:pt x="468711" y="334217"/>
                        <a:pt x="445850" y="308817"/>
                      </a:cubicBezTo>
                      <a:cubicBezTo>
                        <a:pt x="429975" y="291037"/>
                        <a:pt x="402671" y="285956"/>
                        <a:pt x="379176" y="291037"/>
                      </a:cubicBezTo>
                      <a:cubicBezTo>
                        <a:pt x="337901" y="299926"/>
                        <a:pt x="305515" y="334851"/>
                        <a:pt x="288371" y="374222"/>
                      </a:cubicBezTo>
                      <a:cubicBezTo>
                        <a:pt x="282021" y="388826"/>
                        <a:pt x="271860" y="414226"/>
                        <a:pt x="268051" y="437087"/>
                      </a:cubicBezTo>
                      <a:cubicBezTo>
                        <a:pt x="248365" y="382476"/>
                        <a:pt x="225506" y="329772"/>
                        <a:pt x="198835" y="278337"/>
                      </a:cubicBezTo>
                      <a:cubicBezTo>
                        <a:pt x="177671" y="237697"/>
                        <a:pt x="154595" y="198536"/>
                        <a:pt x="129621" y="160862"/>
                      </a:cubicBezTo>
                      <a:cubicBezTo>
                        <a:pt x="139146" y="151972"/>
                        <a:pt x="148671" y="142447"/>
                        <a:pt x="158196" y="134192"/>
                      </a:cubicBezTo>
                      <a:cubicBezTo>
                        <a:pt x="177246" y="117681"/>
                        <a:pt x="196505" y="101172"/>
                        <a:pt x="215981" y="84662"/>
                      </a:cubicBezTo>
                      <a:cubicBezTo>
                        <a:pt x="231221" y="71326"/>
                        <a:pt x="248365" y="55451"/>
                        <a:pt x="245190" y="33226"/>
                      </a:cubicBezTo>
                      <a:cubicBezTo>
                        <a:pt x="243921" y="23067"/>
                        <a:pt x="236935" y="13542"/>
                        <a:pt x="228046" y="7826"/>
                      </a:cubicBezTo>
                      <a:cubicBezTo>
                        <a:pt x="207726" y="-6144"/>
                        <a:pt x="181690" y="206"/>
                        <a:pt x="163276" y="14176"/>
                      </a:cubicBezTo>
                      <a:cubicBezTo>
                        <a:pt x="149940" y="24972"/>
                        <a:pt x="140415" y="39576"/>
                        <a:pt x="132160" y="54817"/>
                      </a:cubicBezTo>
                      <a:cubicBezTo>
                        <a:pt x="122001" y="75772"/>
                        <a:pt x="115015" y="97362"/>
                        <a:pt x="110571" y="119587"/>
                      </a:cubicBezTo>
                      <a:cubicBezTo>
                        <a:pt x="109726" y="122971"/>
                        <a:pt x="109091" y="126572"/>
                        <a:pt x="108665" y="130381"/>
                      </a:cubicBezTo>
                      <a:cubicBezTo>
                        <a:pt x="106970" y="128267"/>
                        <a:pt x="105490" y="126146"/>
                        <a:pt x="104221" y="124031"/>
                      </a:cubicBezTo>
                      <a:cubicBezTo>
                        <a:pt x="99776" y="117681"/>
                        <a:pt x="91521" y="114506"/>
                        <a:pt x="83901" y="118951"/>
                      </a:cubicBezTo>
                      <a:cubicBezTo>
                        <a:pt x="77551" y="122762"/>
                        <a:pt x="73740" y="132922"/>
                        <a:pt x="78185" y="139272"/>
                      </a:cubicBezTo>
                      <a:cubicBezTo>
                        <a:pt x="114381" y="189437"/>
                        <a:pt x="146765" y="242776"/>
                        <a:pt x="175340" y="298022"/>
                      </a:cubicBezTo>
                      <a:cubicBezTo>
                        <a:pt x="143590" y="283417"/>
                        <a:pt x="108031" y="277701"/>
                        <a:pt x="73740" y="283417"/>
                      </a:cubicBezTo>
                      <a:cubicBezTo>
                        <a:pt x="50246" y="286592"/>
                        <a:pt x="26115" y="296117"/>
                        <a:pt x="11510" y="315167"/>
                      </a:cubicBezTo>
                      <a:cubicBezTo>
                        <a:pt x="-3094" y="334851"/>
                        <a:pt x="-4999" y="364697"/>
                        <a:pt x="12781" y="381206"/>
                      </a:cubicBezTo>
                      <a:cubicBezTo>
                        <a:pt x="32465" y="398987"/>
                        <a:pt x="63581" y="393272"/>
                        <a:pt x="87076" y="381842"/>
                      </a:cubicBezTo>
                      <a:cubicBezTo>
                        <a:pt x="110571" y="371047"/>
                        <a:pt x="134065" y="355172"/>
                        <a:pt x="160101" y="355172"/>
                      </a:cubicBezTo>
                      <a:cubicBezTo>
                        <a:pt x="175340" y="355806"/>
                        <a:pt x="189946" y="361522"/>
                        <a:pt x="205185" y="360251"/>
                      </a:cubicBezTo>
                      <a:cubicBezTo>
                        <a:pt x="213231" y="378876"/>
                        <a:pt x="221060" y="397717"/>
                        <a:pt x="228681" y="416767"/>
                      </a:cubicBezTo>
                      <a:cubicBezTo>
                        <a:pt x="255351" y="484076"/>
                        <a:pt x="276306" y="554562"/>
                        <a:pt x="290910" y="625681"/>
                      </a:cubicBezTo>
                      <a:cubicBezTo>
                        <a:pt x="283926" y="619331"/>
                        <a:pt x="277576" y="612981"/>
                        <a:pt x="271226" y="607267"/>
                      </a:cubicBezTo>
                      <a:cubicBezTo>
                        <a:pt x="246460" y="585042"/>
                        <a:pt x="218521" y="565356"/>
                        <a:pt x="188676" y="550751"/>
                      </a:cubicBezTo>
                      <a:cubicBezTo>
                        <a:pt x="165815" y="539322"/>
                        <a:pt x="141685" y="531067"/>
                        <a:pt x="116285" y="530431"/>
                      </a:cubicBezTo>
                      <a:cubicBezTo>
                        <a:pt x="82631" y="529797"/>
                        <a:pt x="46435" y="545672"/>
                        <a:pt x="34371" y="579962"/>
                      </a:cubicBezTo>
                      <a:cubicBezTo>
                        <a:pt x="28656" y="594567"/>
                        <a:pt x="29290" y="611076"/>
                        <a:pt x="36910" y="625047"/>
                      </a:cubicBezTo>
                      <a:cubicBezTo>
                        <a:pt x="52151" y="652987"/>
                        <a:pt x="86440" y="657431"/>
                        <a:pt x="116921" y="659337"/>
                      </a:cubicBezTo>
                      <a:cubicBezTo>
                        <a:pt x="154176" y="661876"/>
                        <a:pt x="191215" y="664417"/>
                        <a:pt x="228046" y="666956"/>
                      </a:cubicBezTo>
                      <a:cubicBezTo>
                        <a:pt x="248365" y="668226"/>
                        <a:pt x="269321" y="671401"/>
                        <a:pt x="289640" y="672672"/>
                      </a:cubicBezTo>
                      <a:cubicBezTo>
                        <a:pt x="293451" y="672672"/>
                        <a:pt x="296626" y="672037"/>
                        <a:pt x="299165" y="670767"/>
                      </a:cubicBezTo>
                      <a:cubicBezTo>
                        <a:pt x="302150" y="687702"/>
                        <a:pt x="304881" y="704847"/>
                        <a:pt x="307421" y="722201"/>
                      </a:cubicBezTo>
                      <a:cubicBezTo>
                        <a:pt x="315040" y="781256"/>
                        <a:pt x="318215" y="840312"/>
                        <a:pt x="317581" y="900001"/>
                      </a:cubicBezTo>
                      <a:cubicBezTo>
                        <a:pt x="317581" y="919051"/>
                        <a:pt x="347426" y="919051"/>
                        <a:pt x="347426" y="900001"/>
                      </a:cubicBezTo>
                      <a:cubicBezTo>
                        <a:pt x="348696" y="792051"/>
                        <a:pt x="336631" y="684101"/>
                        <a:pt x="311231" y="579962"/>
                      </a:cubicBezTo>
                      <a:cubicBezTo>
                        <a:pt x="303610" y="547367"/>
                        <a:pt x="294530" y="515192"/>
                        <a:pt x="283926" y="483442"/>
                      </a:cubicBezTo>
                      <a:close/>
                    </a:path>
                  </a:pathLst>
                </a:custGeom>
                <a:solidFill>
                  <a:srgbClr val="0541A1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1707818-3709-4634-F1DD-9D5E1C46E2B1}"/>
                  </a:ext>
                </a:extLst>
              </p:cNvPr>
              <p:cNvSpPr/>
              <p:nvPr/>
            </p:nvSpPr>
            <p:spPr>
              <a:xfrm>
                <a:off x="6647081" y="4966970"/>
                <a:ext cx="583564" cy="463550"/>
              </a:xfrm>
              <a:custGeom>
                <a:avLst/>
                <a:gdLst>
                  <a:gd name="connsiteX0" fmla="*/ 583565 w 583564"/>
                  <a:gd name="connsiteY0" fmla="*/ 0 h 463550"/>
                  <a:gd name="connsiteX1" fmla="*/ 0 w 583564"/>
                  <a:gd name="connsiteY1" fmla="*/ 0 h 463550"/>
                  <a:gd name="connsiteX2" fmla="*/ 34290 w 583564"/>
                  <a:gd name="connsiteY2" fmla="*/ 463550 h 463550"/>
                  <a:gd name="connsiteX3" fmla="*/ 549275 w 583564"/>
                  <a:gd name="connsiteY3" fmla="*/ 463550 h 463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3564" h="463550">
                    <a:moveTo>
                      <a:pt x="583565" y="0"/>
                    </a:moveTo>
                    <a:lnTo>
                      <a:pt x="0" y="0"/>
                    </a:lnTo>
                    <a:lnTo>
                      <a:pt x="34290" y="463550"/>
                    </a:lnTo>
                    <a:lnTo>
                      <a:pt x="549275" y="463550"/>
                    </a:lnTo>
                    <a:close/>
                  </a:path>
                </a:pathLst>
              </a:custGeom>
              <a:solidFill>
                <a:srgbClr val="CDDEFC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3D2AEE1E-A260-3B0A-9BB2-89A869D805E3}"/>
                  </a:ext>
                </a:extLst>
              </p:cNvPr>
              <p:cNvSpPr/>
              <p:nvPr/>
            </p:nvSpPr>
            <p:spPr>
              <a:xfrm>
                <a:off x="6605172" y="4862829"/>
                <a:ext cx="667385" cy="104140"/>
              </a:xfrm>
              <a:custGeom>
                <a:avLst/>
                <a:gdLst>
                  <a:gd name="connsiteX0" fmla="*/ 667385 w 667385"/>
                  <a:gd name="connsiteY0" fmla="*/ 0 h 104140"/>
                  <a:gd name="connsiteX1" fmla="*/ 0 w 667385"/>
                  <a:gd name="connsiteY1" fmla="*/ 0 h 104140"/>
                  <a:gd name="connsiteX2" fmla="*/ 0 w 667385"/>
                  <a:gd name="connsiteY2" fmla="*/ 104140 h 104140"/>
                  <a:gd name="connsiteX3" fmla="*/ 667385 w 667385"/>
                  <a:gd name="connsiteY3" fmla="*/ 104140 h 104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7385" h="104140">
                    <a:moveTo>
                      <a:pt x="667385" y="0"/>
                    </a:moveTo>
                    <a:lnTo>
                      <a:pt x="0" y="0"/>
                    </a:lnTo>
                    <a:lnTo>
                      <a:pt x="0" y="104140"/>
                    </a:lnTo>
                    <a:lnTo>
                      <a:pt x="667385" y="104140"/>
                    </a:lnTo>
                    <a:close/>
                  </a:path>
                </a:pathLst>
              </a:custGeom>
              <a:solidFill>
                <a:srgbClr val="CDDEFC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E72ACF8C-2E45-487B-E4CE-58922D93D7C6}"/>
                  </a:ext>
                </a:extLst>
              </p:cNvPr>
              <p:cNvSpPr/>
              <p:nvPr/>
            </p:nvSpPr>
            <p:spPr>
              <a:xfrm>
                <a:off x="6647081" y="4966970"/>
                <a:ext cx="583564" cy="149225"/>
              </a:xfrm>
              <a:custGeom>
                <a:avLst/>
                <a:gdLst>
                  <a:gd name="connsiteX0" fmla="*/ 0 w 583564"/>
                  <a:gd name="connsiteY0" fmla="*/ 0 h 149225"/>
                  <a:gd name="connsiteX1" fmla="*/ 4445 w 583564"/>
                  <a:gd name="connsiteY1" fmla="*/ 59690 h 149225"/>
                  <a:gd name="connsiteX2" fmla="*/ 572135 w 583564"/>
                  <a:gd name="connsiteY2" fmla="*/ 149225 h 149225"/>
                  <a:gd name="connsiteX3" fmla="*/ 583565 w 583564"/>
                  <a:gd name="connsiteY3" fmla="*/ 0 h 149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3564" h="149225">
                    <a:moveTo>
                      <a:pt x="0" y="0"/>
                    </a:moveTo>
                    <a:lnTo>
                      <a:pt x="4445" y="59690"/>
                    </a:lnTo>
                    <a:lnTo>
                      <a:pt x="572135" y="149225"/>
                    </a:lnTo>
                    <a:lnTo>
                      <a:pt x="583565" y="0"/>
                    </a:lnTo>
                    <a:close/>
                  </a:path>
                </a:pathLst>
              </a:custGeom>
              <a:solidFill>
                <a:srgbClr val="82ACF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F4C93CDB-2A62-9AEF-CDDE-4433A86AF1F1}"/>
                </a:ext>
              </a:extLst>
            </p:cNvPr>
            <p:cNvSpPr/>
            <p:nvPr/>
          </p:nvSpPr>
          <p:spPr>
            <a:xfrm>
              <a:off x="6197502" y="1616075"/>
              <a:ext cx="103504" cy="103504"/>
            </a:xfrm>
            <a:custGeom>
              <a:avLst/>
              <a:gdLst>
                <a:gd name="connsiteX0" fmla="*/ 103505 w 103504"/>
                <a:gd name="connsiteY0" fmla="*/ 51435 h 103504"/>
                <a:gd name="connsiteX1" fmla="*/ 52070 w 103504"/>
                <a:gd name="connsiteY1" fmla="*/ 103505 h 103504"/>
                <a:gd name="connsiteX2" fmla="*/ 0 w 103504"/>
                <a:gd name="connsiteY2" fmla="*/ 51435 h 103504"/>
                <a:gd name="connsiteX3" fmla="*/ 52070 w 103504"/>
                <a:gd name="connsiteY3" fmla="*/ 0 h 103504"/>
                <a:gd name="connsiteX4" fmla="*/ 103505 w 103504"/>
                <a:gd name="connsiteY4" fmla="*/ 51435 h 103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504" h="103504">
                  <a:moveTo>
                    <a:pt x="103505" y="51435"/>
                  </a:moveTo>
                  <a:cubicBezTo>
                    <a:pt x="103505" y="80645"/>
                    <a:pt x="80645" y="103505"/>
                    <a:pt x="52070" y="103505"/>
                  </a:cubicBezTo>
                  <a:cubicBezTo>
                    <a:pt x="23495" y="103505"/>
                    <a:pt x="0" y="80645"/>
                    <a:pt x="0" y="51435"/>
                  </a:cubicBezTo>
                  <a:cubicBezTo>
                    <a:pt x="0" y="22860"/>
                    <a:pt x="23495" y="0"/>
                    <a:pt x="52070" y="0"/>
                  </a:cubicBezTo>
                  <a:cubicBezTo>
                    <a:pt x="80645" y="0"/>
                    <a:pt x="103505" y="22860"/>
                    <a:pt x="103505" y="51435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915F7B50-8DF2-8543-7CBA-03ABC660CAC8}"/>
                </a:ext>
              </a:extLst>
            </p:cNvPr>
            <p:cNvSpPr/>
            <p:nvPr/>
          </p:nvSpPr>
          <p:spPr>
            <a:xfrm>
              <a:off x="6398161" y="1616075"/>
              <a:ext cx="103505" cy="103504"/>
            </a:xfrm>
            <a:custGeom>
              <a:avLst/>
              <a:gdLst>
                <a:gd name="connsiteX0" fmla="*/ 103505 w 103505"/>
                <a:gd name="connsiteY0" fmla="*/ 51435 h 103504"/>
                <a:gd name="connsiteX1" fmla="*/ 51435 w 103505"/>
                <a:gd name="connsiteY1" fmla="*/ 103505 h 103504"/>
                <a:gd name="connsiteX2" fmla="*/ 0 w 103505"/>
                <a:gd name="connsiteY2" fmla="*/ 51435 h 103504"/>
                <a:gd name="connsiteX3" fmla="*/ 51435 w 103505"/>
                <a:gd name="connsiteY3" fmla="*/ 0 h 103504"/>
                <a:gd name="connsiteX4" fmla="*/ 103505 w 103505"/>
                <a:gd name="connsiteY4" fmla="*/ 51435 h 103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505" h="103504">
                  <a:moveTo>
                    <a:pt x="103505" y="51435"/>
                  </a:moveTo>
                  <a:cubicBezTo>
                    <a:pt x="103505" y="80645"/>
                    <a:pt x="80645" y="103505"/>
                    <a:pt x="51435" y="103505"/>
                  </a:cubicBezTo>
                  <a:cubicBezTo>
                    <a:pt x="22860" y="103505"/>
                    <a:pt x="0" y="80645"/>
                    <a:pt x="0" y="51435"/>
                  </a:cubicBezTo>
                  <a:cubicBezTo>
                    <a:pt x="0" y="22860"/>
                    <a:pt x="22860" y="0"/>
                    <a:pt x="51435" y="0"/>
                  </a:cubicBezTo>
                  <a:cubicBezTo>
                    <a:pt x="80645" y="0"/>
                    <a:pt x="103505" y="22860"/>
                    <a:pt x="103505" y="51435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4CB0F67C-7558-ED46-3E1F-B9BAB0E6769B}"/>
                </a:ext>
              </a:extLst>
            </p:cNvPr>
            <p:cNvSpPr/>
            <p:nvPr/>
          </p:nvSpPr>
          <p:spPr>
            <a:xfrm>
              <a:off x="6598186" y="1616075"/>
              <a:ext cx="104140" cy="103504"/>
            </a:xfrm>
            <a:custGeom>
              <a:avLst/>
              <a:gdLst>
                <a:gd name="connsiteX0" fmla="*/ 104140 w 104140"/>
                <a:gd name="connsiteY0" fmla="*/ 51435 h 103504"/>
                <a:gd name="connsiteX1" fmla="*/ 52070 w 104140"/>
                <a:gd name="connsiteY1" fmla="*/ 103505 h 103504"/>
                <a:gd name="connsiteX2" fmla="*/ 0 w 104140"/>
                <a:gd name="connsiteY2" fmla="*/ 51435 h 103504"/>
                <a:gd name="connsiteX3" fmla="*/ 52070 w 104140"/>
                <a:gd name="connsiteY3" fmla="*/ 0 h 103504"/>
                <a:gd name="connsiteX4" fmla="*/ 104140 w 104140"/>
                <a:gd name="connsiteY4" fmla="*/ 51435 h 103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40" h="103504">
                  <a:moveTo>
                    <a:pt x="104140" y="51435"/>
                  </a:moveTo>
                  <a:cubicBezTo>
                    <a:pt x="104140" y="80645"/>
                    <a:pt x="80645" y="103505"/>
                    <a:pt x="52070" y="103505"/>
                  </a:cubicBezTo>
                  <a:cubicBezTo>
                    <a:pt x="23495" y="103505"/>
                    <a:pt x="0" y="80645"/>
                    <a:pt x="0" y="51435"/>
                  </a:cubicBezTo>
                  <a:cubicBezTo>
                    <a:pt x="0" y="22860"/>
                    <a:pt x="23495" y="0"/>
                    <a:pt x="52070" y="0"/>
                  </a:cubicBezTo>
                  <a:cubicBezTo>
                    <a:pt x="80645" y="0"/>
                    <a:pt x="104140" y="22860"/>
                    <a:pt x="104140" y="51435"/>
                  </a:cubicBezTo>
                  <a:close/>
                </a:path>
              </a:pathLst>
            </a:custGeom>
            <a:solidFill>
              <a:srgbClr val="CDDEF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4A91E788-3BDA-A62B-D3A9-6927036E2985}"/>
                </a:ext>
              </a:extLst>
            </p:cNvPr>
            <p:cNvSpPr/>
            <p:nvPr/>
          </p:nvSpPr>
          <p:spPr>
            <a:xfrm>
              <a:off x="6231792" y="1649729"/>
              <a:ext cx="35559" cy="35560"/>
            </a:xfrm>
            <a:custGeom>
              <a:avLst/>
              <a:gdLst>
                <a:gd name="connsiteX0" fmla="*/ 35560 w 35559"/>
                <a:gd name="connsiteY0" fmla="*/ 17780 h 35560"/>
                <a:gd name="connsiteX1" fmla="*/ 17780 w 35559"/>
                <a:gd name="connsiteY1" fmla="*/ 0 h 35560"/>
                <a:gd name="connsiteX2" fmla="*/ 0 w 35559"/>
                <a:gd name="connsiteY2" fmla="*/ 17780 h 35560"/>
                <a:gd name="connsiteX3" fmla="*/ 17780 w 35559"/>
                <a:gd name="connsiteY3" fmla="*/ 35560 h 35560"/>
                <a:gd name="connsiteX4" fmla="*/ 35560 w 35559"/>
                <a:gd name="connsiteY4" fmla="*/ 17780 h 35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59" h="35560">
                  <a:moveTo>
                    <a:pt x="35560" y="17780"/>
                  </a:moveTo>
                  <a:cubicBezTo>
                    <a:pt x="35560" y="8255"/>
                    <a:pt x="27305" y="0"/>
                    <a:pt x="17780" y="0"/>
                  </a:cubicBezTo>
                  <a:cubicBezTo>
                    <a:pt x="7620" y="0"/>
                    <a:pt x="0" y="8255"/>
                    <a:pt x="0" y="17780"/>
                  </a:cubicBezTo>
                  <a:cubicBezTo>
                    <a:pt x="0" y="27940"/>
                    <a:pt x="7620" y="35560"/>
                    <a:pt x="17780" y="35560"/>
                  </a:cubicBezTo>
                  <a:cubicBezTo>
                    <a:pt x="27305" y="35560"/>
                    <a:pt x="35560" y="27940"/>
                    <a:pt x="35560" y="17780"/>
                  </a:cubicBezTo>
                  <a:close/>
                </a:path>
              </a:pathLst>
            </a:custGeom>
            <a:solidFill>
              <a:srgbClr val="82ACF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D2E62F8E-1FD6-3C12-F38F-5F6DA9CD0202}"/>
                </a:ext>
              </a:extLst>
            </p:cNvPr>
            <p:cNvSpPr/>
            <p:nvPr/>
          </p:nvSpPr>
          <p:spPr>
            <a:xfrm>
              <a:off x="6431817" y="1649729"/>
              <a:ext cx="35559" cy="35560"/>
            </a:xfrm>
            <a:custGeom>
              <a:avLst/>
              <a:gdLst>
                <a:gd name="connsiteX0" fmla="*/ 35560 w 35559"/>
                <a:gd name="connsiteY0" fmla="*/ 17780 h 35560"/>
                <a:gd name="connsiteX1" fmla="*/ 17780 w 35559"/>
                <a:gd name="connsiteY1" fmla="*/ 0 h 35560"/>
                <a:gd name="connsiteX2" fmla="*/ 0 w 35559"/>
                <a:gd name="connsiteY2" fmla="*/ 17780 h 35560"/>
                <a:gd name="connsiteX3" fmla="*/ 17780 w 35559"/>
                <a:gd name="connsiteY3" fmla="*/ 35560 h 35560"/>
                <a:gd name="connsiteX4" fmla="*/ 35560 w 35559"/>
                <a:gd name="connsiteY4" fmla="*/ 17780 h 35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59" h="35560">
                  <a:moveTo>
                    <a:pt x="35560" y="17780"/>
                  </a:moveTo>
                  <a:cubicBezTo>
                    <a:pt x="35560" y="8255"/>
                    <a:pt x="27940" y="0"/>
                    <a:pt x="17780" y="0"/>
                  </a:cubicBezTo>
                  <a:cubicBezTo>
                    <a:pt x="8255" y="0"/>
                    <a:pt x="0" y="8255"/>
                    <a:pt x="0" y="17780"/>
                  </a:cubicBezTo>
                  <a:cubicBezTo>
                    <a:pt x="0" y="27940"/>
                    <a:pt x="8255" y="35560"/>
                    <a:pt x="17780" y="35560"/>
                  </a:cubicBezTo>
                  <a:cubicBezTo>
                    <a:pt x="27940" y="35560"/>
                    <a:pt x="35560" y="27940"/>
                    <a:pt x="35560" y="17780"/>
                  </a:cubicBezTo>
                  <a:close/>
                </a:path>
              </a:pathLst>
            </a:custGeom>
            <a:solidFill>
              <a:srgbClr val="82ACF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D512F6FB-47A3-964B-CC53-3A2F50E14C9F}"/>
                </a:ext>
              </a:extLst>
            </p:cNvPr>
            <p:cNvSpPr/>
            <p:nvPr/>
          </p:nvSpPr>
          <p:spPr>
            <a:xfrm>
              <a:off x="6623110" y="1640522"/>
              <a:ext cx="54768" cy="54609"/>
            </a:xfrm>
            <a:custGeom>
              <a:avLst/>
              <a:gdLst>
                <a:gd name="connsiteX0" fmla="*/ 38576 w 54768"/>
                <a:gd name="connsiteY0" fmla="*/ 51752 h 54609"/>
                <a:gd name="connsiteX1" fmla="*/ 2381 w 54768"/>
                <a:gd name="connsiteY1" fmla="*/ 15557 h 54609"/>
                <a:gd name="connsiteX2" fmla="*/ 2381 w 54768"/>
                <a:gd name="connsiteY2" fmla="*/ 2857 h 54609"/>
                <a:gd name="connsiteX3" fmla="*/ 15716 w 54768"/>
                <a:gd name="connsiteY3" fmla="*/ 2857 h 54609"/>
                <a:gd name="connsiteX4" fmla="*/ 51911 w 54768"/>
                <a:gd name="connsiteY4" fmla="*/ 39052 h 54609"/>
                <a:gd name="connsiteX5" fmla="*/ 51911 w 54768"/>
                <a:gd name="connsiteY5" fmla="*/ 51752 h 54609"/>
                <a:gd name="connsiteX6" fmla="*/ 38576 w 54768"/>
                <a:gd name="connsiteY6" fmla="*/ 51752 h 54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768" h="54609">
                  <a:moveTo>
                    <a:pt x="38576" y="51752"/>
                  </a:moveTo>
                  <a:lnTo>
                    <a:pt x="2381" y="15557"/>
                  </a:lnTo>
                  <a:cubicBezTo>
                    <a:pt x="-794" y="12382"/>
                    <a:pt x="-794" y="6032"/>
                    <a:pt x="2381" y="2857"/>
                  </a:cubicBezTo>
                  <a:cubicBezTo>
                    <a:pt x="6191" y="-952"/>
                    <a:pt x="11906" y="-952"/>
                    <a:pt x="15716" y="2857"/>
                  </a:cubicBezTo>
                  <a:lnTo>
                    <a:pt x="51911" y="39052"/>
                  </a:lnTo>
                  <a:cubicBezTo>
                    <a:pt x="55721" y="42227"/>
                    <a:pt x="55721" y="48577"/>
                    <a:pt x="51911" y="51752"/>
                  </a:cubicBezTo>
                  <a:cubicBezTo>
                    <a:pt x="48101" y="55563"/>
                    <a:pt x="42386" y="55563"/>
                    <a:pt x="38576" y="5175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57F6AEA7-5B81-599F-E1EA-B03E8E0B58AA}"/>
                </a:ext>
              </a:extLst>
            </p:cNvPr>
            <p:cNvSpPr/>
            <p:nvPr/>
          </p:nvSpPr>
          <p:spPr>
            <a:xfrm>
              <a:off x="6623110" y="1640522"/>
              <a:ext cx="54768" cy="54609"/>
            </a:xfrm>
            <a:custGeom>
              <a:avLst/>
              <a:gdLst>
                <a:gd name="connsiteX0" fmla="*/ 51911 w 54768"/>
                <a:gd name="connsiteY0" fmla="*/ 15557 h 54609"/>
                <a:gd name="connsiteX1" fmla="*/ 15716 w 54768"/>
                <a:gd name="connsiteY1" fmla="*/ 51752 h 54609"/>
                <a:gd name="connsiteX2" fmla="*/ 2381 w 54768"/>
                <a:gd name="connsiteY2" fmla="*/ 51752 h 54609"/>
                <a:gd name="connsiteX3" fmla="*/ 2381 w 54768"/>
                <a:gd name="connsiteY3" fmla="*/ 39052 h 54609"/>
                <a:gd name="connsiteX4" fmla="*/ 38576 w 54768"/>
                <a:gd name="connsiteY4" fmla="*/ 2857 h 54609"/>
                <a:gd name="connsiteX5" fmla="*/ 51911 w 54768"/>
                <a:gd name="connsiteY5" fmla="*/ 2857 h 54609"/>
                <a:gd name="connsiteX6" fmla="*/ 51911 w 54768"/>
                <a:gd name="connsiteY6" fmla="*/ 15557 h 54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768" h="54609">
                  <a:moveTo>
                    <a:pt x="51911" y="15557"/>
                  </a:moveTo>
                  <a:lnTo>
                    <a:pt x="15716" y="51752"/>
                  </a:lnTo>
                  <a:cubicBezTo>
                    <a:pt x="11906" y="55563"/>
                    <a:pt x="6191" y="55563"/>
                    <a:pt x="2381" y="51752"/>
                  </a:cubicBezTo>
                  <a:cubicBezTo>
                    <a:pt x="-794" y="48577"/>
                    <a:pt x="-794" y="42227"/>
                    <a:pt x="2381" y="39052"/>
                  </a:cubicBezTo>
                  <a:lnTo>
                    <a:pt x="38576" y="2857"/>
                  </a:lnTo>
                  <a:cubicBezTo>
                    <a:pt x="42386" y="-952"/>
                    <a:pt x="48101" y="-952"/>
                    <a:pt x="51911" y="2857"/>
                  </a:cubicBezTo>
                  <a:cubicBezTo>
                    <a:pt x="55721" y="6032"/>
                    <a:pt x="55721" y="12382"/>
                    <a:pt x="51911" y="1555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1C489414-0742-A041-994B-87CD6E7EA99C}"/>
                </a:ext>
              </a:extLst>
            </p:cNvPr>
            <p:cNvSpPr/>
            <p:nvPr/>
          </p:nvSpPr>
          <p:spPr>
            <a:xfrm>
              <a:off x="1415316" y="5570854"/>
              <a:ext cx="5955029" cy="140970"/>
            </a:xfrm>
            <a:custGeom>
              <a:avLst/>
              <a:gdLst>
                <a:gd name="connsiteX0" fmla="*/ 5955030 w 5955029"/>
                <a:gd name="connsiteY0" fmla="*/ 0 h 140970"/>
                <a:gd name="connsiteX1" fmla="*/ 5955030 w 5955029"/>
                <a:gd name="connsiteY1" fmla="*/ 62865 h 140970"/>
                <a:gd name="connsiteX2" fmla="*/ 5877560 w 5955029"/>
                <a:gd name="connsiteY2" fmla="*/ 140970 h 140970"/>
                <a:gd name="connsiteX3" fmla="*/ 77470 w 5955029"/>
                <a:gd name="connsiteY3" fmla="*/ 140970 h 140970"/>
                <a:gd name="connsiteX4" fmla="*/ 0 w 5955029"/>
                <a:gd name="connsiteY4" fmla="*/ 62865 h 140970"/>
                <a:gd name="connsiteX5" fmla="*/ 0 w 5955029"/>
                <a:gd name="connsiteY5" fmla="*/ 0 h 140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955029" h="140970">
                  <a:moveTo>
                    <a:pt x="5955030" y="0"/>
                  </a:moveTo>
                  <a:lnTo>
                    <a:pt x="5955030" y="62865"/>
                  </a:lnTo>
                  <a:cubicBezTo>
                    <a:pt x="5955030" y="106045"/>
                    <a:pt x="5920105" y="140970"/>
                    <a:pt x="5877560" y="140970"/>
                  </a:cubicBezTo>
                  <a:lnTo>
                    <a:pt x="77470" y="140970"/>
                  </a:lnTo>
                  <a:cubicBezTo>
                    <a:pt x="34925" y="140970"/>
                    <a:pt x="0" y="106045"/>
                    <a:pt x="0" y="6286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D5BD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07" name="Graphic 3">
              <a:extLst>
                <a:ext uri="{FF2B5EF4-FFF2-40B4-BE49-F238E27FC236}">
                  <a16:creationId xmlns:a16="http://schemas.microsoft.com/office/drawing/2014/main" id="{1AF51C76-B7E1-1610-9DAF-649D11DADEA2}"/>
                </a:ext>
              </a:extLst>
            </p:cNvPr>
            <p:cNvGrpSpPr/>
            <p:nvPr/>
          </p:nvGrpSpPr>
          <p:grpSpPr>
            <a:xfrm>
              <a:off x="3135205" y="4540250"/>
              <a:ext cx="962349" cy="131938"/>
              <a:chOff x="3135205" y="4540250"/>
              <a:chExt cx="962349" cy="131938"/>
            </a:xfrm>
            <a:solidFill>
              <a:srgbClr val="02193D"/>
            </a:solidFill>
          </p:grpSpPr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3655F480-BCFF-22AC-B4EF-4CD975E51356}"/>
                  </a:ext>
                </a:extLst>
              </p:cNvPr>
              <p:cNvSpPr/>
              <p:nvPr/>
            </p:nvSpPr>
            <p:spPr>
              <a:xfrm>
                <a:off x="3135205" y="4540250"/>
                <a:ext cx="134875" cy="131938"/>
              </a:xfrm>
              <a:custGeom>
                <a:avLst/>
                <a:gdLst>
                  <a:gd name="connsiteX0" fmla="*/ 33982 w 134875"/>
                  <a:gd name="connsiteY0" fmla="*/ 71755 h 131938"/>
                  <a:gd name="connsiteX1" fmla="*/ 6042 w 134875"/>
                  <a:gd name="connsiteY1" fmla="*/ 64135 h 131938"/>
                  <a:gd name="connsiteX2" fmla="*/ 327 w 134875"/>
                  <a:gd name="connsiteY2" fmla="*/ 53340 h 131938"/>
                  <a:gd name="connsiteX3" fmla="*/ 4772 w 134875"/>
                  <a:gd name="connsiteY3" fmla="*/ 41910 h 131938"/>
                  <a:gd name="connsiteX4" fmla="*/ 15567 w 134875"/>
                  <a:gd name="connsiteY4" fmla="*/ 36830 h 131938"/>
                  <a:gd name="connsiteX5" fmla="*/ 42872 w 134875"/>
                  <a:gd name="connsiteY5" fmla="*/ 47625 h 131938"/>
                  <a:gd name="connsiteX6" fmla="*/ 54937 w 134875"/>
                  <a:gd name="connsiteY6" fmla="*/ 39370 h 131938"/>
                  <a:gd name="connsiteX7" fmla="*/ 52397 w 134875"/>
                  <a:gd name="connsiteY7" fmla="*/ 8890 h 131938"/>
                  <a:gd name="connsiteX8" fmla="*/ 61287 w 134875"/>
                  <a:gd name="connsiteY8" fmla="*/ 0 h 131938"/>
                  <a:gd name="connsiteX9" fmla="*/ 75257 w 134875"/>
                  <a:gd name="connsiteY9" fmla="*/ 0 h 131938"/>
                  <a:gd name="connsiteX10" fmla="*/ 83512 w 134875"/>
                  <a:gd name="connsiteY10" fmla="*/ 8890 h 131938"/>
                  <a:gd name="connsiteX11" fmla="*/ 81607 w 134875"/>
                  <a:gd name="connsiteY11" fmla="*/ 40640 h 131938"/>
                  <a:gd name="connsiteX12" fmla="*/ 93037 w 134875"/>
                  <a:gd name="connsiteY12" fmla="*/ 48895 h 131938"/>
                  <a:gd name="connsiteX13" fmla="*/ 119072 w 134875"/>
                  <a:gd name="connsiteY13" fmla="*/ 38100 h 131938"/>
                  <a:gd name="connsiteX14" fmla="*/ 130502 w 134875"/>
                  <a:gd name="connsiteY14" fmla="*/ 43180 h 131938"/>
                  <a:gd name="connsiteX15" fmla="*/ 134312 w 134875"/>
                  <a:gd name="connsiteY15" fmla="*/ 55245 h 131938"/>
                  <a:gd name="connsiteX16" fmla="*/ 128597 w 134875"/>
                  <a:gd name="connsiteY16" fmla="*/ 66040 h 131938"/>
                  <a:gd name="connsiteX17" fmla="*/ 100022 w 134875"/>
                  <a:gd name="connsiteY17" fmla="*/ 73660 h 131938"/>
                  <a:gd name="connsiteX18" fmla="*/ 95577 w 134875"/>
                  <a:gd name="connsiteY18" fmla="*/ 87630 h 131938"/>
                  <a:gd name="connsiteX19" fmla="*/ 114627 w 134875"/>
                  <a:gd name="connsiteY19" fmla="*/ 110490 h 131938"/>
                  <a:gd name="connsiteX20" fmla="*/ 112722 w 134875"/>
                  <a:gd name="connsiteY20" fmla="*/ 122555 h 131938"/>
                  <a:gd name="connsiteX21" fmla="*/ 101292 w 134875"/>
                  <a:gd name="connsiteY21" fmla="*/ 130175 h 131938"/>
                  <a:gd name="connsiteX22" fmla="*/ 89862 w 134875"/>
                  <a:gd name="connsiteY22" fmla="*/ 127635 h 131938"/>
                  <a:gd name="connsiteX23" fmla="*/ 73352 w 134875"/>
                  <a:gd name="connsiteY23" fmla="*/ 102235 h 131938"/>
                  <a:gd name="connsiteX24" fmla="*/ 59382 w 134875"/>
                  <a:gd name="connsiteY24" fmla="*/ 102235 h 131938"/>
                  <a:gd name="connsiteX25" fmla="*/ 43507 w 134875"/>
                  <a:gd name="connsiteY25" fmla="*/ 127000 h 131938"/>
                  <a:gd name="connsiteX26" fmla="*/ 31442 w 134875"/>
                  <a:gd name="connsiteY26" fmla="*/ 128905 h 131938"/>
                  <a:gd name="connsiteX27" fmla="*/ 20647 w 134875"/>
                  <a:gd name="connsiteY27" fmla="*/ 121920 h 131938"/>
                  <a:gd name="connsiteX28" fmla="*/ 18742 w 134875"/>
                  <a:gd name="connsiteY28" fmla="*/ 109220 h 131938"/>
                  <a:gd name="connsiteX29" fmla="*/ 38427 w 134875"/>
                  <a:gd name="connsiteY29" fmla="*/ 85725 h 131938"/>
                  <a:gd name="connsiteX30" fmla="*/ 33982 w 134875"/>
                  <a:gd name="connsiteY30" fmla="*/ 71755 h 131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34875" h="131938">
                    <a:moveTo>
                      <a:pt x="33982" y="71755"/>
                    </a:moveTo>
                    <a:lnTo>
                      <a:pt x="6042" y="64135"/>
                    </a:lnTo>
                    <a:cubicBezTo>
                      <a:pt x="1597" y="62865"/>
                      <a:pt x="-943" y="57785"/>
                      <a:pt x="327" y="53340"/>
                    </a:cubicBezTo>
                    <a:lnTo>
                      <a:pt x="4772" y="41910"/>
                    </a:lnTo>
                    <a:cubicBezTo>
                      <a:pt x="6042" y="36830"/>
                      <a:pt x="11122" y="34925"/>
                      <a:pt x="15567" y="36830"/>
                    </a:cubicBezTo>
                    <a:lnTo>
                      <a:pt x="42872" y="47625"/>
                    </a:lnTo>
                    <a:cubicBezTo>
                      <a:pt x="49222" y="50165"/>
                      <a:pt x="55572" y="45720"/>
                      <a:pt x="54937" y="39370"/>
                    </a:cubicBezTo>
                    <a:lnTo>
                      <a:pt x="52397" y="8890"/>
                    </a:lnTo>
                    <a:cubicBezTo>
                      <a:pt x="52397" y="3810"/>
                      <a:pt x="56207" y="0"/>
                      <a:pt x="61287" y="0"/>
                    </a:cubicBezTo>
                    <a:lnTo>
                      <a:pt x="75257" y="0"/>
                    </a:lnTo>
                    <a:cubicBezTo>
                      <a:pt x="80337" y="0"/>
                      <a:pt x="84147" y="3810"/>
                      <a:pt x="83512" y="8890"/>
                    </a:cubicBezTo>
                    <a:lnTo>
                      <a:pt x="81607" y="40640"/>
                    </a:lnTo>
                    <a:cubicBezTo>
                      <a:pt x="80972" y="46990"/>
                      <a:pt x="87322" y="51435"/>
                      <a:pt x="93037" y="48895"/>
                    </a:cubicBezTo>
                    <a:lnTo>
                      <a:pt x="119072" y="38100"/>
                    </a:lnTo>
                    <a:cubicBezTo>
                      <a:pt x="123517" y="36195"/>
                      <a:pt x="128597" y="38735"/>
                      <a:pt x="130502" y="43180"/>
                    </a:cubicBezTo>
                    <a:lnTo>
                      <a:pt x="134312" y="55245"/>
                    </a:lnTo>
                    <a:cubicBezTo>
                      <a:pt x="136217" y="59690"/>
                      <a:pt x="133042" y="64770"/>
                      <a:pt x="128597" y="66040"/>
                    </a:cubicBezTo>
                    <a:lnTo>
                      <a:pt x="100022" y="73660"/>
                    </a:lnTo>
                    <a:cubicBezTo>
                      <a:pt x="94307" y="75565"/>
                      <a:pt x="91767" y="82550"/>
                      <a:pt x="95577" y="87630"/>
                    </a:cubicBezTo>
                    <a:lnTo>
                      <a:pt x="114627" y="110490"/>
                    </a:lnTo>
                    <a:cubicBezTo>
                      <a:pt x="117802" y="114300"/>
                      <a:pt x="117167" y="120015"/>
                      <a:pt x="112722" y="122555"/>
                    </a:cubicBezTo>
                    <a:lnTo>
                      <a:pt x="101292" y="130175"/>
                    </a:lnTo>
                    <a:cubicBezTo>
                      <a:pt x="97482" y="133350"/>
                      <a:pt x="92402" y="132080"/>
                      <a:pt x="89862" y="127635"/>
                    </a:cubicBezTo>
                    <a:lnTo>
                      <a:pt x="73352" y="102235"/>
                    </a:lnTo>
                    <a:cubicBezTo>
                      <a:pt x="70177" y="97155"/>
                      <a:pt x="62557" y="96520"/>
                      <a:pt x="59382" y="102235"/>
                    </a:cubicBezTo>
                    <a:lnTo>
                      <a:pt x="43507" y="127000"/>
                    </a:lnTo>
                    <a:cubicBezTo>
                      <a:pt x="40967" y="130810"/>
                      <a:pt x="35252" y="131445"/>
                      <a:pt x="31442" y="128905"/>
                    </a:cubicBezTo>
                    <a:lnTo>
                      <a:pt x="20647" y="121920"/>
                    </a:lnTo>
                    <a:cubicBezTo>
                      <a:pt x="16202" y="119380"/>
                      <a:pt x="15567" y="113030"/>
                      <a:pt x="18742" y="109220"/>
                    </a:cubicBezTo>
                    <a:lnTo>
                      <a:pt x="38427" y="85725"/>
                    </a:lnTo>
                    <a:cubicBezTo>
                      <a:pt x="42237" y="80645"/>
                      <a:pt x="40332" y="73660"/>
                      <a:pt x="33982" y="71755"/>
                    </a:cubicBezTo>
                    <a:close/>
                  </a:path>
                </a:pathLst>
              </a:custGeom>
              <a:solidFill>
                <a:srgbClr val="02193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21A86B54-A7EC-5F98-9F69-2031DE45198E}"/>
                  </a:ext>
                </a:extLst>
              </p:cNvPr>
              <p:cNvSpPr/>
              <p:nvPr/>
            </p:nvSpPr>
            <p:spPr>
              <a:xfrm>
                <a:off x="3411124" y="4540250"/>
                <a:ext cx="134941" cy="131938"/>
              </a:xfrm>
              <a:custGeom>
                <a:avLst/>
                <a:gdLst>
                  <a:gd name="connsiteX0" fmla="*/ 34288 w 134941"/>
                  <a:gd name="connsiteY0" fmla="*/ 71755 h 131938"/>
                  <a:gd name="connsiteX1" fmla="*/ 6348 w 134941"/>
                  <a:gd name="connsiteY1" fmla="*/ 64135 h 131938"/>
                  <a:gd name="connsiteX2" fmla="*/ 632 w 134941"/>
                  <a:gd name="connsiteY2" fmla="*/ 53340 h 131938"/>
                  <a:gd name="connsiteX3" fmla="*/ 4442 w 134941"/>
                  <a:gd name="connsiteY3" fmla="*/ 41910 h 131938"/>
                  <a:gd name="connsiteX4" fmla="*/ 15873 w 134941"/>
                  <a:gd name="connsiteY4" fmla="*/ 36830 h 131938"/>
                  <a:gd name="connsiteX5" fmla="*/ 43178 w 134941"/>
                  <a:gd name="connsiteY5" fmla="*/ 47625 h 131938"/>
                  <a:gd name="connsiteX6" fmla="*/ 54607 w 134941"/>
                  <a:gd name="connsiteY6" fmla="*/ 39370 h 131938"/>
                  <a:gd name="connsiteX7" fmla="*/ 52703 w 134941"/>
                  <a:gd name="connsiteY7" fmla="*/ 8890 h 131938"/>
                  <a:gd name="connsiteX8" fmla="*/ 60957 w 134941"/>
                  <a:gd name="connsiteY8" fmla="*/ 0 h 131938"/>
                  <a:gd name="connsiteX9" fmla="*/ 75563 w 134941"/>
                  <a:gd name="connsiteY9" fmla="*/ 0 h 131938"/>
                  <a:gd name="connsiteX10" fmla="*/ 83817 w 134941"/>
                  <a:gd name="connsiteY10" fmla="*/ 8890 h 131938"/>
                  <a:gd name="connsiteX11" fmla="*/ 81278 w 134941"/>
                  <a:gd name="connsiteY11" fmla="*/ 40640 h 131938"/>
                  <a:gd name="connsiteX12" fmla="*/ 93342 w 134941"/>
                  <a:gd name="connsiteY12" fmla="*/ 48895 h 131938"/>
                  <a:gd name="connsiteX13" fmla="*/ 119378 w 134941"/>
                  <a:gd name="connsiteY13" fmla="*/ 38100 h 131938"/>
                  <a:gd name="connsiteX14" fmla="*/ 130173 w 134941"/>
                  <a:gd name="connsiteY14" fmla="*/ 43180 h 131938"/>
                  <a:gd name="connsiteX15" fmla="*/ 134617 w 134941"/>
                  <a:gd name="connsiteY15" fmla="*/ 55245 h 131938"/>
                  <a:gd name="connsiteX16" fmla="*/ 128267 w 134941"/>
                  <a:gd name="connsiteY16" fmla="*/ 66040 h 131938"/>
                  <a:gd name="connsiteX17" fmla="*/ 99692 w 134941"/>
                  <a:gd name="connsiteY17" fmla="*/ 73660 h 131938"/>
                  <a:gd name="connsiteX18" fmla="*/ 95882 w 134941"/>
                  <a:gd name="connsiteY18" fmla="*/ 87630 h 131938"/>
                  <a:gd name="connsiteX19" fmla="*/ 114298 w 134941"/>
                  <a:gd name="connsiteY19" fmla="*/ 110490 h 131938"/>
                  <a:gd name="connsiteX20" fmla="*/ 113028 w 134941"/>
                  <a:gd name="connsiteY20" fmla="*/ 122555 h 131938"/>
                  <a:gd name="connsiteX21" fmla="*/ 101598 w 134941"/>
                  <a:gd name="connsiteY21" fmla="*/ 130175 h 131938"/>
                  <a:gd name="connsiteX22" fmla="*/ 89532 w 134941"/>
                  <a:gd name="connsiteY22" fmla="*/ 127635 h 131938"/>
                  <a:gd name="connsiteX23" fmla="*/ 73657 w 134941"/>
                  <a:gd name="connsiteY23" fmla="*/ 102235 h 131938"/>
                  <a:gd name="connsiteX24" fmla="*/ 59053 w 134941"/>
                  <a:gd name="connsiteY24" fmla="*/ 102235 h 131938"/>
                  <a:gd name="connsiteX25" fmla="*/ 43178 w 134941"/>
                  <a:gd name="connsiteY25" fmla="*/ 127000 h 131938"/>
                  <a:gd name="connsiteX26" fmla="*/ 31748 w 134941"/>
                  <a:gd name="connsiteY26" fmla="*/ 128905 h 131938"/>
                  <a:gd name="connsiteX27" fmla="*/ 20317 w 134941"/>
                  <a:gd name="connsiteY27" fmla="*/ 121920 h 131938"/>
                  <a:gd name="connsiteX28" fmla="*/ 18413 w 134941"/>
                  <a:gd name="connsiteY28" fmla="*/ 109220 h 131938"/>
                  <a:gd name="connsiteX29" fmla="*/ 38732 w 134941"/>
                  <a:gd name="connsiteY29" fmla="*/ 85725 h 131938"/>
                  <a:gd name="connsiteX30" fmla="*/ 34288 w 134941"/>
                  <a:gd name="connsiteY30" fmla="*/ 71755 h 131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34941" h="131938">
                    <a:moveTo>
                      <a:pt x="34288" y="71755"/>
                    </a:moveTo>
                    <a:lnTo>
                      <a:pt x="6348" y="64135"/>
                    </a:lnTo>
                    <a:cubicBezTo>
                      <a:pt x="1267" y="62865"/>
                      <a:pt x="-1272" y="57785"/>
                      <a:pt x="632" y="53340"/>
                    </a:cubicBezTo>
                    <a:lnTo>
                      <a:pt x="4442" y="41910"/>
                    </a:lnTo>
                    <a:cubicBezTo>
                      <a:pt x="6348" y="36830"/>
                      <a:pt x="11428" y="34925"/>
                      <a:pt x="15873" y="36830"/>
                    </a:cubicBezTo>
                    <a:lnTo>
                      <a:pt x="43178" y="47625"/>
                    </a:lnTo>
                    <a:cubicBezTo>
                      <a:pt x="48892" y="50165"/>
                      <a:pt x="55242" y="45720"/>
                      <a:pt x="54607" y="39370"/>
                    </a:cubicBezTo>
                    <a:lnTo>
                      <a:pt x="52703" y="8890"/>
                    </a:lnTo>
                    <a:cubicBezTo>
                      <a:pt x="52067" y="3810"/>
                      <a:pt x="55878" y="0"/>
                      <a:pt x="60957" y="0"/>
                    </a:cubicBezTo>
                    <a:lnTo>
                      <a:pt x="75563" y="0"/>
                    </a:lnTo>
                    <a:cubicBezTo>
                      <a:pt x="80007" y="0"/>
                      <a:pt x="83817" y="3810"/>
                      <a:pt x="83817" y="8890"/>
                    </a:cubicBezTo>
                    <a:lnTo>
                      <a:pt x="81278" y="40640"/>
                    </a:lnTo>
                    <a:cubicBezTo>
                      <a:pt x="81278" y="46990"/>
                      <a:pt x="87628" y="51435"/>
                      <a:pt x="93342" y="48895"/>
                    </a:cubicBezTo>
                    <a:lnTo>
                      <a:pt x="119378" y="38100"/>
                    </a:lnTo>
                    <a:cubicBezTo>
                      <a:pt x="123823" y="36195"/>
                      <a:pt x="128903" y="38735"/>
                      <a:pt x="130173" y="43180"/>
                    </a:cubicBezTo>
                    <a:lnTo>
                      <a:pt x="134617" y="55245"/>
                    </a:lnTo>
                    <a:cubicBezTo>
                      <a:pt x="135888" y="59690"/>
                      <a:pt x="133348" y="64770"/>
                      <a:pt x="128267" y="66040"/>
                    </a:cubicBezTo>
                    <a:lnTo>
                      <a:pt x="99692" y="73660"/>
                    </a:lnTo>
                    <a:cubicBezTo>
                      <a:pt x="93978" y="75565"/>
                      <a:pt x="91438" y="82550"/>
                      <a:pt x="95882" y="87630"/>
                    </a:cubicBezTo>
                    <a:lnTo>
                      <a:pt x="114298" y="110490"/>
                    </a:lnTo>
                    <a:cubicBezTo>
                      <a:pt x="117473" y="114300"/>
                      <a:pt x="116838" y="120015"/>
                      <a:pt x="113028" y="122555"/>
                    </a:cubicBezTo>
                    <a:lnTo>
                      <a:pt x="101598" y="130175"/>
                    </a:lnTo>
                    <a:cubicBezTo>
                      <a:pt x="97788" y="133350"/>
                      <a:pt x="92073" y="132080"/>
                      <a:pt x="89532" y="127635"/>
                    </a:cubicBezTo>
                    <a:lnTo>
                      <a:pt x="73657" y="102235"/>
                    </a:lnTo>
                    <a:cubicBezTo>
                      <a:pt x="70482" y="97155"/>
                      <a:pt x="62863" y="96520"/>
                      <a:pt x="59053" y="102235"/>
                    </a:cubicBezTo>
                    <a:lnTo>
                      <a:pt x="43178" y="127000"/>
                    </a:lnTo>
                    <a:cubicBezTo>
                      <a:pt x="40638" y="130810"/>
                      <a:pt x="35557" y="131445"/>
                      <a:pt x="31748" y="128905"/>
                    </a:cubicBezTo>
                    <a:lnTo>
                      <a:pt x="20317" y="121920"/>
                    </a:lnTo>
                    <a:cubicBezTo>
                      <a:pt x="15873" y="119380"/>
                      <a:pt x="15238" y="113030"/>
                      <a:pt x="18413" y="109220"/>
                    </a:cubicBezTo>
                    <a:lnTo>
                      <a:pt x="38732" y="85725"/>
                    </a:lnTo>
                    <a:cubicBezTo>
                      <a:pt x="42542" y="80645"/>
                      <a:pt x="40003" y="73660"/>
                      <a:pt x="34288" y="71755"/>
                    </a:cubicBezTo>
                    <a:close/>
                  </a:path>
                </a:pathLst>
              </a:custGeom>
              <a:solidFill>
                <a:srgbClr val="02193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051A79E9-C6EA-F617-2CD4-408B0562D719}"/>
                  </a:ext>
                </a:extLst>
              </p:cNvPr>
              <p:cNvSpPr/>
              <p:nvPr/>
            </p:nvSpPr>
            <p:spPr>
              <a:xfrm>
                <a:off x="3687020" y="4540250"/>
                <a:ext cx="134875" cy="131938"/>
              </a:xfrm>
              <a:custGeom>
                <a:avLst/>
                <a:gdLst>
                  <a:gd name="connsiteX0" fmla="*/ 33982 w 134875"/>
                  <a:gd name="connsiteY0" fmla="*/ 71755 h 131938"/>
                  <a:gd name="connsiteX1" fmla="*/ 6042 w 134875"/>
                  <a:gd name="connsiteY1" fmla="*/ 64135 h 131938"/>
                  <a:gd name="connsiteX2" fmla="*/ 327 w 134875"/>
                  <a:gd name="connsiteY2" fmla="*/ 53340 h 131938"/>
                  <a:gd name="connsiteX3" fmla="*/ 4137 w 134875"/>
                  <a:gd name="connsiteY3" fmla="*/ 41910 h 131938"/>
                  <a:gd name="connsiteX4" fmla="*/ 15567 w 134875"/>
                  <a:gd name="connsiteY4" fmla="*/ 36830 h 131938"/>
                  <a:gd name="connsiteX5" fmla="*/ 42872 w 134875"/>
                  <a:gd name="connsiteY5" fmla="*/ 47625 h 131938"/>
                  <a:gd name="connsiteX6" fmla="*/ 54937 w 134875"/>
                  <a:gd name="connsiteY6" fmla="*/ 39370 h 131938"/>
                  <a:gd name="connsiteX7" fmla="*/ 52397 w 134875"/>
                  <a:gd name="connsiteY7" fmla="*/ 8890 h 131938"/>
                  <a:gd name="connsiteX8" fmla="*/ 61287 w 134875"/>
                  <a:gd name="connsiteY8" fmla="*/ 0 h 131938"/>
                  <a:gd name="connsiteX9" fmla="*/ 75257 w 134875"/>
                  <a:gd name="connsiteY9" fmla="*/ 0 h 131938"/>
                  <a:gd name="connsiteX10" fmla="*/ 83512 w 134875"/>
                  <a:gd name="connsiteY10" fmla="*/ 8890 h 131938"/>
                  <a:gd name="connsiteX11" fmla="*/ 81607 w 134875"/>
                  <a:gd name="connsiteY11" fmla="*/ 40640 h 131938"/>
                  <a:gd name="connsiteX12" fmla="*/ 93037 w 134875"/>
                  <a:gd name="connsiteY12" fmla="*/ 48895 h 131938"/>
                  <a:gd name="connsiteX13" fmla="*/ 119072 w 134875"/>
                  <a:gd name="connsiteY13" fmla="*/ 38100 h 131938"/>
                  <a:gd name="connsiteX14" fmla="*/ 130502 w 134875"/>
                  <a:gd name="connsiteY14" fmla="*/ 43180 h 131938"/>
                  <a:gd name="connsiteX15" fmla="*/ 134312 w 134875"/>
                  <a:gd name="connsiteY15" fmla="*/ 55245 h 131938"/>
                  <a:gd name="connsiteX16" fmla="*/ 128597 w 134875"/>
                  <a:gd name="connsiteY16" fmla="*/ 66040 h 131938"/>
                  <a:gd name="connsiteX17" fmla="*/ 100022 w 134875"/>
                  <a:gd name="connsiteY17" fmla="*/ 73660 h 131938"/>
                  <a:gd name="connsiteX18" fmla="*/ 95577 w 134875"/>
                  <a:gd name="connsiteY18" fmla="*/ 87630 h 131938"/>
                  <a:gd name="connsiteX19" fmla="*/ 114627 w 134875"/>
                  <a:gd name="connsiteY19" fmla="*/ 110490 h 131938"/>
                  <a:gd name="connsiteX20" fmla="*/ 112722 w 134875"/>
                  <a:gd name="connsiteY20" fmla="*/ 122555 h 131938"/>
                  <a:gd name="connsiteX21" fmla="*/ 101292 w 134875"/>
                  <a:gd name="connsiteY21" fmla="*/ 130175 h 131938"/>
                  <a:gd name="connsiteX22" fmla="*/ 89227 w 134875"/>
                  <a:gd name="connsiteY22" fmla="*/ 127635 h 131938"/>
                  <a:gd name="connsiteX23" fmla="*/ 73352 w 134875"/>
                  <a:gd name="connsiteY23" fmla="*/ 102235 h 131938"/>
                  <a:gd name="connsiteX24" fmla="*/ 59382 w 134875"/>
                  <a:gd name="connsiteY24" fmla="*/ 102235 h 131938"/>
                  <a:gd name="connsiteX25" fmla="*/ 43507 w 134875"/>
                  <a:gd name="connsiteY25" fmla="*/ 127000 h 131938"/>
                  <a:gd name="connsiteX26" fmla="*/ 31442 w 134875"/>
                  <a:gd name="connsiteY26" fmla="*/ 128905 h 131938"/>
                  <a:gd name="connsiteX27" fmla="*/ 20647 w 134875"/>
                  <a:gd name="connsiteY27" fmla="*/ 121920 h 131938"/>
                  <a:gd name="connsiteX28" fmla="*/ 18742 w 134875"/>
                  <a:gd name="connsiteY28" fmla="*/ 109220 h 131938"/>
                  <a:gd name="connsiteX29" fmla="*/ 38427 w 134875"/>
                  <a:gd name="connsiteY29" fmla="*/ 85725 h 131938"/>
                  <a:gd name="connsiteX30" fmla="*/ 33982 w 134875"/>
                  <a:gd name="connsiteY30" fmla="*/ 71755 h 131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34875" h="131938">
                    <a:moveTo>
                      <a:pt x="33982" y="71755"/>
                    </a:moveTo>
                    <a:lnTo>
                      <a:pt x="6042" y="64135"/>
                    </a:lnTo>
                    <a:cubicBezTo>
                      <a:pt x="1597" y="62865"/>
                      <a:pt x="-943" y="57785"/>
                      <a:pt x="327" y="53340"/>
                    </a:cubicBezTo>
                    <a:lnTo>
                      <a:pt x="4137" y="41910"/>
                    </a:lnTo>
                    <a:cubicBezTo>
                      <a:pt x="6042" y="36830"/>
                      <a:pt x="11122" y="34925"/>
                      <a:pt x="15567" y="36830"/>
                    </a:cubicBezTo>
                    <a:lnTo>
                      <a:pt x="42872" y="47625"/>
                    </a:lnTo>
                    <a:cubicBezTo>
                      <a:pt x="48587" y="50165"/>
                      <a:pt x="54937" y="45720"/>
                      <a:pt x="54937" y="39370"/>
                    </a:cubicBezTo>
                    <a:lnTo>
                      <a:pt x="52397" y="8890"/>
                    </a:lnTo>
                    <a:cubicBezTo>
                      <a:pt x="52397" y="3810"/>
                      <a:pt x="56207" y="0"/>
                      <a:pt x="61287" y="0"/>
                    </a:cubicBezTo>
                    <a:lnTo>
                      <a:pt x="75257" y="0"/>
                    </a:lnTo>
                    <a:cubicBezTo>
                      <a:pt x="80337" y="0"/>
                      <a:pt x="84147" y="3810"/>
                      <a:pt x="83512" y="8890"/>
                    </a:cubicBezTo>
                    <a:lnTo>
                      <a:pt x="81607" y="40640"/>
                    </a:lnTo>
                    <a:cubicBezTo>
                      <a:pt x="80972" y="46990"/>
                      <a:pt x="87322" y="51435"/>
                      <a:pt x="93037" y="48895"/>
                    </a:cubicBezTo>
                    <a:lnTo>
                      <a:pt x="119072" y="38100"/>
                    </a:lnTo>
                    <a:cubicBezTo>
                      <a:pt x="123517" y="36195"/>
                      <a:pt x="128597" y="38735"/>
                      <a:pt x="130502" y="43180"/>
                    </a:cubicBezTo>
                    <a:lnTo>
                      <a:pt x="134312" y="55245"/>
                    </a:lnTo>
                    <a:cubicBezTo>
                      <a:pt x="136217" y="59690"/>
                      <a:pt x="133042" y="64770"/>
                      <a:pt x="128597" y="66040"/>
                    </a:cubicBezTo>
                    <a:lnTo>
                      <a:pt x="100022" y="73660"/>
                    </a:lnTo>
                    <a:cubicBezTo>
                      <a:pt x="93672" y="75565"/>
                      <a:pt x="91767" y="82550"/>
                      <a:pt x="95577" y="87630"/>
                    </a:cubicBezTo>
                    <a:lnTo>
                      <a:pt x="114627" y="110490"/>
                    </a:lnTo>
                    <a:cubicBezTo>
                      <a:pt x="117802" y="114300"/>
                      <a:pt x="117167" y="120015"/>
                      <a:pt x="112722" y="122555"/>
                    </a:cubicBezTo>
                    <a:lnTo>
                      <a:pt x="101292" y="130175"/>
                    </a:lnTo>
                    <a:cubicBezTo>
                      <a:pt x="97482" y="133350"/>
                      <a:pt x="91767" y="132080"/>
                      <a:pt x="89227" y="127635"/>
                    </a:cubicBezTo>
                    <a:lnTo>
                      <a:pt x="73352" y="102235"/>
                    </a:lnTo>
                    <a:cubicBezTo>
                      <a:pt x="70177" y="97155"/>
                      <a:pt x="62557" y="96520"/>
                      <a:pt x="59382" y="102235"/>
                    </a:cubicBezTo>
                    <a:lnTo>
                      <a:pt x="43507" y="127000"/>
                    </a:lnTo>
                    <a:cubicBezTo>
                      <a:pt x="40967" y="130810"/>
                      <a:pt x="35252" y="131445"/>
                      <a:pt x="31442" y="128905"/>
                    </a:cubicBezTo>
                    <a:lnTo>
                      <a:pt x="20647" y="121920"/>
                    </a:lnTo>
                    <a:cubicBezTo>
                      <a:pt x="16202" y="119380"/>
                      <a:pt x="14932" y="113030"/>
                      <a:pt x="18742" y="109220"/>
                    </a:cubicBezTo>
                    <a:lnTo>
                      <a:pt x="38427" y="85725"/>
                    </a:lnTo>
                    <a:cubicBezTo>
                      <a:pt x="42237" y="80645"/>
                      <a:pt x="40332" y="73660"/>
                      <a:pt x="33982" y="71755"/>
                    </a:cubicBezTo>
                    <a:close/>
                  </a:path>
                </a:pathLst>
              </a:custGeom>
              <a:solidFill>
                <a:srgbClr val="02193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280C0391-B6B2-C1B7-5618-752F7D45B2A0}"/>
                  </a:ext>
                </a:extLst>
              </p:cNvPr>
              <p:cNvSpPr/>
              <p:nvPr/>
            </p:nvSpPr>
            <p:spPr>
              <a:xfrm>
                <a:off x="3962939" y="4540250"/>
                <a:ext cx="134614" cy="131938"/>
              </a:xfrm>
              <a:custGeom>
                <a:avLst/>
                <a:gdLst>
                  <a:gd name="connsiteX0" fmla="*/ 34287 w 134614"/>
                  <a:gd name="connsiteY0" fmla="*/ 71755 h 131938"/>
                  <a:gd name="connsiteX1" fmla="*/ 6347 w 134614"/>
                  <a:gd name="connsiteY1" fmla="*/ 64135 h 131938"/>
                  <a:gd name="connsiteX2" fmla="*/ 632 w 134614"/>
                  <a:gd name="connsiteY2" fmla="*/ 53340 h 131938"/>
                  <a:gd name="connsiteX3" fmla="*/ 4442 w 134614"/>
                  <a:gd name="connsiteY3" fmla="*/ 41910 h 131938"/>
                  <a:gd name="connsiteX4" fmla="*/ 15872 w 134614"/>
                  <a:gd name="connsiteY4" fmla="*/ 36830 h 131938"/>
                  <a:gd name="connsiteX5" fmla="*/ 43178 w 134614"/>
                  <a:gd name="connsiteY5" fmla="*/ 47625 h 131938"/>
                  <a:gd name="connsiteX6" fmla="*/ 54607 w 134614"/>
                  <a:gd name="connsiteY6" fmla="*/ 39370 h 131938"/>
                  <a:gd name="connsiteX7" fmla="*/ 52703 w 134614"/>
                  <a:gd name="connsiteY7" fmla="*/ 8890 h 131938"/>
                  <a:gd name="connsiteX8" fmla="*/ 60957 w 134614"/>
                  <a:gd name="connsiteY8" fmla="*/ 0 h 131938"/>
                  <a:gd name="connsiteX9" fmla="*/ 74928 w 134614"/>
                  <a:gd name="connsiteY9" fmla="*/ 0 h 131938"/>
                  <a:gd name="connsiteX10" fmla="*/ 83817 w 134614"/>
                  <a:gd name="connsiteY10" fmla="*/ 8890 h 131938"/>
                  <a:gd name="connsiteX11" fmla="*/ 81278 w 134614"/>
                  <a:gd name="connsiteY11" fmla="*/ 40640 h 131938"/>
                  <a:gd name="connsiteX12" fmla="*/ 93342 w 134614"/>
                  <a:gd name="connsiteY12" fmla="*/ 48895 h 131938"/>
                  <a:gd name="connsiteX13" fmla="*/ 118742 w 134614"/>
                  <a:gd name="connsiteY13" fmla="*/ 38100 h 131938"/>
                  <a:gd name="connsiteX14" fmla="*/ 130172 w 134614"/>
                  <a:gd name="connsiteY14" fmla="*/ 43180 h 131938"/>
                  <a:gd name="connsiteX15" fmla="*/ 133982 w 134614"/>
                  <a:gd name="connsiteY15" fmla="*/ 55245 h 131938"/>
                  <a:gd name="connsiteX16" fmla="*/ 128267 w 134614"/>
                  <a:gd name="connsiteY16" fmla="*/ 66040 h 131938"/>
                  <a:gd name="connsiteX17" fmla="*/ 99692 w 134614"/>
                  <a:gd name="connsiteY17" fmla="*/ 73660 h 131938"/>
                  <a:gd name="connsiteX18" fmla="*/ 95247 w 134614"/>
                  <a:gd name="connsiteY18" fmla="*/ 87630 h 131938"/>
                  <a:gd name="connsiteX19" fmla="*/ 114297 w 134614"/>
                  <a:gd name="connsiteY19" fmla="*/ 110490 h 131938"/>
                  <a:gd name="connsiteX20" fmla="*/ 112392 w 134614"/>
                  <a:gd name="connsiteY20" fmla="*/ 122555 h 131938"/>
                  <a:gd name="connsiteX21" fmla="*/ 101597 w 134614"/>
                  <a:gd name="connsiteY21" fmla="*/ 130175 h 131938"/>
                  <a:gd name="connsiteX22" fmla="*/ 89532 w 134614"/>
                  <a:gd name="connsiteY22" fmla="*/ 127635 h 131938"/>
                  <a:gd name="connsiteX23" fmla="*/ 73657 w 134614"/>
                  <a:gd name="connsiteY23" fmla="*/ 102235 h 131938"/>
                  <a:gd name="connsiteX24" fmla="*/ 59053 w 134614"/>
                  <a:gd name="connsiteY24" fmla="*/ 102235 h 131938"/>
                  <a:gd name="connsiteX25" fmla="*/ 43178 w 134614"/>
                  <a:gd name="connsiteY25" fmla="*/ 127000 h 131938"/>
                  <a:gd name="connsiteX26" fmla="*/ 31112 w 134614"/>
                  <a:gd name="connsiteY26" fmla="*/ 128905 h 131938"/>
                  <a:gd name="connsiteX27" fmla="*/ 20317 w 134614"/>
                  <a:gd name="connsiteY27" fmla="*/ 121920 h 131938"/>
                  <a:gd name="connsiteX28" fmla="*/ 18412 w 134614"/>
                  <a:gd name="connsiteY28" fmla="*/ 109220 h 131938"/>
                  <a:gd name="connsiteX29" fmla="*/ 38097 w 134614"/>
                  <a:gd name="connsiteY29" fmla="*/ 85725 h 131938"/>
                  <a:gd name="connsiteX30" fmla="*/ 34287 w 134614"/>
                  <a:gd name="connsiteY30" fmla="*/ 71755 h 131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34614" h="131938">
                    <a:moveTo>
                      <a:pt x="34287" y="71755"/>
                    </a:moveTo>
                    <a:lnTo>
                      <a:pt x="6347" y="64135"/>
                    </a:lnTo>
                    <a:cubicBezTo>
                      <a:pt x="1267" y="62865"/>
                      <a:pt x="-1272" y="57785"/>
                      <a:pt x="632" y="53340"/>
                    </a:cubicBezTo>
                    <a:lnTo>
                      <a:pt x="4442" y="41910"/>
                    </a:lnTo>
                    <a:cubicBezTo>
                      <a:pt x="5712" y="36830"/>
                      <a:pt x="11428" y="34925"/>
                      <a:pt x="15872" y="36830"/>
                    </a:cubicBezTo>
                    <a:lnTo>
                      <a:pt x="43178" y="47625"/>
                    </a:lnTo>
                    <a:cubicBezTo>
                      <a:pt x="48892" y="50165"/>
                      <a:pt x="55242" y="45720"/>
                      <a:pt x="54607" y="39370"/>
                    </a:cubicBezTo>
                    <a:lnTo>
                      <a:pt x="52703" y="8890"/>
                    </a:lnTo>
                    <a:cubicBezTo>
                      <a:pt x="52067" y="3810"/>
                      <a:pt x="55878" y="0"/>
                      <a:pt x="60957" y="0"/>
                    </a:cubicBezTo>
                    <a:lnTo>
                      <a:pt x="74928" y="0"/>
                    </a:lnTo>
                    <a:cubicBezTo>
                      <a:pt x="80007" y="0"/>
                      <a:pt x="83817" y="3810"/>
                      <a:pt x="83817" y="8890"/>
                    </a:cubicBezTo>
                    <a:lnTo>
                      <a:pt x="81278" y="40640"/>
                    </a:lnTo>
                    <a:cubicBezTo>
                      <a:pt x="80642" y="46990"/>
                      <a:pt x="86992" y="51435"/>
                      <a:pt x="93342" y="48895"/>
                    </a:cubicBezTo>
                    <a:lnTo>
                      <a:pt x="118742" y="38100"/>
                    </a:lnTo>
                    <a:cubicBezTo>
                      <a:pt x="123822" y="36195"/>
                      <a:pt x="128903" y="38735"/>
                      <a:pt x="130172" y="43180"/>
                    </a:cubicBezTo>
                    <a:lnTo>
                      <a:pt x="133982" y="55245"/>
                    </a:lnTo>
                    <a:cubicBezTo>
                      <a:pt x="135887" y="59690"/>
                      <a:pt x="133347" y="64770"/>
                      <a:pt x="128267" y="66040"/>
                    </a:cubicBezTo>
                    <a:lnTo>
                      <a:pt x="99692" y="73660"/>
                    </a:lnTo>
                    <a:cubicBezTo>
                      <a:pt x="93978" y="75565"/>
                      <a:pt x="91437" y="82550"/>
                      <a:pt x="95247" y="87630"/>
                    </a:cubicBezTo>
                    <a:lnTo>
                      <a:pt x="114297" y="110490"/>
                    </a:lnTo>
                    <a:cubicBezTo>
                      <a:pt x="117472" y="114300"/>
                      <a:pt x="116837" y="120015"/>
                      <a:pt x="112392" y="122555"/>
                    </a:cubicBezTo>
                    <a:lnTo>
                      <a:pt x="101597" y="130175"/>
                    </a:lnTo>
                    <a:cubicBezTo>
                      <a:pt x="97153" y="133350"/>
                      <a:pt x="92072" y="132080"/>
                      <a:pt x="89532" y="127635"/>
                    </a:cubicBezTo>
                    <a:lnTo>
                      <a:pt x="73657" y="102235"/>
                    </a:lnTo>
                    <a:cubicBezTo>
                      <a:pt x="70482" y="97155"/>
                      <a:pt x="62228" y="96520"/>
                      <a:pt x="59053" y="102235"/>
                    </a:cubicBezTo>
                    <a:lnTo>
                      <a:pt x="43178" y="127000"/>
                    </a:lnTo>
                    <a:cubicBezTo>
                      <a:pt x="40637" y="130810"/>
                      <a:pt x="35557" y="131445"/>
                      <a:pt x="31112" y="128905"/>
                    </a:cubicBezTo>
                    <a:lnTo>
                      <a:pt x="20317" y="121920"/>
                    </a:lnTo>
                    <a:cubicBezTo>
                      <a:pt x="15872" y="119380"/>
                      <a:pt x="15237" y="113030"/>
                      <a:pt x="18412" y="109220"/>
                    </a:cubicBezTo>
                    <a:lnTo>
                      <a:pt x="38097" y="85725"/>
                    </a:lnTo>
                    <a:cubicBezTo>
                      <a:pt x="42542" y="80645"/>
                      <a:pt x="40003" y="73660"/>
                      <a:pt x="34287" y="71755"/>
                    </a:cubicBezTo>
                    <a:close/>
                  </a:path>
                </a:pathLst>
              </a:custGeom>
              <a:solidFill>
                <a:srgbClr val="02193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A7BC68BE-D2B9-C8B2-CEE9-C37884060C10}"/>
                </a:ext>
              </a:extLst>
            </p:cNvPr>
            <p:cNvSpPr/>
            <p:nvPr/>
          </p:nvSpPr>
          <p:spPr>
            <a:xfrm>
              <a:off x="1250852" y="5810250"/>
              <a:ext cx="6274434" cy="89534"/>
            </a:xfrm>
            <a:custGeom>
              <a:avLst/>
              <a:gdLst>
                <a:gd name="connsiteX0" fmla="*/ 6274435 w 6274434"/>
                <a:gd name="connsiteY0" fmla="*/ 45085 h 89534"/>
                <a:gd name="connsiteX1" fmla="*/ 3136900 w 6274434"/>
                <a:gd name="connsiteY1" fmla="*/ 89535 h 89534"/>
                <a:gd name="connsiteX2" fmla="*/ 0 w 6274434"/>
                <a:gd name="connsiteY2" fmla="*/ 45085 h 89534"/>
                <a:gd name="connsiteX3" fmla="*/ 3136900 w 6274434"/>
                <a:gd name="connsiteY3" fmla="*/ 0 h 89534"/>
                <a:gd name="connsiteX4" fmla="*/ 6274435 w 6274434"/>
                <a:gd name="connsiteY4" fmla="*/ 45085 h 8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74434" h="89534">
                  <a:moveTo>
                    <a:pt x="6274435" y="45085"/>
                  </a:moveTo>
                  <a:cubicBezTo>
                    <a:pt x="6274435" y="69850"/>
                    <a:pt x="4869815" y="89535"/>
                    <a:pt x="3136900" y="89535"/>
                  </a:cubicBezTo>
                  <a:cubicBezTo>
                    <a:pt x="1404620" y="89535"/>
                    <a:pt x="0" y="69850"/>
                    <a:pt x="0" y="45085"/>
                  </a:cubicBezTo>
                  <a:cubicBezTo>
                    <a:pt x="0" y="20320"/>
                    <a:pt x="1404620" y="0"/>
                    <a:pt x="3136900" y="0"/>
                  </a:cubicBezTo>
                  <a:cubicBezTo>
                    <a:pt x="4869815" y="0"/>
                    <a:pt x="6274435" y="20320"/>
                    <a:pt x="6274435" y="45085"/>
                  </a:cubicBezTo>
                  <a:close/>
                </a:path>
              </a:pathLst>
            </a:custGeom>
            <a:solidFill>
              <a:srgbClr val="F76E1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1DBB4491-EF9B-1A02-516D-93A4B2AC308F}"/>
                </a:ext>
              </a:extLst>
            </p:cNvPr>
            <p:cNvSpPr/>
            <p:nvPr/>
          </p:nvSpPr>
          <p:spPr>
            <a:xfrm>
              <a:off x="10805061" y="1133475"/>
              <a:ext cx="943609" cy="6350"/>
            </a:xfrm>
            <a:custGeom>
              <a:avLst/>
              <a:gdLst>
                <a:gd name="connsiteX0" fmla="*/ 943610 w 943609"/>
                <a:gd name="connsiteY0" fmla="*/ 0 h 6350"/>
                <a:gd name="connsiteX1" fmla="*/ 0 w 943609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43609" h="6350">
                  <a:moveTo>
                    <a:pt x="943610" y="0"/>
                  </a:moveTo>
                  <a:lnTo>
                    <a:pt x="0" y="0"/>
                  </a:lnTo>
                </a:path>
              </a:pathLst>
            </a:custGeom>
            <a:solidFill>
              <a:srgbClr val="0541A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4" name="TextBox 313">
            <a:extLst>
              <a:ext uri="{FF2B5EF4-FFF2-40B4-BE49-F238E27FC236}">
                <a16:creationId xmlns:a16="http://schemas.microsoft.com/office/drawing/2014/main" id="{0BE0A9A2-1B68-E336-D776-0C55CACBF72E}"/>
              </a:ext>
            </a:extLst>
          </p:cNvPr>
          <p:cNvSpPr txBox="1"/>
          <p:nvPr/>
        </p:nvSpPr>
        <p:spPr>
          <a:xfrm>
            <a:off x="6345559" y="3249702"/>
            <a:ext cx="2846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Ransomware Warning Signs: </a:t>
            </a:r>
          </a:p>
        </p:txBody>
      </p: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E018835F-CB08-DEC8-5159-97F3C6F33DB3}"/>
              </a:ext>
            </a:extLst>
          </p:cNvPr>
          <p:cNvGrpSpPr/>
          <p:nvPr/>
        </p:nvGrpSpPr>
        <p:grpSpPr>
          <a:xfrm>
            <a:off x="10060271" y="4922924"/>
            <a:ext cx="557617" cy="557617"/>
            <a:chOff x="10293461" y="5219377"/>
            <a:chExt cx="557617" cy="557617"/>
          </a:xfrm>
        </p:grpSpPr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DF2881F7-BF3B-AB5A-312F-7D0570AF6C59}"/>
                </a:ext>
              </a:extLst>
            </p:cNvPr>
            <p:cNvSpPr/>
            <p:nvPr/>
          </p:nvSpPr>
          <p:spPr>
            <a:xfrm>
              <a:off x="10293461" y="5219377"/>
              <a:ext cx="557617" cy="55761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16" name="Graphic 315" descr="Browser window with solid fill">
              <a:extLst>
                <a:ext uri="{FF2B5EF4-FFF2-40B4-BE49-F238E27FC236}">
                  <a16:creationId xmlns:a16="http://schemas.microsoft.com/office/drawing/2014/main" id="{E3EBA6ED-2E71-2B8F-5717-77B3EFA1A5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367953" y="5293869"/>
              <a:ext cx="408633" cy="408633"/>
            </a:xfrm>
            <a:prstGeom prst="rect">
              <a:avLst/>
            </a:prstGeom>
          </p:spPr>
        </p:pic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1C753CB0-F633-32CF-D797-EF122EE5EED8}"/>
              </a:ext>
            </a:extLst>
          </p:cNvPr>
          <p:cNvGrpSpPr/>
          <p:nvPr/>
        </p:nvGrpSpPr>
        <p:grpSpPr>
          <a:xfrm>
            <a:off x="6718440" y="4922924"/>
            <a:ext cx="557617" cy="557617"/>
            <a:chOff x="6586486" y="5169642"/>
            <a:chExt cx="557617" cy="557617"/>
          </a:xfrm>
        </p:grpSpPr>
        <p:sp>
          <p:nvSpPr>
            <p:cNvPr id="337" name="Oval 336">
              <a:extLst>
                <a:ext uri="{FF2B5EF4-FFF2-40B4-BE49-F238E27FC236}">
                  <a16:creationId xmlns:a16="http://schemas.microsoft.com/office/drawing/2014/main" id="{35C58222-F6ED-C5C9-F085-E5910738AD91}"/>
                </a:ext>
              </a:extLst>
            </p:cNvPr>
            <p:cNvSpPr/>
            <p:nvPr/>
          </p:nvSpPr>
          <p:spPr>
            <a:xfrm>
              <a:off x="6586486" y="5169642"/>
              <a:ext cx="557617" cy="55761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24" name="Graphic 323" descr="Speedometer Low with solid fill">
              <a:extLst>
                <a:ext uri="{FF2B5EF4-FFF2-40B4-BE49-F238E27FC236}">
                  <a16:creationId xmlns:a16="http://schemas.microsoft.com/office/drawing/2014/main" id="{56683D00-55FD-C61A-2D33-53232D8DC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660978" y="5244134"/>
              <a:ext cx="408633" cy="408633"/>
            </a:xfrm>
            <a:prstGeom prst="rect">
              <a:avLst/>
            </a:prstGeom>
          </p:spPr>
        </p:pic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90646DEF-B2C5-9248-A350-6A1E19623143}"/>
              </a:ext>
            </a:extLst>
          </p:cNvPr>
          <p:cNvGrpSpPr/>
          <p:nvPr/>
        </p:nvGrpSpPr>
        <p:grpSpPr>
          <a:xfrm>
            <a:off x="10060272" y="3775303"/>
            <a:ext cx="557617" cy="557617"/>
            <a:chOff x="10349941" y="3911390"/>
            <a:chExt cx="557617" cy="557617"/>
          </a:xfrm>
        </p:grpSpPr>
        <p:sp>
          <p:nvSpPr>
            <p:cNvPr id="339" name="Oval 338">
              <a:extLst>
                <a:ext uri="{FF2B5EF4-FFF2-40B4-BE49-F238E27FC236}">
                  <a16:creationId xmlns:a16="http://schemas.microsoft.com/office/drawing/2014/main" id="{DE42A2B0-BF77-BEDC-A3AA-78638A59F1A9}"/>
                </a:ext>
              </a:extLst>
            </p:cNvPr>
            <p:cNvSpPr/>
            <p:nvPr/>
          </p:nvSpPr>
          <p:spPr>
            <a:xfrm>
              <a:off x="10349941" y="3911390"/>
              <a:ext cx="557617" cy="55761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32" name="Group 331">
              <a:extLst>
                <a:ext uri="{FF2B5EF4-FFF2-40B4-BE49-F238E27FC236}">
                  <a16:creationId xmlns:a16="http://schemas.microsoft.com/office/drawing/2014/main" id="{0D56D94A-AE41-CA21-3254-810602EA410B}"/>
                </a:ext>
              </a:extLst>
            </p:cNvPr>
            <p:cNvGrpSpPr/>
            <p:nvPr/>
          </p:nvGrpSpPr>
          <p:grpSpPr>
            <a:xfrm>
              <a:off x="10424433" y="3985882"/>
              <a:ext cx="408633" cy="408633"/>
              <a:chOff x="8783764" y="4250217"/>
              <a:chExt cx="408633" cy="408633"/>
            </a:xfrm>
          </p:grpSpPr>
          <p:pic>
            <p:nvPicPr>
              <p:cNvPr id="318" name="Graphic 317" descr="Lock with solid fill">
                <a:extLst>
                  <a:ext uri="{FF2B5EF4-FFF2-40B4-BE49-F238E27FC236}">
                    <a16:creationId xmlns:a16="http://schemas.microsoft.com/office/drawing/2014/main" id="{53499870-0B6E-CA21-F32E-3DD087825D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920951" y="4364189"/>
                <a:ext cx="143089" cy="143089"/>
              </a:xfrm>
              <a:prstGeom prst="rect">
                <a:avLst/>
              </a:prstGeom>
            </p:spPr>
          </p:pic>
          <p:pic>
            <p:nvPicPr>
              <p:cNvPr id="326" name="Graphic 325" descr="Laptop with solid fill">
                <a:extLst>
                  <a:ext uri="{FF2B5EF4-FFF2-40B4-BE49-F238E27FC236}">
                    <a16:creationId xmlns:a16="http://schemas.microsoft.com/office/drawing/2014/main" id="{3830E611-D1B2-E0B8-3931-7F4146B2F1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8783764" y="4250217"/>
                <a:ext cx="408633" cy="408633"/>
              </a:xfrm>
              <a:prstGeom prst="rect">
                <a:avLst/>
              </a:prstGeom>
            </p:spPr>
          </p:pic>
        </p:grpSp>
      </p:grpSp>
      <p:pic>
        <p:nvPicPr>
          <p:cNvPr id="328" name="Graphic 327" descr="Envelope with solid fill">
            <a:extLst>
              <a:ext uri="{FF2B5EF4-FFF2-40B4-BE49-F238E27FC236}">
                <a16:creationId xmlns:a16="http://schemas.microsoft.com/office/drawing/2014/main" id="{A0174B2D-0952-D44B-B2D4-8E8A128CCAD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92932" y="3827981"/>
            <a:ext cx="408633" cy="408633"/>
          </a:xfrm>
          <a:prstGeom prst="rect">
            <a:avLst/>
          </a:prstGeom>
        </p:spPr>
      </p:pic>
      <p:grpSp>
        <p:nvGrpSpPr>
          <p:cNvPr id="354" name="Group 353">
            <a:extLst>
              <a:ext uri="{FF2B5EF4-FFF2-40B4-BE49-F238E27FC236}">
                <a16:creationId xmlns:a16="http://schemas.microsoft.com/office/drawing/2014/main" id="{814C6518-34DB-5B92-A4C5-0EF1C1D17752}"/>
              </a:ext>
            </a:extLst>
          </p:cNvPr>
          <p:cNvGrpSpPr/>
          <p:nvPr/>
        </p:nvGrpSpPr>
        <p:grpSpPr>
          <a:xfrm>
            <a:off x="8389356" y="3775303"/>
            <a:ext cx="557617" cy="557617"/>
            <a:chOff x="7629325" y="4013047"/>
            <a:chExt cx="557617" cy="557617"/>
          </a:xfrm>
        </p:grpSpPr>
        <p:sp>
          <p:nvSpPr>
            <p:cNvPr id="338" name="Oval 337">
              <a:extLst>
                <a:ext uri="{FF2B5EF4-FFF2-40B4-BE49-F238E27FC236}">
                  <a16:creationId xmlns:a16="http://schemas.microsoft.com/office/drawing/2014/main" id="{49A816A1-21E6-993B-5C4E-FEA67956CE25}"/>
                </a:ext>
              </a:extLst>
            </p:cNvPr>
            <p:cNvSpPr/>
            <p:nvPr/>
          </p:nvSpPr>
          <p:spPr>
            <a:xfrm>
              <a:off x="7629325" y="4013047"/>
              <a:ext cx="557617" cy="55761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30" name="Group 329">
              <a:extLst>
                <a:ext uri="{FF2B5EF4-FFF2-40B4-BE49-F238E27FC236}">
                  <a16:creationId xmlns:a16="http://schemas.microsoft.com/office/drawing/2014/main" id="{AF4C2FE7-2F52-443B-2D18-E7F32DC57017}"/>
                </a:ext>
              </a:extLst>
            </p:cNvPr>
            <p:cNvGrpSpPr/>
            <p:nvPr/>
          </p:nvGrpSpPr>
          <p:grpSpPr>
            <a:xfrm>
              <a:off x="7703816" y="4047745"/>
              <a:ext cx="408634" cy="408633"/>
              <a:chOff x="7610858" y="4096051"/>
              <a:chExt cx="408634" cy="408633"/>
            </a:xfrm>
          </p:grpSpPr>
          <p:pic>
            <p:nvPicPr>
              <p:cNvPr id="322" name="Graphic 321" descr="Open folder with solid fill">
                <a:extLst>
                  <a:ext uri="{FF2B5EF4-FFF2-40B4-BE49-F238E27FC236}">
                    <a16:creationId xmlns:a16="http://schemas.microsoft.com/office/drawing/2014/main" id="{279A3533-2D02-1387-0E12-2EF0C10346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7610858" y="4096051"/>
                <a:ext cx="408633" cy="408633"/>
              </a:xfrm>
              <a:prstGeom prst="rect">
                <a:avLst/>
              </a:prstGeom>
            </p:spPr>
          </p:pic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2D1E2C30-97A6-4910-0ADE-4F71EC83714C}"/>
                  </a:ext>
                </a:extLst>
              </p:cNvPr>
              <p:cNvSpPr txBox="1"/>
              <p:nvPr/>
            </p:nvSpPr>
            <p:spPr>
              <a:xfrm>
                <a:off x="7628478" y="4254167"/>
                <a:ext cx="391014" cy="2308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zh-CN" altLang="en-US" sz="900" dirty="0">
                    <a:solidFill>
                      <a:schemeClr val="bg1"/>
                    </a:solidFill>
                  </a:rPr>
                  <a:t>****</a:t>
                </a:r>
                <a:endParaRPr lang="en-US" sz="9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89DEAEDD-E6AD-6A6A-FD4E-8B9028B82CF9}"/>
              </a:ext>
            </a:extLst>
          </p:cNvPr>
          <p:cNvGrpSpPr/>
          <p:nvPr/>
        </p:nvGrpSpPr>
        <p:grpSpPr>
          <a:xfrm>
            <a:off x="8389356" y="4922924"/>
            <a:ext cx="557617" cy="557617"/>
            <a:chOff x="7755826" y="5219378"/>
            <a:chExt cx="557617" cy="557617"/>
          </a:xfrm>
        </p:grpSpPr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917457D3-466B-C7F0-8C6B-966945665002}"/>
                </a:ext>
              </a:extLst>
            </p:cNvPr>
            <p:cNvSpPr/>
            <p:nvPr/>
          </p:nvSpPr>
          <p:spPr>
            <a:xfrm>
              <a:off x="7755826" y="5219378"/>
              <a:ext cx="557617" cy="55761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33" name="Group 332">
              <a:extLst>
                <a:ext uri="{FF2B5EF4-FFF2-40B4-BE49-F238E27FC236}">
                  <a16:creationId xmlns:a16="http://schemas.microsoft.com/office/drawing/2014/main" id="{B8C5FABF-5A98-FFD7-0729-B8C6853C9785}"/>
                </a:ext>
              </a:extLst>
            </p:cNvPr>
            <p:cNvGrpSpPr/>
            <p:nvPr/>
          </p:nvGrpSpPr>
          <p:grpSpPr>
            <a:xfrm>
              <a:off x="7830318" y="5293870"/>
              <a:ext cx="408633" cy="408633"/>
              <a:chOff x="8848886" y="4730541"/>
              <a:chExt cx="408633" cy="408633"/>
            </a:xfrm>
          </p:grpSpPr>
          <p:pic>
            <p:nvPicPr>
              <p:cNvPr id="320" name="Graphic 319" descr="Bug with solid fill">
                <a:extLst>
                  <a:ext uri="{FF2B5EF4-FFF2-40B4-BE49-F238E27FC236}">
                    <a16:creationId xmlns:a16="http://schemas.microsoft.com/office/drawing/2014/main" id="{8C2C7163-B3D2-73AF-6013-1A89CAE1AD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8983329" y="4841417"/>
                <a:ext cx="139747" cy="139747"/>
              </a:xfrm>
              <a:prstGeom prst="rect">
                <a:avLst/>
              </a:prstGeom>
            </p:spPr>
          </p:pic>
          <p:pic>
            <p:nvPicPr>
              <p:cNvPr id="331" name="Graphic 330" descr="Laptop with solid fill">
                <a:extLst>
                  <a:ext uri="{FF2B5EF4-FFF2-40B4-BE49-F238E27FC236}">
                    <a16:creationId xmlns:a16="http://schemas.microsoft.com/office/drawing/2014/main" id="{3DD81AF9-ED10-F1DC-2392-1DF588C67E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8848886" y="4730541"/>
                <a:ext cx="408633" cy="408633"/>
              </a:xfrm>
              <a:prstGeom prst="rect">
                <a:avLst/>
              </a:prstGeom>
            </p:spPr>
          </p:pic>
        </p:grpSp>
      </p:grpSp>
      <p:sp>
        <p:nvSpPr>
          <p:cNvPr id="344" name="TextBox 343">
            <a:extLst>
              <a:ext uri="{FF2B5EF4-FFF2-40B4-BE49-F238E27FC236}">
                <a16:creationId xmlns:a16="http://schemas.microsoft.com/office/drawing/2014/main" id="{B96C0464-EE2E-6BB5-B5EF-AA70C525E2B4}"/>
              </a:ext>
            </a:extLst>
          </p:cNvPr>
          <p:cNvSpPr txBox="1"/>
          <p:nvPr/>
        </p:nvSpPr>
        <p:spPr>
          <a:xfrm>
            <a:off x="7991174" y="5516970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z="1000" dirty="0"/>
              <a:t>Splash screens indicating an attack</a:t>
            </a:r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B5ACFB94-B73F-DCB4-9453-229132B83EE6}"/>
              </a:ext>
            </a:extLst>
          </p:cNvPr>
          <p:cNvSpPr txBox="1"/>
          <p:nvPr/>
        </p:nvSpPr>
        <p:spPr>
          <a:xfrm>
            <a:off x="6308627" y="4358358"/>
            <a:ext cx="1371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Phishing emails</a:t>
            </a: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541CB7DD-5B77-4498-F347-6E7717F2AEEB}"/>
              </a:ext>
            </a:extLst>
          </p:cNvPr>
          <p:cNvSpPr txBox="1"/>
          <p:nvPr/>
        </p:nvSpPr>
        <p:spPr>
          <a:xfrm>
            <a:off x="9656099" y="4358358"/>
            <a:ext cx="13716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z="1000" dirty="0"/>
              <a:t>Locked computer screens</a:t>
            </a: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73AF98A8-0FD7-9FEE-F42D-2D89CF1C8602}"/>
              </a:ext>
            </a:extLst>
          </p:cNvPr>
          <p:cNvSpPr txBox="1"/>
          <p:nvPr/>
        </p:nvSpPr>
        <p:spPr>
          <a:xfrm>
            <a:off x="6316912" y="5516970"/>
            <a:ext cx="1371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z="1000" dirty="0"/>
              <a:t>Slower network speeds</a:t>
            </a: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BB126466-093D-E945-E7BD-6BABAE805285}"/>
              </a:ext>
            </a:extLst>
          </p:cNvPr>
          <p:cNvSpPr txBox="1"/>
          <p:nvPr/>
        </p:nvSpPr>
        <p:spPr>
          <a:xfrm>
            <a:off x="7982363" y="4358358"/>
            <a:ext cx="1371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z="1000" dirty="0"/>
              <a:t>Encrypted files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8CFBED75-FD4A-5C1E-CEA9-08F7F5E15348}"/>
              </a:ext>
            </a:extLst>
          </p:cNvPr>
          <p:cNvSpPr txBox="1"/>
          <p:nvPr/>
        </p:nvSpPr>
        <p:spPr>
          <a:xfrm>
            <a:off x="9648660" y="5516970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z="1000" dirty="0"/>
              <a:t>Inaccessible web browsers</a:t>
            </a:r>
          </a:p>
        </p:txBody>
      </p:sp>
    </p:spTree>
    <p:extLst>
      <p:ext uri="{BB962C8B-B14F-4D97-AF65-F5344CB8AC3E}">
        <p14:creationId xmlns:p14="http://schemas.microsoft.com/office/powerpoint/2010/main" val="2830996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lin ang="6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直角三角形 36">
            <a:extLst>
              <a:ext uri="{FF2B5EF4-FFF2-40B4-BE49-F238E27FC236}">
                <a16:creationId xmlns:a16="http://schemas.microsoft.com/office/drawing/2014/main" id="{97C2AE96-19C7-E4CD-D719-08BBC18547B5}"/>
              </a:ext>
            </a:extLst>
          </p:cNvPr>
          <p:cNvSpPr/>
          <p:nvPr/>
        </p:nvSpPr>
        <p:spPr>
          <a:xfrm flipH="1">
            <a:off x="10643190" y="5954233"/>
            <a:ext cx="1548809" cy="904325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>
            <a:innerShdw blurRad="161994" dist="63500" dir="180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cs typeface="+mn-ea"/>
              <a:sym typeface="+mn-lt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F7A00EA7-9D73-2BFB-8D3B-F7C926703619}"/>
              </a:ext>
            </a:extLst>
          </p:cNvPr>
          <p:cNvSpPr txBox="1"/>
          <p:nvPr/>
        </p:nvSpPr>
        <p:spPr>
          <a:xfrm rot="19843475">
            <a:off x="11233044" y="6327265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spc="300" dirty="0">
                <a:solidFill>
                  <a:schemeClr val="bg1"/>
                </a:solidFill>
                <a:cs typeface="+mn-ea"/>
                <a:sym typeface="+mn-lt"/>
              </a:rPr>
              <a:t>FREE!</a:t>
            </a:r>
            <a:endParaRPr kumimoji="1" lang="zh-TW" altLang="en-US" b="1" spc="3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4B2CD45A-5E91-FA3F-DEA6-6C334E83333C}"/>
              </a:ext>
            </a:extLst>
          </p:cNvPr>
          <p:cNvGrpSpPr/>
          <p:nvPr/>
        </p:nvGrpSpPr>
        <p:grpSpPr>
          <a:xfrm>
            <a:off x="1704770" y="1137076"/>
            <a:ext cx="8709436" cy="4984337"/>
            <a:chOff x="1704770" y="1137076"/>
            <a:chExt cx="8709436" cy="4984337"/>
          </a:xfrm>
        </p:grpSpPr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B29C3D73-36AB-595A-8B7F-681D15984029}"/>
                </a:ext>
              </a:extLst>
            </p:cNvPr>
            <p:cNvGrpSpPr/>
            <p:nvPr/>
          </p:nvGrpSpPr>
          <p:grpSpPr>
            <a:xfrm>
              <a:off x="5339830" y="2998762"/>
              <a:ext cx="1439316" cy="430238"/>
              <a:chOff x="5183117" y="2130948"/>
              <a:chExt cx="1679636" cy="502074"/>
            </a:xfrm>
          </p:grpSpPr>
          <p:pic>
            <p:nvPicPr>
              <p:cNvPr id="73" name="圖片 72">
                <a:extLst>
                  <a:ext uri="{FF2B5EF4-FFF2-40B4-BE49-F238E27FC236}">
                    <a16:creationId xmlns:a16="http://schemas.microsoft.com/office/drawing/2014/main" id="{4F92718D-7FB4-0D1F-E1B1-790B46CCD8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771898" y="2130948"/>
                <a:ext cx="502074" cy="502074"/>
              </a:xfrm>
              <a:prstGeom prst="rect">
                <a:avLst/>
              </a:prstGeom>
            </p:spPr>
          </p:pic>
          <p:pic>
            <p:nvPicPr>
              <p:cNvPr id="74" name="圖片 73">
                <a:extLst>
                  <a:ext uri="{FF2B5EF4-FFF2-40B4-BE49-F238E27FC236}">
                    <a16:creationId xmlns:a16="http://schemas.microsoft.com/office/drawing/2014/main" id="{FFDF7A35-ADE3-9E2A-CCC5-60061EF608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60679" y="2130948"/>
                <a:ext cx="502074" cy="502074"/>
              </a:xfrm>
              <a:prstGeom prst="rect">
                <a:avLst/>
              </a:prstGeom>
            </p:spPr>
          </p:pic>
          <p:pic>
            <p:nvPicPr>
              <p:cNvPr id="75" name="圖片 74">
                <a:extLst>
                  <a:ext uri="{FF2B5EF4-FFF2-40B4-BE49-F238E27FC236}">
                    <a16:creationId xmlns:a16="http://schemas.microsoft.com/office/drawing/2014/main" id="{D05F9EE3-240F-2394-2975-C4A3CFD8B7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83117" y="2130948"/>
                <a:ext cx="502074" cy="502074"/>
              </a:xfrm>
              <a:prstGeom prst="rect">
                <a:avLst/>
              </a:prstGeom>
            </p:spPr>
          </p:pic>
        </p:grp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F0EC4AB5-21A5-2217-FAA4-E29C3BB559F9}"/>
                </a:ext>
              </a:extLst>
            </p:cNvPr>
            <p:cNvSpPr txBox="1"/>
            <p:nvPr/>
          </p:nvSpPr>
          <p:spPr>
            <a:xfrm>
              <a:off x="3462462" y="1137076"/>
              <a:ext cx="519405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3600" b="1" dirty="0">
                  <a:cs typeface="+mn-ea"/>
                  <a:sym typeface="+mn-lt"/>
                </a:rPr>
                <a:t>MEET </a:t>
              </a:r>
              <a:r>
                <a:rPr kumimoji="1" lang="en-US" altLang="zh-TW" sz="3600" b="1" dirty="0">
                  <a:solidFill>
                    <a:schemeClr val="accent2"/>
                  </a:solidFill>
                  <a:cs typeface="+mn-ea"/>
                  <a:sym typeface="+mn-lt"/>
                </a:rPr>
                <a:t>JUST</a:t>
              </a:r>
              <a:r>
                <a:rPr kumimoji="1" lang="zh-CN" altLang="en-US" sz="3600" b="1" dirty="0">
                  <a:solidFill>
                    <a:schemeClr val="accent2"/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TW" sz="3600" b="1" dirty="0">
                  <a:solidFill>
                    <a:schemeClr val="accent2"/>
                  </a:solidFill>
                  <a:cs typeface="+mn-ea"/>
                  <a:sym typeface="+mn-lt"/>
                </a:rPr>
                <a:t>FREE</a:t>
              </a:r>
              <a:r>
                <a:rPr kumimoji="1" lang="zh-CN" altLang="en-US" sz="3600" b="1" dirty="0">
                  <a:solidFill>
                    <a:schemeClr val="accent2"/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TW" sz="3600" b="1" dirty="0">
                  <a:solidFill>
                    <a:schemeClr val="accent2"/>
                  </a:solidFill>
                  <a:cs typeface="+mn-ea"/>
                  <a:sym typeface="+mn-lt"/>
                </a:rPr>
                <a:t>SLIDE</a:t>
              </a:r>
              <a:endParaRPr kumimoji="1" lang="zh-TW" altLang="en-US" sz="3600" b="1" dirty="0">
                <a:solidFill>
                  <a:schemeClr val="accent2"/>
                </a:solidFill>
                <a:cs typeface="+mn-ea"/>
                <a:sym typeface="+mn-lt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FE4C1430-E6BD-455A-F8F7-6A4EA8E7A091}"/>
                </a:ext>
              </a:extLst>
            </p:cNvPr>
            <p:cNvSpPr txBox="1"/>
            <p:nvPr/>
          </p:nvSpPr>
          <p:spPr>
            <a:xfrm>
              <a:off x="1704770" y="1999822"/>
              <a:ext cx="87094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Explore</a:t>
              </a:r>
              <a:r>
                <a:rPr kumimoji="1" lang="en-US" altLang="zh-TW" dirty="0">
                  <a:cs typeface="+mn-ea"/>
                  <a:sym typeface="+mn-lt"/>
                </a:rPr>
                <a:t> </a:t>
              </a:r>
              <a:r>
                <a:rPr kumimoji="1" lang="en-US" altLang="zh-TW" dirty="0">
                  <a:solidFill>
                    <a:schemeClr val="accent1"/>
                  </a:solidFill>
                  <a:cs typeface="+mn-ea"/>
                  <a:sym typeface="+mn-lt"/>
                </a:rPr>
                <a:t>1000+ </a:t>
              </a:r>
              <a:r>
                <a:rPr kumimoji="1" lang="en-US" altLang="zh-TW" dirty="0">
                  <a:solidFill>
                    <a:schemeClr val="accent4"/>
                  </a:solidFill>
                  <a:cs typeface="+mn-ea"/>
                  <a:sym typeface="+mn-lt"/>
                </a:rPr>
                <a:t>presentation templates for </a:t>
              </a:r>
              <a:r>
                <a:rPr kumimoji="1" lang="en-US" altLang="zh-TW" dirty="0">
                  <a:solidFill>
                    <a:srgbClr val="FFC000"/>
                  </a:solidFill>
                  <a:cs typeface="+mn-ea"/>
                  <a:sym typeface="+mn-lt"/>
                </a:rPr>
                <a:t>Google Slides</a:t>
              </a:r>
              <a:r>
                <a:rPr kumimoji="1" lang="en-US" altLang="zh-TW" dirty="0">
                  <a:solidFill>
                    <a:schemeClr val="accent4"/>
                  </a:solidFill>
                  <a:cs typeface="+mn-ea"/>
                  <a:sym typeface="+mn-lt"/>
                </a:rPr>
                <a:t>, </a:t>
              </a:r>
              <a:r>
                <a:rPr kumimoji="1" lang="en-US" altLang="zh-TW" dirty="0">
                  <a:solidFill>
                    <a:srgbClr val="FF0000"/>
                  </a:solidFill>
                  <a:cs typeface="+mn-ea"/>
                  <a:sym typeface="+mn-lt"/>
                </a:rPr>
                <a:t>PowerPoint</a:t>
              </a:r>
              <a:r>
                <a:rPr kumimoji="1" lang="en-US" altLang="zh-TW" dirty="0">
                  <a:solidFill>
                    <a:schemeClr val="accent4"/>
                  </a:solidFill>
                  <a:cs typeface="+mn-ea"/>
                  <a:sym typeface="+mn-lt"/>
                </a:rPr>
                <a:t>, and </a:t>
              </a:r>
              <a:r>
                <a:rPr kumimoji="1" lang="en-US" altLang="zh-TW" dirty="0">
                  <a:solidFill>
                    <a:schemeClr val="accent1">
                      <a:lumMod val="75000"/>
                    </a:schemeClr>
                  </a:solidFill>
                  <a:cs typeface="+mn-ea"/>
                  <a:sym typeface="+mn-lt"/>
                </a:rPr>
                <a:t>Keynote</a:t>
              </a:r>
              <a:r>
                <a:rPr kumimoji="1" lang="en-US" altLang="zh-TW" dirty="0">
                  <a:solidFill>
                    <a:schemeClr val="accent4"/>
                  </a:solidFill>
                  <a:cs typeface="+mn-ea"/>
                  <a:sym typeface="+mn-lt"/>
                </a:rPr>
                <a:t> </a:t>
              </a:r>
              <a:endParaRPr kumimoji="1" lang="zh-TW" altLang="en-US" dirty="0">
                <a:solidFill>
                  <a:schemeClr val="accent4"/>
                </a:solidFill>
                <a:cs typeface="+mn-ea"/>
                <a:sym typeface="+mn-lt"/>
              </a:endParaRPr>
            </a:p>
          </p:txBody>
        </p:sp>
        <p:sp>
          <p:nvSpPr>
            <p:cNvPr id="12" name="圓角矩形 11">
              <a:extLst>
                <a:ext uri="{FF2B5EF4-FFF2-40B4-BE49-F238E27FC236}">
                  <a16:creationId xmlns:a16="http://schemas.microsoft.com/office/drawing/2014/main" id="{3178DA88-7165-A766-7C82-DD5E91E61D13}"/>
                </a:ext>
              </a:extLst>
            </p:cNvPr>
            <p:cNvSpPr/>
            <p:nvPr/>
          </p:nvSpPr>
          <p:spPr>
            <a:xfrm>
              <a:off x="4442119" y="2555771"/>
              <a:ext cx="1351407" cy="312913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000" dirty="0">
                  <a:solidFill>
                    <a:schemeClr val="accent6"/>
                  </a:solidFill>
                  <a:cs typeface="+mn-ea"/>
                  <a:sym typeface="+mn-lt"/>
                </a:rPr>
                <a:t>√</a:t>
              </a:r>
              <a:r>
                <a:rPr kumimoji="1"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TW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Aesthetic Design</a:t>
              </a:r>
              <a:endParaRPr kumimoji="1" lang="zh-TW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9" name="圓角矩形 68">
              <a:extLst>
                <a:ext uri="{FF2B5EF4-FFF2-40B4-BE49-F238E27FC236}">
                  <a16:creationId xmlns:a16="http://schemas.microsoft.com/office/drawing/2014/main" id="{DDD6C23F-9EED-5A7F-2EC6-80ACCBEE9CE3}"/>
                </a:ext>
              </a:extLst>
            </p:cNvPr>
            <p:cNvSpPr/>
            <p:nvPr/>
          </p:nvSpPr>
          <p:spPr>
            <a:xfrm>
              <a:off x="5791909" y="2555771"/>
              <a:ext cx="1351407" cy="312913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000" dirty="0">
                  <a:solidFill>
                    <a:schemeClr val="accent6"/>
                  </a:solidFill>
                  <a:cs typeface="+mn-ea"/>
                  <a:sym typeface="+mn-lt"/>
                </a:rPr>
                <a:t>√</a:t>
              </a:r>
              <a:r>
                <a:rPr kumimoji="1"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Free Download</a:t>
              </a:r>
              <a:endParaRPr kumimoji="1" lang="zh-TW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0" name="圓角矩形 69">
              <a:extLst>
                <a:ext uri="{FF2B5EF4-FFF2-40B4-BE49-F238E27FC236}">
                  <a16:creationId xmlns:a16="http://schemas.microsoft.com/office/drawing/2014/main" id="{0990B682-988C-958E-9FFF-1F07D0EA8724}"/>
                </a:ext>
              </a:extLst>
            </p:cNvPr>
            <p:cNvSpPr/>
            <p:nvPr/>
          </p:nvSpPr>
          <p:spPr>
            <a:xfrm>
              <a:off x="7141698" y="2555771"/>
              <a:ext cx="1193119" cy="312913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000" dirty="0">
                  <a:solidFill>
                    <a:schemeClr val="accent6"/>
                  </a:solidFill>
                  <a:cs typeface="+mn-ea"/>
                  <a:sym typeface="+mn-lt"/>
                </a:rPr>
                <a:t>√</a:t>
              </a:r>
              <a:r>
                <a:rPr kumimoji="1"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100%</a:t>
              </a:r>
              <a:r>
                <a:rPr kumimoji="1"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Editable</a:t>
              </a:r>
              <a:endParaRPr kumimoji="1" lang="zh-TW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DE1EFA5E-39B5-0D83-0900-5D8C75010366}"/>
                </a:ext>
              </a:extLst>
            </p:cNvPr>
            <p:cNvSpPr txBox="1"/>
            <p:nvPr/>
          </p:nvSpPr>
          <p:spPr>
            <a:xfrm>
              <a:off x="4694370" y="4302579"/>
              <a:ext cx="27302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https://</a:t>
              </a:r>
              <a:r>
                <a:rPr kumimoji="1" lang="en-US" altLang="zh-CN" dirty="0" err="1">
                  <a:cs typeface="+mn-ea"/>
                  <a:sym typeface="+mn-lt"/>
                  <a:hlinkClick r:id="rId5"/>
                </a:rPr>
                <a:t>justfreeslide.com</a:t>
              </a:r>
              <a:endParaRPr kumimoji="1" lang="zh-TW" altLang="en-US" dirty="0">
                <a:cs typeface="+mn-ea"/>
                <a:sym typeface="+mn-lt"/>
              </a:endParaRPr>
            </a:p>
          </p:txBody>
        </p:sp>
        <p:sp>
          <p:nvSpPr>
            <p:cNvPr id="16" name="圓角矩形 15">
              <a:extLst>
                <a:ext uri="{FF2B5EF4-FFF2-40B4-BE49-F238E27FC236}">
                  <a16:creationId xmlns:a16="http://schemas.microsoft.com/office/drawing/2014/main" id="{F1FA470B-3800-63AD-2F3F-F39A22039924}"/>
                </a:ext>
              </a:extLst>
            </p:cNvPr>
            <p:cNvSpPr/>
            <p:nvPr/>
          </p:nvSpPr>
          <p:spPr>
            <a:xfrm>
              <a:off x="4536849" y="5688706"/>
              <a:ext cx="3045278" cy="432707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>
                <a:cs typeface="+mn-ea"/>
                <a:sym typeface="+mn-lt"/>
              </a:endParaRPr>
            </a:p>
          </p:txBody>
        </p:sp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27652217-DF62-D73B-C4C1-0F52B4098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68148" y="4515454"/>
              <a:ext cx="312913" cy="312913"/>
            </a:xfrm>
            <a:prstGeom prst="rect">
              <a:avLst/>
            </a:prstGeom>
          </p:spPr>
        </p:pic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4514DCFD-8B90-EAD6-4E77-F336F5ACB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198221" y="5758426"/>
              <a:ext cx="293266" cy="293266"/>
            </a:xfrm>
            <a:prstGeom prst="rect">
              <a:avLst/>
            </a:prstGeom>
          </p:spPr>
        </p:pic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B7DAFC12-B931-71AB-C5A7-CF3CDB3020AD}"/>
                </a:ext>
              </a:extLst>
            </p:cNvPr>
            <p:cNvSpPr txBox="1"/>
            <p:nvPr/>
          </p:nvSpPr>
          <p:spPr>
            <a:xfrm>
              <a:off x="4946002" y="5735782"/>
              <a:ext cx="15343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1600" dirty="0">
                  <a:cs typeface="+mn-ea"/>
                  <a:sym typeface="+mn-lt"/>
                </a:rPr>
                <a:t>Just Free Slide</a:t>
              </a:r>
              <a:endParaRPr kumimoji="1" lang="zh-TW" altLang="en-US" sz="1600" dirty="0">
                <a:cs typeface="+mn-ea"/>
                <a:sym typeface="+mn-lt"/>
              </a:endParaRPr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F468B5E9-46A8-373B-81F1-CE6F1FB2AB9E}"/>
                </a:ext>
              </a:extLst>
            </p:cNvPr>
            <p:cNvSpPr txBox="1"/>
            <p:nvPr/>
          </p:nvSpPr>
          <p:spPr>
            <a:xfrm>
              <a:off x="5827129" y="5033051"/>
              <a:ext cx="4908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b="1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OR</a:t>
              </a:r>
              <a:endParaRPr kumimoji="1" lang="zh-TW" altLang="en-US" b="1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5305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Custom 1">
      <a:dk1>
        <a:srgbClr val="000000"/>
      </a:dk1>
      <a:lt1>
        <a:srgbClr val="FFFFFF"/>
      </a:lt1>
      <a:dk2>
        <a:srgbClr val="0C693D"/>
      </a:dk2>
      <a:lt2>
        <a:srgbClr val="E7E6E6"/>
      </a:lt2>
      <a:accent1>
        <a:srgbClr val="596BEB"/>
      </a:accent1>
      <a:accent2>
        <a:srgbClr val="FB4A56"/>
      </a:accent2>
      <a:accent3>
        <a:srgbClr val="FE9034"/>
      </a:accent3>
      <a:accent4>
        <a:srgbClr val="1AAB63"/>
      </a:accent4>
      <a:accent5>
        <a:srgbClr val="D1D9ED"/>
      </a:accent5>
      <a:accent6>
        <a:srgbClr val="7F7F7F"/>
      </a:accent6>
      <a:hlink>
        <a:srgbClr val="005E54"/>
      </a:hlink>
      <a:folHlink>
        <a:srgbClr val="009192"/>
      </a:folHlink>
    </a:clrScheme>
    <a:fontScheme name="31wfyfbi">
      <a:majorFont>
        <a:latin typeface="Roboto" panose="020F0302020204030204"/>
        <a:ea typeface="Roboto"/>
        <a:cs typeface=""/>
      </a:majorFont>
      <a:minorFont>
        <a:latin typeface="Roboto" panose="020F0502020204030204"/>
        <a:ea typeface="Robo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22129</TotalTime>
  <Words>723</Words>
  <Application>Microsoft Office PowerPoint</Application>
  <PresentationFormat>Widescreen</PresentationFormat>
  <Paragraphs>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Roboto (Body)</vt:lpstr>
      <vt:lpstr>Agency FB</vt:lpstr>
      <vt:lpstr>Arial</vt:lpstr>
      <vt:lpstr>Calibri</vt:lpstr>
      <vt:lpstr>Roboto</vt:lpstr>
      <vt:lpstr>Wingdings</vt:lpstr>
      <vt:lpstr>Office 佈景主題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Echo</dc:creator>
  <cp:lastModifiedBy>Sean Wu</cp:lastModifiedBy>
  <cp:revision>1010</cp:revision>
  <dcterms:created xsi:type="dcterms:W3CDTF">2022-04-09T08:32:59Z</dcterms:created>
  <dcterms:modified xsi:type="dcterms:W3CDTF">2024-04-27T02:57:25Z</dcterms:modified>
</cp:coreProperties>
</file>