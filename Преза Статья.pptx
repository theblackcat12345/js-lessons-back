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43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32C5-2085-477F-B093-5D81A3F2E8BE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413B9-23D7-4B5C-94B9-FE4404FF1B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0275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32C5-2085-477F-B093-5D81A3F2E8BE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413B9-23D7-4B5C-94B9-FE4404FF1B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694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32C5-2085-477F-B093-5D81A3F2E8BE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413B9-23D7-4B5C-94B9-FE4404FF1B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2024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32C5-2085-477F-B093-5D81A3F2E8BE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413B9-23D7-4B5C-94B9-FE4404FF1B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181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32C5-2085-477F-B093-5D81A3F2E8BE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413B9-23D7-4B5C-94B9-FE4404FF1B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720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32C5-2085-477F-B093-5D81A3F2E8BE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413B9-23D7-4B5C-94B9-FE4404FF1B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9836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32C5-2085-477F-B093-5D81A3F2E8BE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413B9-23D7-4B5C-94B9-FE4404FF1B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010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32C5-2085-477F-B093-5D81A3F2E8BE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413B9-23D7-4B5C-94B9-FE4404FF1B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17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32C5-2085-477F-B093-5D81A3F2E8BE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413B9-23D7-4B5C-94B9-FE4404FF1B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385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32C5-2085-477F-B093-5D81A3F2E8BE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413B9-23D7-4B5C-94B9-FE4404FF1B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579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32C5-2085-477F-B093-5D81A3F2E8BE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413B9-23D7-4B5C-94B9-FE4404FF1B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780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A32C5-2085-477F-B093-5D81A3F2E8BE}" type="datetimeFigureOut">
              <a:rPr lang="ru-RU" smtClean="0"/>
              <a:t>26.04.2026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413B9-23D7-4B5C-94B9-FE4404FF1B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6152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820173"/>
            <a:ext cx="9144000" cy="1689789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Обход систем ограничений в больших языковых моделях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7999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такое </a:t>
            </a:r>
            <a:r>
              <a:rPr lang="en-US" dirty="0" smtClean="0"/>
              <a:t>LLM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738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Существующие ограничения в </a:t>
            </a:r>
            <a:r>
              <a:rPr lang="en-US" dirty="0" smtClean="0"/>
              <a:t>LLM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Ограничения </a:t>
            </a:r>
            <a:r>
              <a:rPr lang="ru-RU" dirty="0"/>
              <a:t>до </a:t>
            </a:r>
            <a:r>
              <a:rPr lang="ru-RU" dirty="0" smtClean="0"/>
              <a:t>развёртывания</a:t>
            </a:r>
          </a:p>
          <a:p>
            <a:r>
              <a:rPr lang="ru-RU" dirty="0" smtClean="0"/>
              <a:t>Ограничения во время обучения</a:t>
            </a:r>
            <a:endParaRPr lang="en-US" dirty="0" smtClean="0"/>
          </a:p>
          <a:p>
            <a:r>
              <a:rPr lang="ru-RU" dirty="0" smtClean="0"/>
              <a:t>Ограничения после развертывания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7599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Ограничения до развёртывания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6112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Ограничения во время обучения</a:t>
            </a:r>
            <a:r>
              <a:rPr lang="en-US" dirty="0" smtClean="0"/>
              <a:t/>
            </a:r>
            <a:br>
              <a:rPr lang="en-US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5650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Ограничения после развертывания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484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OWASP Top</a:t>
            </a:r>
            <a:r>
              <a:rPr lang="ru-RU" dirty="0"/>
              <a:t> 10 </a:t>
            </a:r>
            <a:r>
              <a:rPr lang="en-US" dirty="0"/>
              <a:t>for LLM Applications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1731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Prompt Injection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0523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Jailbreak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0825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Leakage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2131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and Embedding Weaknesses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5505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Misinformation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959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Excessive</a:t>
            </a:r>
            <a:r>
              <a:rPr lang="ru-RU" dirty="0"/>
              <a:t> </a:t>
            </a:r>
            <a:r>
              <a:rPr lang="ru-RU" dirty="0" err="1"/>
              <a:t>Agency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3177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Improper</a:t>
            </a:r>
            <a:r>
              <a:rPr lang="ru-RU" dirty="0"/>
              <a:t> </a:t>
            </a:r>
            <a:r>
              <a:rPr lang="ru-RU" dirty="0" err="1"/>
              <a:t>Output</a:t>
            </a:r>
            <a:r>
              <a:rPr lang="ru-RU" dirty="0"/>
              <a:t> </a:t>
            </a:r>
            <a:r>
              <a:rPr lang="ru-RU" dirty="0" err="1"/>
              <a:t>Handling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488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Методы повышения защиты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840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70347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61</Words>
  <Application>Microsoft Office PowerPoint</Application>
  <PresentationFormat>Широкоэкранный</PresentationFormat>
  <Paragraphs>19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Тема Office</vt:lpstr>
      <vt:lpstr>Обход систем ограничений в больших языковых моделях</vt:lpstr>
      <vt:lpstr>Что такое LLM</vt:lpstr>
      <vt:lpstr>Существующие ограничения в LLM</vt:lpstr>
      <vt:lpstr>Ограничения до развёртывания </vt:lpstr>
      <vt:lpstr>Ограничения во время обучения </vt:lpstr>
      <vt:lpstr>Ограничения после развертывания </vt:lpstr>
      <vt:lpstr>OWASP Top 10 for LLM Applications</vt:lpstr>
      <vt:lpstr>Prompt Injection</vt:lpstr>
      <vt:lpstr>Jailbreak</vt:lpstr>
      <vt:lpstr>Data Leakage</vt:lpstr>
      <vt:lpstr>Vector and Embedding Weaknesses</vt:lpstr>
      <vt:lpstr>Misinformation</vt:lpstr>
      <vt:lpstr>Excessive Agency</vt:lpstr>
      <vt:lpstr>Improper Output Handling</vt:lpstr>
      <vt:lpstr>Методы повышения защиты</vt:lpstr>
      <vt:lpstr>Спасибо за внимание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Обход систем ограничений в больших языковых моделях</dc:title>
  <dc:creator>Учетная запись Майкрософт</dc:creator>
  <cp:lastModifiedBy>Учетная запись Майкрософт</cp:lastModifiedBy>
  <cp:revision>4</cp:revision>
  <dcterms:created xsi:type="dcterms:W3CDTF">2026-04-26T13:50:00Z</dcterms:created>
  <dcterms:modified xsi:type="dcterms:W3CDTF">2026-04-26T14:11:40Z</dcterms:modified>
</cp:coreProperties>
</file>